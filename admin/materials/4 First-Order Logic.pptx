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57"/>
  </p:notesMasterIdLst>
  <p:handoutMasterIdLst>
    <p:handoutMasterId r:id="rId58"/>
  </p:handoutMasterIdLst>
  <p:sldIdLst>
    <p:sldId id="265" r:id="rId5"/>
    <p:sldId id="547" r:id="rId6"/>
    <p:sldId id="549" r:id="rId7"/>
    <p:sldId id="548" r:id="rId8"/>
    <p:sldId id="587" r:id="rId9"/>
    <p:sldId id="586" r:id="rId10"/>
    <p:sldId id="550" r:id="rId11"/>
    <p:sldId id="551" r:id="rId12"/>
    <p:sldId id="552" r:id="rId13"/>
    <p:sldId id="557" r:id="rId14"/>
    <p:sldId id="589" r:id="rId15"/>
    <p:sldId id="591" r:id="rId16"/>
    <p:sldId id="590" r:id="rId17"/>
    <p:sldId id="554" r:id="rId18"/>
    <p:sldId id="592" r:id="rId19"/>
    <p:sldId id="280" r:id="rId20"/>
    <p:sldId id="593" r:id="rId21"/>
    <p:sldId id="594" r:id="rId22"/>
    <p:sldId id="595" r:id="rId23"/>
    <p:sldId id="596" r:id="rId24"/>
    <p:sldId id="597" r:id="rId25"/>
    <p:sldId id="598" r:id="rId26"/>
    <p:sldId id="599" r:id="rId27"/>
    <p:sldId id="600" r:id="rId28"/>
    <p:sldId id="601" r:id="rId29"/>
    <p:sldId id="604" r:id="rId30"/>
    <p:sldId id="602" r:id="rId31"/>
    <p:sldId id="605" r:id="rId32"/>
    <p:sldId id="606" r:id="rId33"/>
    <p:sldId id="607" r:id="rId34"/>
    <p:sldId id="603" r:id="rId35"/>
    <p:sldId id="609" r:id="rId36"/>
    <p:sldId id="608" r:id="rId37"/>
    <p:sldId id="610" r:id="rId38"/>
    <p:sldId id="611" r:id="rId39"/>
    <p:sldId id="612" r:id="rId40"/>
    <p:sldId id="613" r:id="rId41"/>
    <p:sldId id="614" r:id="rId42"/>
    <p:sldId id="615" r:id="rId43"/>
    <p:sldId id="616" r:id="rId44"/>
    <p:sldId id="433" r:id="rId45"/>
    <p:sldId id="434" r:id="rId46"/>
    <p:sldId id="453" r:id="rId47"/>
    <p:sldId id="489" r:id="rId48"/>
    <p:sldId id="485" r:id="rId49"/>
    <p:sldId id="488" r:id="rId50"/>
    <p:sldId id="490" r:id="rId51"/>
    <p:sldId id="486" r:id="rId52"/>
    <p:sldId id="491" r:id="rId53"/>
    <p:sldId id="495" r:id="rId54"/>
    <p:sldId id="492" r:id="rId55"/>
    <p:sldId id="496" r:id="rId56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C742FDB-5582-4288-B646-31DF36045A3E}">
          <p14:sldIdLst>
            <p14:sldId id="265"/>
            <p14:sldId id="547"/>
            <p14:sldId id="549"/>
            <p14:sldId id="548"/>
            <p14:sldId id="587"/>
            <p14:sldId id="586"/>
            <p14:sldId id="550"/>
            <p14:sldId id="551"/>
            <p14:sldId id="552"/>
            <p14:sldId id="557"/>
            <p14:sldId id="589"/>
            <p14:sldId id="591"/>
            <p14:sldId id="590"/>
            <p14:sldId id="554"/>
            <p14:sldId id="592"/>
            <p14:sldId id="280"/>
            <p14:sldId id="593"/>
            <p14:sldId id="594"/>
            <p14:sldId id="595"/>
            <p14:sldId id="596"/>
            <p14:sldId id="597"/>
            <p14:sldId id="598"/>
            <p14:sldId id="599"/>
            <p14:sldId id="600"/>
            <p14:sldId id="601"/>
            <p14:sldId id="604"/>
            <p14:sldId id="602"/>
            <p14:sldId id="605"/>
            <p14:sldId id="606"/>
            <p14:sldId id="607"/>
            <p14:sldId id="603"/>
            <p14:sldId id="609"/>
            <p14:sldId id="608"/>
            <p14:sldId id="610"/>
            <p14:sldId id="611"/>
            <p14:sldId id="612"/>
            <p14:sldId id="613"/>
            <p14:sldId id="614"/>
            <p14:sldId id="615"/>
            <p14:sldId id="616"/>
            <p14:sldId id="433"/>
            <p14:sldId id="434"/>
            <p14:sldId id="453"/>
            <p14:sldId id="489"/>
            <p14:sldId id="485"/>
            <p14:sldId id="488"/>
            <p14:sldId id="490"/>
            <p14:sldId id="486"/>
            <p14:sldId id="491"/>
            <p14:sldId id="495"/>
            <p14:sldId id="492"/>
            <p14:sldId id="4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1306BA"/>
    <a:srgbClr val="461D7C"/>
    <a:srgbClr val="5ACAD6"/>
    <a:srgbClr val="008000"/>
    <a:srgbClr val="C5050C"/>
    <a:srgbClr val="FDD023"/>
    <a:srgbClr val="1F08A8"/>
    <a:srgbClr val="D15FC1"/>
    <a:srgbClr val="008B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8F86AB-03D7-466A-927B-BBB578F58EBD}" v="102" dt="2025-12-16T13:39:45.096"/>
  </p1510:revLst>
</p1510:revInfo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62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77" y="67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6" d="100"/>
          <a:sy n="76" d="100"/>
        </p:scale>
        <p:origin x="24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61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 Alvin" userId="1477fe7d-12c1-4dcd-b708-f1331679ff1c" providerId="ADAL" clId="{977EEFC1-1CBA-418C-B7A6-63C2CC8884F1}"/>
    <pc:docChg chg="undo redo custSel addSld delSld modSld sldOrd addSection delSection modSection modNotesMaster modHandout">
      <pc:chgData name="Chris Alvin" userId="1477fe7d-12c1-4dcd-b708-f1331679ff1c" providerId="ADAL" clId="{977EEFC1-1CBA-418C-B7A6-63C2CC8884F1}" dt="2025-12-16T13:39:45.095" v="14239"/>
      <pc:docMkLst>
        <pc:docMk/>
      </pc:docMkLst>
      <pc:sldChg chg="addSp delSp modSp add mod modAnim">
        <pc:chgData name="Chris Alvin" userId="1477fe7d-12c1-4dcd-b708-f1331679ff1c" providerId="ADAL" clId="{977EEFC1-1CBA-418C-B7A6-63C2CC8884F1}" dt="2025-11-17T14:59:14.349" v="6867"/>
        <pc:sldMkLst>
          <pc:docMk/>
          <pc:sldMk cId="3893261454" sldId="280"/>
        </pc:sldMkLst>
        <pc:spChg chg="mod">
          <ac:chgData name="Chris Alvin" userId="1477fe7d-12c1-4dcd-b708-f1331679ff1c" providerId="ADAL" clId="{977EEFC1-1CBA-418C-B7A6-63C2CC8884F1}" dt="2025-11-17T14:59:00.876" v="6864" actId="1076"/>
          <ac:spMkLst>
            <pc:docMk/>
            <pc:sldMk cId="3893261454" sldId="280"/>
            <ac:spMk id="3" creationId="{00000000-0000-0000-0000-000000000000}"/>
          </ac:spMkLst>
        </pc:spChg>
        <pc:spChg chg="add mod">
          <ac:chgData name="Chris Alvin" userId="1477fe7d-12c1-4dcd-b708-f1331679ff1c" providerId="ADAL" clId="{977EEFC1-1CBA-418C-B7A6-63C2CC8884F1}" dt="2025-11-17T14:55:46.654" v="6796" actId="20577"/>
          <ac:spMkLst>
            <pc:docMk/>
            <pc:sldMk cId="3893261454" sldId="280"/>
            <ac:spMk id="4" creationId="{03027205-A48A-C048-560C-28A18CE1F704}"/>
          </ac:spMkLst>
        </pc:spChg>
        <pc:spChg chg="add mod">
          <ac:chgData name="Chris Alvin" userId="1477fe7d-12c1-4dcd-b708-f1331679ff1c" providerId="ADAL" clId="{977EEFC1-1CBA-418C-B7A6-63C2CC8884F1}" dt="2025-11-17T14:59:08.624" v="6866" actId="1076"/>
          <ac:spMkLst>
            <pc:docMk/>
            <pc:sldMk cId="3893261454" sldId="280"/>
            <ac:spMk id="7" creationId="{D90D438E-1597-D71B-6124-381593131978}"/>
          </ac:spMkLst>
        </pc:spChg>
        <pc:spChg chg="add mod">
          <ac:chgData name="Chris Alvin" userId="1477fe7d-12c1-4dcd-b708-f1331679ff1c" providerId="ADAL" clId="{977EEFC1-1CBA-418C-B7A6-63C2CC8884F1}" dt="2025-11-17T14:59:04.926" v="6865" actId="14100"/>
          <ac:spMkLst>
            <pc:docMk/>
            <pc:sldMk cId="3893261454" sldId="280"/>
            <ac:spMk id="8" creationId="{178E81E7-9B21-2D19-AC72-105B7B40AC36}"/>
          </ac:spMkLst>
        </pc:spChg>
      </pc:sldChg>
      <pc:sldChg chg="add">
        <pc:chgData name="Chris Alvin" userId="1477fe7d-12c1-4dcd-b708-f1331679ff1c" providerId="ADAL" clId="{977EEFC1-1CBA-418C-B7A6-63C2CC8884F1}" dt="2025-11-23T23:37:55.469" v="14039"/>
        <pc:sldMkLst>
          <pc:docMk/>
          <pc:sldMk cId="1175857094" sldId="433"/>
        </pc:sldMkLst>
      </pc:sldChg>
      <pc:sldChg chg="add">
        <pc:chgData name="Chris Alvin" userId="1477fe7d-12c1-4dcd-b708-f1331679ff1c" providerId="ADAL" clId="{977EEFC1-1CBA-418C-B7A6-63C2CC8884F1}" dt="2025-11-23T23:37:55.469" v="14039"/>
        <pc:sldMkLst>
          <pc:docMk/>
          <pc:sldMk cId="1100639466" sldId="434"/>
        </pc:sldMkLst>
      </pc:sldChg>
      <pc:sldChg chg="delSp add mod delAnim">
        <pc:chgData name="Chris Alvin" userId="1477fe7d-12c1-4dcd-b708-f1331679ff1c" providerId="ADAL" clId="{977EEFC1-1CBA-418C-B7A6-63C2CC8884F1}" dt="2025-11-23T23:38:45.239" v="14040" actId="478"/>
        <pc:sldMkLst>
          <pc:docMk/>
          <pc:sldMk cId="3091468696" sldId="453"/>
        </pc:sldMkLst>
      </pc:sldChg>
      <pc:sldChg chg="addSp delSp modSp add mod">
        <pc:chgData name="Chris Alvin" userId="1477fe7d-12c1-4dcd-b708-f1331679ff1c" providerId="ADAL" clId="{977EEFC1-1CBA-418C-B7A6-63C2CC8884F1}" dt="2025-11-23T23:42:22.753" v="14067" actId="1076"/>
        <pc:sldMkLst>
          <pc:docMk/>
          <pc:sldMk cId="1770375033" sldId="485"/>
        </pc:sldMkLst>
        <pc:picChg chg="add mod">
          <ac:chgData name="Chris Alvin" userId="1477fe7d-12c1-4dcd-b708-f1331679ff1c" providerId="ADAL" clId="{977EEFC1-1CBA-418C-B7A6-63C2CC8884F1}" dt="2025-11-23T23:42:22.753" v="14067" actId="1076"/>
          <ac:picMkLst>
            <pc:docMk/>
            <pc:sldMk cId="1770375033" sldId="485"/>
            <ac:picMk id="5" creationId="{43F0C263-AF1D-1F11-4A21-775925A19A98}"/>
          </ac:picMkLst>
        </pc:picChg>
      </pc:sldChg>
      <pc:sldChg chg="add">
        <pc:chgData name="Chris Alvin" userId="1477fe7d-12c1-4dcd-b708-f1331679ff1c" providerId="ADAL" clId="{977EEFC1-1CBA-418C-B7A6-63C2CC8884F1}" dt="2025-11-23T23:37:55.469" v="14039"/>
        <pc:sldMkLst>
          <pc:docMk/>
          <pc:sldMk cId="120426211" sldId="486"/>
        </pc:sldMkLst>
      </pc:sldChg>
      <pc:sldChg chg="addSp modSp add">
        <pc:chgData name="Chris Alvin" userId="1477fe7d-12c1-4dcd-b708-f1331679ff1c" providerId="ADAL" clId="{977EEFC1-1CBA-418C-B7A6-63C2CC8884F1}" dt="2025-11-23T23:42:27.092" v="14068"/>
        <pc:sldMkLst>
          <pc:docMk/>
          <pc:sldMk cId="2127843646" sldId="488"/>
        </pc:sldMkLst>
        <pc:picChg chg="add mod">
          <ac:chgData name="Chris Alvin" userId="1477fe7d-12c1-4dcd-b708-f1331679ff1c" providerId="ADAL" clId="{977EEFC1-1CBA-418C-B7A6-63C2CC8884F1}" dt="2025-11-23T23:42:27.092" v="14068"/>
          <ac:picMkLst>
            <pc:docMk/>
            <pc:sldMk cId="2127843646" sldId="488"/>
            <ac:picMk id="2" creationId="{5FC68EE4-FF5D-74D5-4FA1-1EC9F23BBBA2}"/>
          </ac:picMkLst>
        </pc:picChg>
      </pc:sldChg>
      <pc:sldChg chg="add">
        <pc:chgData name="Chris Alvin" userId="1477fe7d-12c1-4dcd-b708-f1331679ff1c" providerId="ADAL" clId="{977EEFC1-1CBA-418C-B7A6-63C2CC8884F1}" dt="2025-11-23T23:37:55.469" v="14039"/>
        <pc:sldMkLst>
          <pc:docMk/>
          <pc:sldMk cId="1582920455" sldId="489"/>
        </pc:sldMkLst>
      </pc:sldChg>
      <pc:sldChg chg="addSp modSp add">
        <pc:chgData name="Chris Alvin" userId="1477fe7d-12c1-4dcd-b708-f1331679ff1c" providerId="ADAL" clId="{977EEFC1-1CBA-418C-B7A6-63C2CC8884F1}" dt="2025-11-23T23:42:29.384" v="14069"/>
        <pc:sldMkLst>
          <pc:docMk/>
          <pc:sldMk cId="1387607163" sldId="490"/>
        </pc:sldMkLst>
        <pc:picChg chg="add mod">
          <ac:chgData name="Chris Alvin" userId="1477fe7d-12c1-4dcd-b708-f1331679ff1c" providerId="ADAL" clId="{977EEFC1-1CBA-418C-B7A6-63C2CC8884F1}" dt="2025-11-23T23:42:29.384" v="14069"/>
          <ac:picMkLst>
            <pc:docMk/>
            <pc:sldMk cId="1387607163" sldId="490"/>
            <ac:picMk id="2" creationId="{08D66A53-085F-2F41-4CF3-A48D7D340761}"/>
          </ac:picMkLst>
        </pc:picChg>
      </pc:sldChg>
      <pc:sldChg chg="addSp modSp add mod">
        <pc:chgData name="Chris Alvin" userId="1477fe7d-12c1-4dcd-b708-f1331679ff1c" providerId="ADAL" clId="{977EEFC1-1CBA-418C-B7A6-63C2CC8884F1}" dt="2025-11-23T23:42:37.508" v="14071" actId="1076"/>
        <pc:sldMkLst>
          <pc:docMk/>
          <pc:sldMk cId="3528214966" sldId="491"/>
        </pc:sldMkLst>
        <pc:picChg chg="add mod">
          <ac:chgData name="Chris Alvin" userId="1477fe7d-12c1-4dcd-b708-f1331679ff1c" providerId="ADAL" clId="{977EEFC1-1CBA-418C-B7A6-63C2CC8884F1}" dt="2025-11-23T23:42:37.508" v="14071" actId="1076"/>
          <ac:picMkLst>
            <pc:docMk/>
            <pc:sldMk cId="3528214966" sldId="491"/>
            <ac:picMk id="2" creationId="{3969F71C-BD22-FC92-5EA2-1ABA8B5957CE}"/>
          </ac:picMkLst>
        </pc:picChg>
      </pc:sldChg>
      <pc:sldChg chg="addSp modSp add">
        <pc:chgData name="Chris Alvin" userId="1477fe7d-12c1-4dcd-b708-f1331679ff1c" providerId="ADAL" clId="{977EEFC1-1CBA-418C-B7A6-63C2CC8884F1}" dt="2025-11-23T23:42:53.961" v="14076"/>
        <pc:sldMkLst>
          <pc:docMk/>
          <pc:sldMk cId="3371040679" sldId="492"/>
        </pc:sldMkLst>
        <pc:picChg chg="add mod">
          <ac:chgData name="Chris Alvin" userId="1477fe7d-12c1-4dcd-b708-f1331679ff1c" providerId="ADAL" clId="{977EEFC1-1CBA-418C-B7A6-63C2CC8884F1}" dt="2025-11-23T23:42:53.961" v="14076"/>
          <ac:picMkLst>
            <pc:docMk/>
            <pc:sldMk cId="3371040679" sldId="492"/>
            <ac:picMk id="2" creationId="{63A17544-9A4D-3412-8607-417D71A0ED9C}"/>
          </ac:picMkLst>
        </pc:picChg>
      </pc:sldChg>
      <pc:sldChg chg="addSp delSp modSp add mod modAnim">
        <pc:chgData name="Chris Alvin" userId="1477fe7d-12c1-4dcd-b708-f1331679ff1c" providerId="ADAL" clId="{977EEFC1-1CBA-418C-B7A6-63C2CC8884F1}" dt="2025-11-23T23:42:51.051" v="14075"/>
        <pc:sldMkLst>
          <pc:docMk/>
          <pc:sldMk cId="3469763872" sldId="495"/>
        </pc:sldMkLst>
        <pc:picChg chg="add mod">
          <ac:chgData name="Chris Alvin" userId="1477fe7d-12c1-4dcd-b708-f1331679ff1c" providerId="ADAL" clId="{977EEFC1-1CBA-418C-B7A6-63C2CC8884F1}" dt="2025-11-23T23:42:51.051" v="14075"/>
          <ac:picMkLst>
            <pc:docMk/>
            <pc:sldMk cId="3469763872" sldId="495"/>
            <ac:picMk id="3" creationId="{61FBB66E-30BF-835B-CCD5-193951418D14}"/>
          </ac:picMkLst>
        </pc:picChg>
      </pc:sldChg>
      <pc:sldChg chg="addSp modSp add">
        <pc:chgData name="Chris Alvin" userId="1477fe7d-12c1-4dcd-b708-f1331679ff1c" providerId="ADAL" clId="{977EEFC1-1CBA-418C-B7A6-63C2CC8884F1}" dt="2025-11-23T23:42:55.121" v="14077"/>
        <pc:sldMkLst>
          <pc:docMk/>
          <pc:sldMk cId="4270797228" sldId="496"/>
        </pc:sldMkLst>
        <pc:picChg chg="add mod">
          <ac:chgData name="Chris Alvin" userId="1477fe7d-12c1-4dcd-b708-f1331679ff1c" providerId="ADAL" clId="{977EEFC1-1CBA-418C-B7A6-63C2CC8884F1}" dt="2025-11-23T23:42:55.121" v="14077"/>
          <ac:picMkLst>
            <pc:docMk/>
            <pc:sldMk cId="4270797228" sldId="496"/>
            <ac:picMk id="2" creationId="{0BB64C14-22A1-3566-6D6F-EE7BBC3A9998}"/>
          </ac:picMkLst>
        </pc:picChg>
      </pc:sldChg>
      <pc:sldChg chg="modSp modAnim">
        <pc:chgData name="Chris Alvin" userId="1477fe7d-12c1-4dcd-b708-f1331679ff1c" providerId="ADAL" clId="{977EEFC1-1CBA-418C-B7A6-63C2CC8884F1}" dt="2025-12-16T12:29:59.573" v="14108"/>
        <pc:sldMkLst>
          <pc:docMk/>
          <pc:sldMk cId="442105561" sldId="547"/>
        </pc:sldMkLst>
        <pc:spChg chg="mod">
          <ac:chgData name="Chris Alvin" userId="1477fe7d-12c1-4dcd-b708-f1331679ff1c" providerId="ADAL" clId="{977EEFC1-1CBA-418C-B7A6-63C2CC8884F1}" dt="2025-11-17T15:26:01.418" v="7163" actId="16959"/>
          <ac:spMkLst>
            <pc:docMk/>
            <pc:sldMk cId="442105561" sldId="547"/>
            <ac:spMk id="12" creationId="{9D28C433-FA4A-6F40-988D-EBEAA0A644C1}"/>
          </ac:spMkLst>
        </pc:spChg>
      </pc:sldChg>
      <pc:sldChg chg="modSp mod">
        <pc:chgData name="Chris Alvin" userId="1477fe7d-12c1-4dcd-b708-f1331679ff1c" providerId="ADAL" clId="{977EEFC1-1CBA-418C-B7A6-63C2CC8884F1}" dt="2025-12-16T12:30:52.758" v="14112" actId="1076"/>
        <pc:sldMkLst>
          <pc:docMk/>
          <pc:sldMk cId="1917302887" sldId="549"/>
        </pc:sldMkLst>
        <pc:spChg chg="mod">
          <ac:chgData name="Chris Alvin" userId="1477fe7d-12c1-4dcd-b708-f1331679ff1c" providerId="ADAL" clId="{977EEFC1-1CBA-418C-B7A6-63C2CC8884F1}" dt="2025-12-16T12:30:41.219" v="14110" actId="6549"/>
          <ac:spMkLst>
            <pc:docMk/>
            <pc:sldMk cId="1917302887" sldId="549"/>
            <ac:spMk id="2" creationId="{BD09A14C-E053-DE2A-E990-9BADC4F5EB66}"/>
          </ac:spMkLst>
        </pc:spChg>
        <pc:spChg chg="mod">
          <ac:chgData name="Chris Alvin" userId="1477fe7d-12c1-4dcd-b708-f1331679ff1c" providerId="ADAL" clId="{977EEFC1-1CBA-418C-B7A6-63C2CC8884F1}" dt="2025-12-16T12:30:52.758" v="14112" actId="1076"/>
          <ac:spMkLst>
            <pc:docMk/>
            <pc:sldMk cId="1917302887" sldId="549"/>
            <ac:spMk id="3" creationId="{46EB7B79-43A7-0188-3D00-27900E4C8E2F}"/>
          </ac:spMkLst>
        </pc:spChg>
        <pc:spChg chg="mod">
          <ac:chgData name="Chris Alvin" userId="1477fe7d-12c1-4dcd-b708-f1331679ff1c" providerId="ADAL" clId="{977EEFC1-1CBA-418C-B7A6-63C2CC8884F1}" dt="2025-12-16T12:30:49.797" v="14111" actId="1076"/>
          <ac:spMkLst>
            <pc:docMk/>
            <pc:sldMk cId="1917302887" sldId="549"/>
            <ac:spMk id="4" creationId="{2841E5E7-7B44-68E7-68FA-09B0C68D2297}"/>
          </ac:spMkLst>
        </pc:spChg>
        <pc:spChg chg="mod">
          <ac:chgData name="Chris Alvin" userId="1477fe7d-12c1-4dcd-b708-f1331679ff1c" providerId="ADAL" clId="{977EEFC1-1CBA-418C-B7A6-63C2CC8884F1}" dt="2025-12-16T12:30:52.758" v="14112" actId="1076"/>
          <ac:spMkLst>
            <pc:docMk/>
            <pc:sldMk cId="1917302887" sldId="549"/>
            <ac:spMk id="5" creationId="{03AA266E-6B99-A115-4D47-CCE978A1A302}"/>
          </ac:spMkLst>
        </pc:spChg>
        <pc:spChg chg="mod">
          <ac:chgData name="Chris Alvin" userId="1477fe7d-12c1-4dcd-b708-f1331679ff1c" providerId="ADAL" clId="{977EEFC1-1CBA-418C-B7A6-63C2CC8884F1}" dt="2025-12-16T12:30:49.797" v="14111" actId="1076"/>
          <ac:spMkLst>
            <pc:docMk/>
            <pc:sldMk cId="1917302887" sldId="549"/>
            <ac:spMk id="7" creationId="{403B85EF-79D4-E8FB-ACA2-67542D80D541}"/>
          </ac:spMkLst>
        </pc:spChg>
      </pc:sldChg>
      <pc:sldChg chg="addSp delSp modSp mod delAnim modAnim">
        <pc:chgData name="Chris Alvin" userId="1477fe7d-12c1-4dcd-b708-f1331679ff1c" providerId="ADAL" clId="{977EEFC1-1CBA-418C-B7A6-63C2CC8884F1}" dt="2025-12-16T12:40:55.400" v="14132" actId="207"/>
        <pc:sldMkLst>
          <pc:docMk/>
          <pc:sldMk cId="2513834492" sldId="550"/>
        </pc:sldMkLst>
        <pc:spChg chg="add mod">
          <ac:chgData name="Chris Alvin" userId="1477fe7d-12c1-4dcd-b708-f1331679ff1c" providerId="ADAL" clId="{977EEFC1-1CBA-418C-B7A6-63C2CC8884F1}" dt="2025-11-17T15:30:54.280" v="7330"/>
          <ac:spMkLst>
            <pc:docMk/>
            <pc:sldMk cId="2513834492" sldId="550"/>
            <ac:spMk id="2" creationId="{6E8740F3-1CD4-0325-748B-0F07C3ED1696}"/>
          </ac:spMkLst>
        </pc:spChg>
        <pc:spChg chg="mod">
          <ac:chgData name="Chris Alvin" userId="1477fe7d-12c1-4dcd-b708-f1331679ff1c" providerId="ADAL" clId="{977EEFC1-1CBA-418C-B7A6-63C2CC8884F1}" dt="2025-12-16T12:40:06.251" v="14128" actId="207"/>
          <ac:spMkLst>
            <pc:docMk/>
            <pc:sldMk cId="2513834492" sldId="550"/>
            <ac:spMk id="3" creationId="{941F69DC-372F-3019-28C7-E9226794D165}"/>
          </ac:spMkLst>
        </pc:spChg>
        <pc:spChg chg="mod">
          <ac:chgData name="Chris Alvin" userId="1477fe7d-12c1-4dcd-b708-f1331679ff1c" providerId="ADAL" clId="{977EEFC1-1CBA-418C-B7A6-63C2CC8884F1}" dt="2025-12-16T12:40:01.210" v="14127" actId="207"/>
          <ac:spMkLst>
            <pc:docMk/>
            <pc:sldMk cId="2513834492" sldId="550"/>
            <ac:spMk id="15" creationId="{A7EB37E8-A81E-874E-DD62-EE95F78D8FDD}"/>
          </ac:spMkLst>
        </pc:spChg>
        <pc:graphicFrameChg chg="modGraphic">
          <ac:chgData name="Chris Alvin" userId="1477fe7d-12c1-4dcd-b708-f1331679ff1c" providerId="ADAL" clId="{977EEFC1-1CBA-418C-B7A6-63C2CC8884F1}" dt="2025-12-16T12:40:55.400" v="14132" actId="207"/>
          <ac:graphicFrameMkLst>
            <pc:docMk/>
            <pc:sldMk cId="2513834492" sldId="550"/>
            <ac:graphicFrameMk id="4" creationId="{3C07D2B2-AF32-5012-2F09-A2A4C371DFA3}"/>
          </ac:graphicFrameMkLst>
        </pc:graphicFrameChg>
      </pc:sldChg>
      <pc:sldChg chg="addSp delSp modSp mod modAnim">
        <pc:chgData name="Chris Alvin" userId="1477fe7d-12c1-4dcd-b708-f1331679ff1c" providerId="ADAL" clId="{977EEFC1-1CBA-418C-B7A6-63C2CC8884F1}" dt="2025-12-16T12:41:38.376" v="14138"/>
        <pc:sldMkLst>
          <pc:docMk/>
          <pc:sldMk cId="1102129677" sldId="551"/>
        </pc:sldMkLst>
        <pc:spChg chg="mod">
          <ac:chgData name="Chris Alvin" userId="1477fe7d-12c1-4dcd-b708-f1331679ff1c" providerId="ADAL" clId="{977EEFC1-1CBA-418C-B7A6-63C2CC8884F1}" dt="2025-11-17T15:31:11.962" v="7332" actId="16959"/>
          <ac:spMkLst>
            <pc:docMk/>
            <pc:sldMk cId="1102129677" sldId="551"/>
            <ac:spMk id="8" creationId="{BD4B4AAA-E821-2243-A026-30048654C0C6}"/>
          </ac:spMkLst>
        </pc:spChg>
        <pc:spChg chg="mod">
          <ac:chgData name="Chris Alvin" userId="1477fe7d-12c1-4dcd-b708-f1331679ff1c" providerId="ADAL" clId="{977EEFC1-1CBA-418C-B7A6-63C2CC8884F1}" dt="2025-11-17T15:31:22.632" v="7333"/>
          <ac:spMkLst>
            <pc:docMk/>
            <pc:sldMk cId="1102129677" sldId="551"/>
            <ac:spMk id="12" creationId="{04C6D931-2602-5D1E-8DAF-0E2A188D084D}"/>
          </ac:spMkLst>
        </pc:spChg>
        <pc:spChg chg="mod">
          <ac:chgData name="Chris Alvin" userId="1477fe7d-12c1-4dcd-b708-f1331679ff1c" providerId="ADAL" clId="{977EEFC1-1CBA-418C-B7A6-63C2CC8884F1}" dt="2025-11-17T15:31:26.482" v="7334"/>
          <ac:spMkLst>
            <pc:docMk/>
            <pc:sldMk cId="1102129677" sldId="551"/>
            <ac:spMk id="23" creationId="{381DE70F-8D59-7097-40E2-DA663E557E9D}"/>
          </ac:spMkLst>
        </pc:spChg>
      </pc:sldChg>
      <pc:sldChg chg="modAnim">
        <pc:chgData name="Chris Alvin" userId="1477fe7d-12c1-4dcd-b708-f1331679ff1c" providerId="ADAL" clId="{977EEFC1-1CBA-418C-B7A6-63C2CC8884F1}" dt="2025-12-16T12:47:13.633" v="14144"/>
        <pc:sldMkLst>
          <pc:docMk/>
          <pc:sldMk cId="1725729288" sldId="554"/>
        </pc:sldMkLst>
      </pc:sldChg>
      <pc:sldChg chg="modSp mod">
        <pc:chgData name="Chris Alvin" userId="1477fe7d-12c1-4dcd-b708-f1331679ff1c" providerId="ADAL" clId="{977EEFC1-1CBA-418C-B7A6-63C2CC8884F1}" dt="2025-12-16T12:43:40.384" v="14142" actId="2085"/>
        <pc:sldMkLst>
          <pc:docMk/>
          <pc:sldMk cId="626592123" sldId="557"/>
        </pc:sldMkLst>
        <pc:spChg chg="mod">
          <ac:chgData name="Chris Alvin" userId="1477fe7d-12c1-4dcd-b708-f1331679ff1c" providerId="ADAL" clId="{977EEFC1-1CBA-418C-B7A6-63C2CC8884F1}" dt="2025-12-16T12:42:42.467" v="14139" actId="207"/>
          <ac:spMkLst>
            <pc:docMk/>
            <pc:sldMk cId="626592123" sldId="557"/>
            <ac:spMk id="2" creationId="{5E6EC979-AE9D-923C-0E13-7400D05A30BD}"/>
          </ac:spMkLst>
        </pc:spChg>
        <pc:spChg chg="mod">
          <ac:chgData name="Chris Alvin" userId="1477fe7d-12c1-4dcd-b708-f1331679ff1c" providerId="ADAL" clId="{977EEFC1-1CBA-418C-B7A6-63C2CC8884F1}" dt="2025-12-16T12:43:14.647" v="14140" actId="2085"/>
          <ac:spMkLst>
            <pc:docMk/>
            <pc:sldMk cId="626592123" sldId="557"/>
            <ac:spMk id="13" creationId="{0AB61D96-53F7-3BEF-8095-68FAAA9505EB}"/>
          </ac:spMkLst>
        </pc:spChg>
        <pc:spChg chg="mod">
          <ac:chgData name="Chris Alvin" userId="1477fe7d-12c1-4dcd-b708-f1331679ff1c" providerId="ADAL" clId="{977EEFC1-1CBA-418C-B7A6-63C2CC8884F1}" dt="2025-12-16T12:43:40.384" v="14142" actId="2085"/>
          <ac:spMkLst>
            <pc:docMk/>
            <pc:sldMk cId="626592123" sldId="557"/>
            <ac:spMk id="19" creationId="{763A330F-A00A-317F-A285-9DCB60C1FC4F}"/>
          </ac:spMkLst>
        </pc:spChg>
        <pc:spChg chg="mod">
          <ac:chgData name="Chris Alvin" userId="1477fe7d-12c1-4dcd-b708-f1331679ff1c" providerId="ADAL" clId="{977EEFC1-1CBA-418C-B7A6-63C2CC8884F1}" dt="2025-12-16T12:43:40.384" v="14142" actId="2085"/>
          <ac:spMkLst>
            <pc:docMk/>
            <pc:sldMk cId="626592123" sldId="557"/>
            <ac:spMk id="20" creationId="{A968BD49-2C8F-7746-4608-1DF338101986}"/>
          </ac:spMkLst>
        </pc:spChg>
      </pc:sldChg>
      <pc:sldChg chg="addSp delSp modSp add del mod delAnim modAnim">
        <pc:chgData name="Chris Alvin" userId="1477fe7d-12c1-4dcd-b708-f1331679ff1c" providerId="ADAL" clId="{977EEFC1-1CBA-418C-B7A6-63C2CC8884F1}" dt="2025-11-17T15:28:16.350" v="7243" actId="478"/>
        <pc:sldMkLst>
          <pc:docMk/>
          <pc:sldMk cId="3416134172" sldId="586"/>
        </pc:sldMkLst>
        <pc:spChg chg="add mod">
          <ac:chgData name="Chris Alvin" userId="1477fe7d-12c1-4dcd-b708-f1331679ff1c" providerId="ADAL" clId="{977EEFC1-1CBA-418C-B7A6-63C2CC8884F1}" dt="2025-11-17T15:27:59.912" v="7224" actId="2085"/>
          <ac:spMkLst>
            <pc:docMk/>
            <pc:sldMk cId="3416134172" sldId="586"/>
            <ac:spMk id="39" creationId="{00737DAA-2C74-F384-BA53-848397223A79}"/>
          </ac:spMkLst>
        </pc:spChg>
      </pc:sldChg>
      <pc:sldChg chg="addSp delSp modSp add mod modAnim">
        <pc:chgData name="Chris Alvin" userId="1477fe7d-12c1-4dcd-b708-f1331679ff1c" providerId="ADAL" clId="{977EEFC1-1CBA-418C-B7A6-63C2CC8884F1}" dt="2025-12-16T12:32:44.952" v="14120"/>
        <pc:sldMkLst>
          <pc:docMk/>
          <pc:sldMk cId="2335558685" sldId="587"/>
        </pc:sldMkLst>
        <pc:spChg chg="mod">
          <ac:chgData name="Chris Alvin" userId="1477fe7d-12c1-4dcd-b708-f1331679ff1c" providerId="ADAL" clId="{977EEFC1-1CBA-418C-B7A6-63C2CC8884F1}" dt="2025-12-16T12:32:32.393" v="14117" actId="14100"/>
          <ac:spMkLst>
            <pc:docMk/>
            <pc:sldMk cId="2335558685" sldId="587"/>
            <ac:spMk id="14" creationId="{906B4831-E144-691A-5313-CB685D3DD02F}"/>
          </ac:spMkLst>
        </pc:spChg>
        <pc:spChg chg="add mod">
          <ac:chgData name="Chris Alvin" userId="1477fe7d-12c1-4dcd-b708-f1331679ff1c" providerId="ADAL" clId="{977EEFC1-1CBA-418C-B7A6-63C2CC8884F1}" dt="2025-11-17T15:26:14.597" v="7166" actId="20577"/>
          <ac:spMkLst>
            <pc:docMk/>
            <pc:sldMk cId="2335558685" sldId="587"/>
            <ac:spMk id="17" creationId="{AFB4BE20-B1DC-EE63-9537-4DE3187D0363}"/>
          </ac:spMkLst>
        </pc:spChg>
      </pc:sldChg>
      <pc:sldChg chg="modSp add del mod modAnim">
        <pc:chgData name="Chris Alvin" userId="1477fe7d-12c1-4dcd-b708-f1331679ff1c" providerId="ADAL" clId="{977EEFC1-1CBA-418C-B7A6-63C2CC8884F1}" dt="2025-12-16T12:37:22.190" v="14125" actId="47"/>
        <pc:sldMkLst>
          <pc:docMk/>
          <pc:sldMk cId="538594123" sldId="588"/>
        </pc:sldMkLst>
        <pc:spChg chg="mod">
          <ac:chgData name="Chris Alvin" userId="1477fe7d-12c1-4dcd-b708-f1331679ff1c" providerId="ADAL" clId="{977EEFC1-1CBA-418C-B7A6-63C2CC8884F1}" dt="2025-12-16T12:35:21.088" v="14124" actId="20577"/>
          <ac:spMkLst>
            <pc:docMk/>
            <pc:sldMk cId="538594123" sldId="588"/>
            <ac:spMk id="19" creationId="{5870F834-6928-FAE5-9678-BD52422A8734}"/>
          </ac:spMkLst>
        </pc:spChg>
      </pc:sldChg>
      <pc:sldChg chg="addSp delSp modSp add mod modAnim">
        <pc:chgData name="Chris Alvin" userId="1477fe7d-12c1-4dcd-b708-f1331679ff1c" providerId="ADAL" clId="{977EEFC1-1CBA-418C-B7A6-63C2CC8884F1}" dt="2025-11-17T14:39:56.484" v="6571"/>
        <pc:sldMkLst>
          <pc:docMk/>
          <pc:sldMk cId="3504418647" sldId="589"/>
        </pc:sldMkLst>
        <pc:spChg chg="add mod">
          <ac:chgData name="Chris Alvin" userId="1477fe7d-12c1-4dcd-b708-f1331679ff1c" providerId="ADAL" clId="{977EEFC1-1CBA-418C-B7A6-63C2CC8884F1}" dt="2025-11-17T14:39:29.793" v="6570" actId="20577"/>
          <ac:spMkLst>
            <pc:docMk/>
            <pc:sldMk cId="3504418647" sldId="589"/>
            <ac:spMk id="3" creationId="{23F8C328-02A8-DE94-982D-72721323889F}"/>
          </ac:spMkLst>
        </pc:spChg>
      </pc:sldChg>
      <pc:sldChg chg="addSp delSp modSp add mod modAnim">
        <pc:chgData name="Chris Alvin" userId="1477fe7d-12c1-4dcd-b708-f1331679ff1c" providerId="ADAL" clId="{977EEFC1-1CBA-418C-B7A6-63C2CC8884F1}" dt="2025-12-16T12:46:51.753" v="14143" actId="2085"/>
        <pc:sldMkLst>
          <pc:docMk/>
          <pc:sldMk cId="141694858" sldId="590"/>
        </pc:sldMkLst>
        <pc:spChg chg="mod">
          <ac:chgData name="Chris Alvin" userId="1477fe7d-12c1-4dcd-b708-f1331679ff1c" providerId="ADAL" clId="{977EEFC1-1CBA-418C-B7A6-63C2CC8884F1}" dt="2025-11-17T14:23:29.449" v="6178" actId="14100"/>
          <ac:spMkLst>
            <pc:docMk/>
            <pc:sldMk cId="141694858" sldId="590"/>
            <ac:spMk id="4" creationId="{CCDC966E-C1D3-0C71-1B0A-FE57097403E8}"/>
          </ac:spMkLst>
        </pc:spChg>
        <pc:spChg chg="add mod">
          <ac:chgData name="Chris Alvin" userId="1477fe7d-12c1-4dcd-b708-f1331679ff1c" providerId="ADAL" clId="{977EEFC1-1CBA-418C-B7A6-63C2CC8884F1}" dt="2025-11-17T14:11:32.357" v="6011" actId="14100"/>
          <ac:spMkLst>
            <pc:docMk/>
            <pc:sldMk cId="141694858" sldId="590"/>
            <ac:spMk id="5" creationId="{D21A60FA-91E1-6D6A-998D-8795FF38675B}"/>
          </ac:spMkLst>
        </pc:spChg>
        <pc:spChg chg="add mod">
          <ac:chgData name="Chris Alvin" userId="1477fe7d-12c1-4dcd-b708-f1331679ff1c" providerId="ADAL" clId="{977EEFC1-1CBA-418C-B7A6-63C2CC8884F1}" dt="2025-11-17T15:31:37.926" v="7335"/>
          <ac:spMkLst>
            <pc:docMk/>
            <pc:sldMk cId="141694858" sldId="590"/>
            <ac:spMk id="7" creationId="{C1D2725A-2AA1-E4B2-DD82-45BAFBE9C279}"/>
          </ac:spMkLst>
        </pc:spChg>
        <pc:spChg chg="add mod">
          <ac:chgData name="Chris Alvin" userId="1477fe7d-12c1-4dcd-b708-f1331679ff1c" providerId="ADAL" clId="{977EEFC1-1CBA-418C-B7A6-63C2CC8884F1}" dt="2025-11-17T14:23:36.703" v="6179" actId="1076"/>
          <ac:spMkLst>
            <pc:docMk/>
            <pc:sldMk cId="141694858" sldId="590"/>
            <ac:spMk id="12" creationId="{04665A42-3ACB-12AE-D53D-B1F0B14F73C6}"/>
          </ac:spMkLst>
        </pc:spChg>
        <pc:spChg chg="add mod">
          <ac:chgData name="Chris Alvin" userId="1477fe7d-12c1-4dcd-b708-f1331679ff1c" providerId="ADAL" clId="{977EEFC1-1CBA-418C-B7A6-63C2CC8884F1}" dt="2025-11-17T14:14:08.447" v="6053"/>
          <ac:spMkLst>
            <pc:docMk/>
            <pc:sldMk cId="141694858" sldId="590"/>
            <ac:spMk id="17" creationId="{A978D862-3120-48F3-58D9-D78A41B157E2}"/>
          </ac:spMkLst>
        </pc:spChg>
        <pc:spChg chg="add mod">
          <ac:chgData name="Chris Alvin" userId="1477fe7d-12c1-4dcd-b708-f1331679ff1c" providerId="ADAL" clId="{977EEFC1-1CBA-418C-B7A6-63C2CC8884F1}" dt="2025-11-17T15:31:40.840" v="7336"/>
          <ac:spMkLst>
            <pc:docMk/>
            <pc:sldMk cId="141694858" sldId="590"/>
            <ac:spMk id="18" creationId="{232BCF1E-C63E-7CE9-EA14-763CEA1B2223}"/>
          </ac:spMkLst>
        </pc:spChg>
        <pc:spChg chg="add mod">
          <ac:chgData name="Chris Alvin" userId="1477fe7d-12c1-4dcd-b708-f1331679ff1c" providerId="ADAL" clId="{977EEFC1-1CBA-418C-B7A6-63C2CC8884F1}" dt="2025-12-16T12:46:51.753" v="14143" actId="2085"/>
          <ac:spMkLst>
            <pc:docMk/>
            <pc:sldMk cId="141694858" sldId="590"/>
            <ac:spMk id="21" creationId="{BF14455E-988C-FA66-92A7-F549D88EC87B}"/>
          </ac:spMkLst>
        </pc:spChg>
        <pc:spChg chg="add mod">
          <ac:chgData name="Chris Alvin" userId="1477fe7d-12c1-4dcd-b708-f1331679ff1c" providerId="ADAL" clId="{977EEFC1-1CBA-418C-B7A6-63C2CC8884F1}" dt="2025-12-16T12:46:51.753" v="14143" actId="2085"/>
          <ac:spMkLst>
            <pc:docMk/>
            <pc:sldMk cId="141694858" sldId="590"/>
            <ac:spMk id="23" creationId="{6671BDD3-036C-AAAF-4FC9-02ECCE1D4861}"/>
          </ac:spMkLst>
        </pc:spChg>
        <pc:spChg chg="add mod">
          <ac:chgData name="Chris Alvin" userId="1477fe7d-12c1-4dcd-b708-f1331679ff1c" providerId="ADAL" clId="{977EEFC1-1CBA-418C-B7A6-63C2CC8884F1}" dt="2025-12-16T12:46:51.753" v="14143" actId="2085"/>
          <ac:spMkLst>
            <pc:docMk/>
            <pc:sldMk cId="141694858" sldId="590"/>
            <ac:spMk id="24" creationId="{1FA19F80-6B81-0AC3-69F3-69E4028D76AD}"/>
          </ac:spMkLst>
        </pc:spChg>
        <pc:cxnChg chg="add mod">
          <ac:chgData name="Chris Alvin" userId="1477fe7d-12c1-4dcd-b708-f1331679ff1c" providerId="ADAL" clId="{977EEFC1-1CBA-418C-B7A6-63C2CC8884F1}" dt="2025-11-17T14:23:45.523" v="6181" actId="1076"/>
          <ac:cxnSpMkLst>
            <pc:docMk/>
            <pc:sldMk cId="141694858" sldId="590"/>
            <ac:cxnSpMk id="25" creationId="{97E76A47-255E-EAD1-C0F0-B58C03D78A4D}"/>
          </ac:cxnSpMkLst>
        </pc:cxnChg>
      </pc:sldChg>
      <pc:sldChg chg="addSp delSp modSp add mod delAnim modAnim">
        <pc:chgData name="Chris Alvin" userId="1477fe7d-12c1-4dcd-b708-f1331679ff1c" providerId="ADAL" clId="{977EEFC1-1CBA-418C-B7A6-63C2CC8884F1}" dt="2025-11-17T14:38:55.790" v="6558"/>
        <pc:sldMkLst>
          <pc:docMk/>
          <pc:sldMk cId="23545514" sldId="591"/>
        </pc:sldMkLst>
        <pc:spChg chg="add mod">
          <ac:chgData name="Chris Alvin" userId="1477fe7d-12c1-4dcd-b708-f1331679ff1c" providerId="ADAL" clId="{977EEFC1-1CBA-418C-B7A6-63C2CC8884F1}" dt="2025-11-17T14:36:36.544" v="6553" actId="1076"/>
          <ac:spMkLst>
            <pc:docMk/>
            <pc:sldMk cId="23545514" sldId="591"/>
            <ac:spMk id="3" creationId="{E931CF56-837E-D063-2A6B-AA41EEC8CDE5}"/>
          </ac:spMkLst>
        </pc:spChg>
        <pc:spChg chg="add mod">
          <ac:chgData name="Chris Alvin" userId="1477fe7d-12c1-4dcd-b708-f1331679ff1c" providerId="ADAL" clId="{977EEFC1-1CBA-418C-B7A6-63C2CC8884F1}" dt="2025-11-17T14:36:36.544" v="6553" actId="1076"/>
          <ac:spMkLst>
            <pc:docMk/>
            <pc:sldMk cId="23545514" sldId="591"/>
            <ac:spMk id="6" creationId="{CB3DD3A6-F978-CA65-7D91-0ABD3104C0AC}"/>
          </ac:spMkLst>
        </pc:spChg>
        <pc:spChg chg="add mod">
          <ac:chgData name="Chris Alvin" userId="1477fe7d-12c1-4dcd-b708-f1331679ff1c" providerId="ADAL" clId="{977EEFC1-1CBA-418C-B7A6-63C2CC8884F1}" dt="2025-11-17T14:33:27.169" v="6490" actId="2085"/>
          <ac:spMkLst>
            <pc:docMk/>
            <pc:sldMk cId="23545514" sldId="591"/>
            <ac:spMk id="9" creationId="{DB805C5C-1802-E8CE-BC17-FD9921E26A9D}"/>
          </ac:spMkLst>
        </pc:spChg>
        <pc:spChg chg="add mod">
          <ac:chgData name="Chris Alvin" userId="1477fe7d-12c1-4dcd-b708-f1331679ff1c" providerId="ADAL" clId="{977EEFC1-1CBA-418C-B7A6-63C2CC8884F1}" dt="2025-11-17T14:33:20.922" v="6489" actId="1076"/>
          <ac:spMkLst>
            <pc:docMk/>
            <pc:sldMk cId="23545514" sldId="591"/>
            <ac:spMk id="13" creationId="{5434442B-4289-45F0-8425-EFA6335CFC3A}"/>
          </ac:spMkLst>
        </pc:spChg>
        <pc:spChg chg="add mod">
          <ac:chgData name="Chris Alvin" userId="1477fe7d-12c1-4dcd-b708-f1331679ff1c" providerId="ADAL" clId="{977EEFC1-1CBA-418C-B7A6-63C2CC8884F1}" dt="2025-11-17T14:34:31.733" v="6503" actId="114"/>
          <ac:spMkLst>
            <pc:docMk/>
            <pc:sldMk cId="23545514" sldId="591"/>
            <ac:spMk id="14" creationId="{48BC96CD-9750-14CF-800F-DF7B3A3B6504}"/>
          </ac:spMkLst>
        </pc:spChg>
        <pc:spChg chg="add mod">
          <ac:chgData name="Chris Alvin" userId="1477fe7d-12c1-4dcd-b708-f1331679ff1c" providerId="ADAL" clId="{977EEFC1-1CBA-418C-B7A6-63C2CC8884F1}" dt="2025-11-17T14:33:27.169" v="6490" actId="2085"/>
          <ac:spMkLst>
            <pc:docMk/>
            <pc:sldMk cId="23545514" sldId="591"/>
            <ac:spMk id="15" creationId="{88F7A337-AEE7-7BBE-247E-9A76F1F690ED}"/>
          </ac:spMkLst>
        </pc:spChg>
        <pc:spChg chg="add mod">
          <ac:chgData name="Chris Alvin" userId="1477fe7d-12c1-4dcd-b708-f1331679ff1c" providerId="ADAL" clId="{977EEFC1-1CBA-418C-B7A6-63C2CC8884F1}" dt="2025-11-17T14:33:44.407" v="6493" actId="1076"/>
          <ac:spMkLst>
            <pc:docMk/>
            <pc:sldMk cId="23545514" sldId="591"/>
            <ac:spMk id="16" creationId="{0FB0F5CF-77A8-1C80-90D2-1F91B9F1313A}"/>
          </ac:spMkLst>
        </pc:spChg>
        <pc:spChg chg="add mod">
          <ac:chgData name="Chris Alvin" userId="1477fe7d-12c1-4dcd-b708-f1331679ff1c" providerId="ADAL" clId="{977EEFC1-1CBA-418C-B7A6-63C2CC8884F1}" dt="2025-11-17T14:34:31.733" v="6503" actId="114"/>
          <ac:spMkLst>
            <pc:docMk/>
            <pc:sldMk cId="23545514" sldId="591"/>
            <ac:spMk id="19" creationId="{A72A42B7-4B01-B963-70A9-D5FB72275EE9}"/>
          </ac:spMkLst>
        </pc:spChg>
        <pc:spChg chg="add mod">
          <ac:chgData name="Chris Alvin" userId="1477fe7d-12c1-4dcd-b708-f1331679ff1c" providerId="ADAL" clId="{977EEFC1-1CBA-418C-B7A6-63C2CC8884F1}" dt="2025-11-17T14:34:21.851" v="6502" actId="1076"/>
          <ac:spMkLst>
            <pc:docMk/>
            <pc:sldMk cId="23545514" sldId="591"/>
            <ac:spMk id="20" creationId="{590938D2-EE10-47A6-308D-C49671251488}"/>
          </ac:spMkLst>
        </pc:spChg>
        <pc:spChg chg="add mod">
          <ac:chgData name="Chris Alvin" userId="1477fe7d-12c1-4dcd-b708-f1331679ff1c" providerId="ADAL" clId="{977EEFC1-1CBA-418C-B7A6-63C2CC8884F1}" dt="2025-11-17T14:34:21.851" v="6502" actId="1076"/>
          <ac:spMkLst>
            <pc:docMk/>
            <pc:sldMk cId="23545514" sldId="591"/>
            <ac:spMk id="22" creationId="{46628299-E96E-4961-D6E9-5236E13D0885}"/>
          </ac:spMkLst>
        </pc:spChg>
        <pc:spChg chg="add mod">
          <ac:chgData name="Chris Alvin" userId="1477fe7d-12c1-4dcd-b708-f1331679ff1c" providerId="ADAL" clId="{977EEFC1-1CBA-418C-B7A6-63C2CC8884F1}" dt="2025-11-17T14:34:31.733" v="6503" actId="114"/>
          <ac:spMkLst>
            <pc:docMk/>
            <pc:sldMk cId="23545514" sldId="591"/>
            <ac:spMk id="26" creationId="{B4470B96-1621-1CFF-EDDA-495A07139001}"/>
          </ac:spMkLst>
        </pc:spChg>
        <pc:spChg chg="add mod">
          <ac:chgData name="Chris Alvin" userId="1477fe7d-12c1-4dcd-b708-f1331679ff1c" providerId="ADAL" clId="{977EEFC1-1CBA-418C-B7A6-63C2CC8884F1}" dt="2025-11-17T14:34:17.292" v="6501" actId="1076"/>
          <ac:spMkLst>
            <pc:docMk/>
            <pc:sldMk cId="23545514" sldId="591"/>
            <ac:spMk id="27" creationId="{9864CB5D-E011-1F0F-D168-5F38287A58CC}"/>
          </ac:spMkLst>
        </pc:spChg>
        <pc:spChg chg="add mod">
          <ac:chgData name="Chris Alvin" userId="1477fe7d-12c1-4dcd-b708-f1331679ff1c" providerId="ADAL" clId="{977EEFC1-1CBA-418C-B7A6-63C2CC8884F1}" dt="2025-11-17T14:34:17.292" v="6501" actId="1076"/>
          <ac:spMkLst>
            <pc:docMk/>
            <pc:sldMk cId="23545514" sldId="591"/>
            <ac:spMk id="28" creationId="{37487360-6A22-75A5-7594-C16AF897B8C7}"/>
          </ac:spMkLst>
        </pc:spChg>
        <pc:spChg chg="add mod">
          <ac:chgData name="Chris Alvin" userId="1477fe7d-12c1-4dcd-b708-f1331679ff1c" providerId="ADAL" clId="{977EEFC1-1CBA-418C-B7A6-63C2CC8884F1}" dt="2025-11-17T14:34:31.733" v="6503" actId="114"/>
          <ac:spMkLst>
            <pc:docMk/>
            <pc:sldMk cId="23545514" sldId="591"/>
            <ac:spMk id="29" creationId="{6D60EF75-02DC-B34A-36CF-50F7F3202B43}"/>
          </ac:spMkLst>
        </pc:spChg>
        <pc:spChg chg="add mod">
          <ac:chgData name="Chris Alvin" userId="1477fe7d-12c1-4dcd-b708-f1331679ff1c" providerId="ADAL" clId="{977EEFC1-1CBA-418C-B7A6-63C2CC8884F1}" dt="2025-11-17T14:36:36.544" v="6553" actId="1076"/>
          <ac:spMkLst>
            <pc:docMk/>
            <pc:sldMk cId="23545514" sldId="591"/>
            <ac:spMk id="30" creationId="{D6841A96-09F8-ADD2-2022-3A11F697D41D}"/>
          </ac:spMkLst>
        </pc:spChg>
      </pc:sldChg>
      <pc:sldChg chg="addSp delSp modSp add mod ord delAnim modAnim">
        <pc:chgData name="Chris Alvin" userId="1477fe7d-12c1-4dcd-b708-f1331679ff1c" providerId="ADAL" clId="{977EEFC1-1CBA-418C-B7A6-63C2CC8884F1}" dt="2025-12-16T13:01:41.778" v="14180"/>
        <pc:sldMkLst>
          <pc:docMk/>
          <pc:sldMk cId="552543376" sldId="592"/>
        </pc:sldMkLst>
        <pc:spChg chg="add mod">
          <ac:chgData name="Chris Alvin" userId="1477fe7d-12c1-4dcd-b708-f1331679ff1c" providerId="ADAL" clId="{977EEFC1-1CBA-418C-B7A6-63C2CC8884F1}" dt="2025-12-16T13:01:11.439" v="14177" actId="1076"/>
          <ac:spMkLst>
            <pc:docMk/>
            <pc:sldMk cId="552543376" sldId="592"/>
            <ac:spMk id="4" creationId="{205B5766-549C-8711-6D4C-A81BB6422789}"/>
          </ac:spMkLst>
        </pc:spChg>
        <pc:spChg chg="add mod">
          <ac:chgData name="Chris Alvin" userId="1477fe7d-12c1-4dcd-b708-f1331679ff1c" providerId="ADAL" clId="{977EEFC1-1CBA-418C-B7A6-63C2CC8884F1}" dt="2025-11-17T14:49:58.825" v="6776" actId="1076"/>
          <ac:spMkLst>
            <pc:docMk/>
            <pc:sldMk cId="552543376" sldId="592"/>
            <ac:spMk id="5" creationId="{CFE29930-7FD1-CF1C-F430-10561EFDACE7}"/>
          </ac:spMkLst>
        </pc:spChg>
        <pc:spChg chg="add mod">
          <ac:chgData name="Chris Alvin" userId="1477fe7d-12c1-4dcd-b708-f1331679ff1c" providerId="ADAL" clId="{977EEFC1-1CBA-418C-B7A6-63C2CC8884F1}" dt="2025-11-17T14:49:58.825" v="6776" actId="1076"/>
          <ac:spMkLst>
            <pc:docMk/>
            <pc:sldMk cId="552543376" sldId="592"/>
            <ac:spMk id="7" creationId="{037DE42A-F81E-6EBD-72FD-25D3EFC3E22E}"/>
          </ac:spMkLst>
        </pc:spChg>
        <pc:spChg chg="add mod">
          <ac:chgData name="Chris Alvin" userId="1477fe7d-12c1-4dcd-b708-f1331679ff1c" providerId="ADAL" clId="{977EEFC1-1CBA-418C-B7A6-63C2CC8884F1}" dt="2025-11-17T14:49:58.825" v="6776" actId="1076"/>
          <ac:spMkLst>
            <pc:docMk/>
            <pc:sldMk cId="552543376" sldId="592"/>
            <ac:spMk id="8" creationId="{6CE118D4-E5BA-C07B-DF13-7707C152E045}"/>
          </ac:spMkLst>
        </pc:spChg>
        <pc:spChg chg="mod">
          <ac:chgData name="Chris Alvin" userId="1477fe7d-12c1-4dcd-b708-f1331679ff1c" providerId="ADAL" clId="{977EEFC1-1CBA-418C-B7A6-63C2CC8884F1}" dt="2025-11-17T14:43:51.405" v="6625" actId="20577"/>
          <ac:spMkLst>
            <pc:docMk/>
            <pc:sldMk cId="552543376" sldId="592"/>
            <ac:spMk id="10" creationId="{6F708665-BC3B-807D-A2A9-4BFBA5B5642A}"/>
          </ac:spMkLst>
        </pc:spChg>
        <pc:spChg chg="add mod">
          <ac:chgData name="Chris Alvin" userId="1477fe7d-12c1-4dcd-b708-f1331679ff1c" providerId="ADAL" clId="{977EEFC1-1CBA-418C-B7A6-63C2CC8884F1}" dt="2025-11-17T14:49:58.825" v="6776" actId="1076"/>
          <ac:spMkLst>
            <pc:docMk/>
            <pc:sldMk cId="552543376" sldId="592"/>
            <ac:spMk id="12" creationId="{F7DE2CCD-FB30-E2F2-E982-CC5EE21E4D10}"/>
          </ac:spMkLst>
        </pc:spChg>
        <pc:spChg chg="add mod">
          <ac:chgData name="Chris Alvin" userId="1477fe7d-12c1-4dcd-b708-f1331679ff1c" providerId="ADAL" clId="{977EEFC1-1CBA-418C-B7A6-63C2CC8884F1}" dt="2025-11-17T14:49:58.825" v="6776" actId="1076"/>
          <ac:spMkLst>
            <pc:docMk/>
            <pc:sldMk cId="552543376" sldId="592"/>
            <ac:spMk id="13" creationId="{79210F79-EA29-4272-12E1-C43E2BAAF710}"/>
          </ac:spMkLst>
        </pc:spChg>
        <pc:spChg chg="add mod">
          <ac:chgData name="Chris Alvin" userId="1477fe7d-12c1-4dcd-b708-f1331679ff1c" providerId="ADAL" clId="{977EEFC1-1CBA-418C-B7A6-63C2CC8884F1}" dt="2025-11-17T14:50:04.046" v="6777" actId="1076"/>
          <ac:spMkLst>
            <pc:docMk/>
            <pc:sldMk cId="552543376" sldId="592"/>
            <ac:spMk id="14" creationId="{69F716BD-0FDD-F262-17A5-AD84B7CD590A}"/>
          </ac:spMkLst>
        </pc:spChg>
        <pc:spChg chg="add mod">
          <ac:chgData name="Chris Alvin" userId="1477fe7d-12c1-4dcd-b708-f1331679ff1c" providerId="ADAL" clId="{977EEFC1-1CBA-418C-B7A6-63C2CC8884F1}" dt="2025-11-17T14:50:04.046" v="6777" actId="1076"/>
          <ac:spMkLst>
            <pc:docMk/>
            <pc:sldMk cId="552543376" sldId="592"/>
            <ac:spMk id="15" creationId="{4DFD5E23-92CE-7817-438B-9A95D39AAE01}"/>
          </ac:spMkLst>
        </pc:spChg>
        <pc:spChg chg="add mod">
          <ac:chgData name="Chris Alvin" userId="1477fe7d-12c1-4dcd-b708-f1331679ff1c" providerId="ADAL" clId="{977EEFC1-1CBA-418C-B7A6-63C2CC8884F1}" dt="2025-11-17T14:50:04.046" v="6777" actId="1076"/>
          <ac:spMkLst>
            <pc:docMk/>
            <pc:sldMk cId="552543376" sldId="592"/>
            <ac:spMk id="16" creationId="{9C46DBD8-65E1-40AE-57E3-6151284A877D}"/>
          </ac:spMkLst>
        </pc:spChg>
        <pc:spChg chg="add mod">
          <ac:chgData name="Chris Alvin" userId="1477fe7d-12c1-4dcd-b708-f1331679ff1c" providerId="ADAL" clId="{977EEFC1-1CBA-418C-B7A6-63C2CC8884F1}" dt="2025-11-17T14:50:04.046" v="6777" actId="1076"/>
          <ac:spMkLst>
            <pc:docMk/>
            <pc:sldMk cId="552543376" sldId="592"/>
            <ac:spMk id="17" creationId="{B4FF2E9E-49B0-581B-F258-BAA0DE955EE8}"/>
          </ac:spMkLst>
        </pc:spChg>
        <pc:spChg chg="add mod">
          <ac:chgData name="Chris Alvin" userId="1477fe7d-12c1-4dcd-b708-f1331679ff1c" providerId="ADAL" clId="{977EEFC1-1CBA-418C-B7A6-63C2CC8884F1}" dt="2025-11-17T14:50:04.046" v="6777" actId="1076"/>
          <ac:spMkLst>
            <pc:docMk/>
            <pc:sldMk cId="552543376" sldId="592"/>
            <ac:spMk id="18" creationId="{A83F701E-0880-44BD-8088-9955657B2C9A}"/>
          </ac:spMkLst>
        </pc:spChg>
        <pc:graphicFrameChg chg="add mod modGraphic">
          <ac:chgData name="Chris Alvin" userId="1477fe7d-12c1-4dcd-b708-f1331679ff1c" providerId="ADAL" clId="{977EEFC1-1CBA-418C-B7A6-63C2CC8884F1}" dt="2025-12-16T12:55:08.069" v="14150" actId="14100"/>
          <ac:graphicFrameMkLst>
            <pc:docMk/>
            <pc:sldMk cId="552543376" sldId="592"/>
            <ac:graphicFrameMk id="2" creationId="{F9C85870-0CA8-B4F8-906D-2EA0D1AD2F67}"/>
          </ac:graphicFrameMkLst>
        </pc:graphicFrameChg>
        <pc:picChg chg="add mod">
          <ac:chgData name="Chris Alvin" userId="1477fe7d-12c1-4dcd-b708-f1331679ff1c" providerId="ADAL" clId="{977EEFC1-1CBA-418C-B7A6-63C2CC8884F1}" dt="2025-12-16T12:55:23.081" v="14156" actId="1076"/>
          <ac:picMkLst>
            <pc:docMk/>
            <pc:sldMk cId="552543376" sldId="592"/>
            <ac:picMk id="3" creationId="{2953313C-E89E-6E75-2411-CBD241FBC2BE}"/>
          </ac:picMkLst>
        </pc:picChg>
      </pc:sldChg>
      <pc:sldChg chg="addSp delSp modSp add mod delAnim modAnim">
        <pc:chgData name="Chris Alvin" userId="1477fe7d-12c1-4dcd-b708-f1331679ff1c" providerId="ADAL" clId="{977EEFC1-1CBA-418C-B7A6-63C2CC8884F1}" dt="2025-11-17T15:07:32.429" v="7045" actId="1076"/>
        <pc:sldMkLst>
          <pc:docMk/>
          <pc:sldMk cId="3440135526" sldId="593"/>
        </pc:sldMkLst>
        <pc:spChg chg="mod">
          <ac:chgData name="Chris Alvin" userId="1477fe7d-12c1-4dcd-b708-f1331679ff1c" providerId="ADAL" clId="{977EEFC1-1CBA-418C-B7A6-63C2CC8884F1}" dt="2025-11-17T15:00:54.228" v="6930" actId="20577"/>
          <ac:spMkLst>
            <pc:docMk/>
            <pc:sldMk cId="3440135526" sldId="593"/>
            <ac:spMk id="4" creationId="{9A3EE8B7-3EED-F9FF-4B91-2E3FAC8B6527}"/>
          </ac:spMkLst>
        </pc:spChg>
        <pc:spChg chg="add mod">
          <ac:chgData name="Chris Alvin" userId="1477fe7d-12c1-4dcd-b708-f1331679ff1c" providerId="ADAL" clId="{977EEFC1-1CBA-418C-B7A6-63C2CC8884F1}" dt="2025-11-17T15:07:25.791" v="7043" actId="1076"/>
          <ac:spMkLst>
            <pc:docMk/>
            <pc:sldMk cId="3440135526" sldId="593"/>
            <ac:spMk id="6" creationId="{00000000-0000-0000-0000-000000000000}"/>
          </ac:spMkLst>
        </pc:spChg>
        <pc:spChg chg="add mod">
          <ac:chgData name="Chris Alvin" userId="1477fe7d-12c1-4dcd-b708-f1331679ff1c" providerId="ADAL" clId="{977EEFC1-1CBA-418C-B7A6-63C2CC8884F1}" dt="2025-11-17T15:07:25.791" v="7043" actId="1076"/>
          <ac:spMkLst>
            <pc:docMk/>
            <pc:sldMk cId="3440135526" sldId="593"/>
            <ac:spMk id="9" creationId="{00000000-0000-0000-0000-000000000000}"/>
          </ac:spMkLst>
        </pc:spChg>
        <pc:spChg chg="add mod">
          <ac:chgData name="Chris Alvin" userId="1477fe7d-12c1-4dcd-b708-f1331679ff1c" providerId="ADAL" clId="{977EEFC1-1CBA-418C-B7A6-63C2CC8884F1}" dt="2025-11-17T15:07:25.791" v="7043" actId="1076"/>
          <ac:spMkLst>
            <pc:docMk/>
            <pc:sldMk cId="3440135526" sldId="593"/>
            <ac:spMk id="11" creationId="{32FC4D91-74C1-4901-EF53-EBAB36631A06}"/>
          </ac:spMkLst>
        </pc:spChg>
        <pc:spChg chg="add mod">
          <ac:chgData name="Chris Alvin" userId="1477fe7d-12c1-4dcd-b708-f1331679ff1c" providerId="ADAL" clId="{977EEFC1-1CBA-418C-B7A6-63C2CC8884F1}" dt="2025-11-17T15:07:25.791" v="7043" actId="1076"/>
          <ac:spMkLst>
            <pc:docMk/>
            <pc:sldMk cId="3440135526" sldId="593"/>
            <ac:spMk id="13" creationId="{4E4D793B-5BB5-2ACF-5B6A-6A4DD589079C}"/>
          </ac:spMkLst>
        </pc:spChg>
        <pc:cxnChg chg="add mod">
          <ac:chgData name="Chris Alvin" userId="1477fe7d-12c1-4dcd-b708-f1331679ff1c" providerId="ADAL" clId="{977EEFC1-1CBA-418C-B7A6-63C2CC8884F1}" dt="2025-11-17T15:07:32.429" v="7045" actId="1076"/>
          <ac:cxnSpMkLst>
            <pc:docMk/>
            <pc:sldMk cId="3440135526" sldId="593"/>
            <ac:cxnSpMk id="10" creationId="{16F720C7-56C4-768F-C73C-65D3A7F37774}"/>
          </ac:cxnSpMkLst>
        </pc:cxnChg>
      </pc:sldChg>
      <pc:sldChg chg="addSp modSp add mod">
        <pc:chgData name="Chris Alvin" userId="1477fe7d-12c1-4dcd-b708-f1331679ff1c" providerId="ADAL" clId="{977EEFC1-1CBA-418C-B7A6-63C2CC8884F1}" dt="2025-11-17T15:02:57.622" v="6956" actId="1076"/>
        <pc:sldMkLst>
          <pc:docMk/>
          <pc:sldMk cId="3192479600" sldId="594"/>
        </pc:sldMkLst>
        <pc:spChg chg="mod">
          <ac:chgData name="Chris Alvin" userId="1477fe7d-12c1-4dcd-b708-f1331679ff1c" providerId="ADAL" clId="{977EEFC1-1CBA-418C-B7A6-63C2CC8884F1}" dt="2025-11-17T15:02:43.950" v="6953" actId="20577"/>
          <ac:spMkLst>
            <pc:docMk/>
            <pc:sldMk cId="3192479600" sldId="594"/>
            <ac:spMk id="2" creationId="{2FB30F01-3883-1227-5164-113412AA4F4A}"/>
          </ac:spMkLst>
        </pc:spChg>
        <pc:picChg chg="add mod">
          <ac:chgData name="Chris Alvin" userId="1477fe7d-12c1-4dcd-b708-f1331679ff1c" providerId="ADAL" clId="{977EEFC1-1CBA-418C-B7A6-63C2CC8884F1}" dt="2025-11-17T15:02:57.622" v="6956" actId="1076"/>
          <ac:picMkLst>
            <pc:docMk/>
            <pc:sldMk cId="3192479600" sldId="594"/>
            <ac:picMk id="1026" creationId="{F0F689C3-7719-C8A4-3681-360C50DB660A}"/>
          </ac:picMkLst>
        </pc:picChg>
      </pc:sldChg>
      <pc:sldChg chg="addSp delSp modSp add mod delAnim">
        <pc:chgData name="Chris Alvin" userId="1477fe7d-12c1-4dcd-b708-f1331679ff1c" providerId="ADAL" clId="{977EEFC1-1CBA-418C-B7A6-63C2CC8884F1}" dt="2025-11-17T15:33:08.196" v="7356" actId="20577"/>
        <pc:sldMkLst>
          <pc:docMk/>
          <pc:sldMk cId="3775240025" sldId="595"/>
        </pc:sldMkLst>
        <pc:spChg chg="add mod">
          <ac:chgData name="Chris Alvin" userId="1477fe7d-12c1-4dcd-b708-f1331679ff1c" providerId="ADAL" clId="{977EEFC1-1CBA-418C-B7A6-63C2CC8884F1}" dt="2025-11-17T15:32:52.472" v="7350" actId="1076"/>
          <ac:spMkLst>
            <pc:docMk/>
            <pc:sldMk cId="3775240025" sldId="595"/>
            <ac:spMk id="2" creationId="{F17F1BB7-41A0-9C48-33BB-E000DBF38675}"/>
          </ac:spMkLst>
        </pc:spChg>
        <pc:spChg chg="add mod">
          <ac:chgData name="Chris Alvin" userId="1477fe7d-12c1-4dcd-b708-f1331679ff1c" providerId="ADAL" clId="{977EEFC1-1CBA-418C-B7A6-63C2CC8884F1}" dt="2025-11-17T15:32:56.297" v="7351" actId="1076"/>
          <ac:spMkLst>
            <pc:docMk/>
            <pc:sldMk cId="3775240025" sldId="595"/>
            <ac:spMk id="3" creationId="{BAFAD77E-1E53-898C-DDB3-7286F3072EC9}"/>
          </ac:spMkLst>
        </pc:spChg>
        <pc:spChg chg="mod">
          <ac:chgData name="Chris Alvin" userId="1477fe7d-12c1-4dcd-b708-f1331679ff1c" providerId="ADAL" clId="{977EEFC1-1CBA-418C-B7A6-63C2CC8884F1}" dt="2025-11-17T15:10:42.038" v="7075" actId="20577"/>
          <ac:spMkLst>
            <pc:docMk/>
            <pc:sldMk cId="3775240025" sldId="595"/>
            <ac:spMk id="4" creationId="{46AA1ED6-705B-CD2B-924D-9C0D17CB4076}"/>
          </ac:spMkLst>
        </pc:spChg>
        <pc:spChg chg="add mod">
          <ac:chgData name="Chris Alvin" userId="1477fe7d-12c1-4dcd-b708-f1331679ff1c" providerId="ADAL" clId="{977EEFC1-1CBA-418C-B7A6-63C2CC8884F1}" dt="2025-11-17T15:33:08.196" v="7356" actId="20577"/>
          <ac:spMkLst>
            <pc:docMk/>
            <pc:sldMk cId="3775240025" sldId="595"/>
            <ac:spMk id="5" creationId="{90C78BF3-FA15-5C0C-282A-412C4928016A}"/>
          </ac:spMkLst>
        </pc:spChg>
        <pc:spChg chg="mod">
          <ac:chgData name="Chris Alvin" userId="1477fe7d-12c1-4dcd-b708-f1331679ff1c" providerId="ADAL" clId="{977EEFC1-1CBA-418C-B7A6-63C2CC8884F1}" dt="2025-11-17T15:32:56.297" v="7351" actId="1076"/>
          <ac:spMkLst>
            <pc:docMk/>
            <pc:sldMk cId="3775240025" sldId="595"/>
            <ac:spMk id="6" creationId="{81AF3114-777D-C8A4-30E8-5D5B77B1CA14}"/>
          </ac:spMkLst>
        </pc:spChg>
        <pc:spChg chg="add mod">
          <ac:chgData name="Chris Alvin" userId="1477fe7d-12c1-4dcd-b708-f1331679ff1c" providerId="ADAL" clId="{977EEFC1-1CBA-418C-B7A6-63C2CC8884F1}" dt="2025-11-17T15:32:59.026" v="7352" actId="1076"/>
          <ac:spMkLst>
            <pc:docMk/>
            <pc:sldMk cId="3775240025" sldId="595"/>
            <ac:spMk id="9" creationId="{4CD147EA-0774-257C-BDC4-48DA761F99A8}"/>
          </ac:spMkLst>
        </pc:spChg>
      </pc:sldChg>
      <pc:sldChg chg="addSp delSp modSp add mod delAnim modAnim">
        <pc:chgData name="Chris Alvin" userId="1477fe7d-12c1-4dcd-b708-f1331679ff1c" providerId="ADAL" clId="{977EEFC1-1CBA-418C-B7A6-63C2CC8884F1}" dt="2025-12-16T13:06:26.007" v="14190"/>
        <pc:sldMkLst>
          <pc:docMk/>
          <pc:sldMk cId="1433458183" sldId="596"/>
        </pc:sldMkLst>
        <pc:spChg chg="mod">
          <ac:chgData name="Chris Alvin" userId="1477fe7d-12c1-4dcd-b708-f1331679ff1c" providerId="ADAL" clId="{977EEFC1-1CBA-418C-B7A6-63C2CC8884F1}" dt="2025-11-17T15:52:55.306" v="7580" actId="1076"/>
          <ac:spMkLst>
            <pc:docMk/>
            <pc:sldMk cId="1433458183" sldId="596"/>
            <ac:spMk id="2" creationId="{04F9D166-C528-F4D8-B483-B1639D51F349}"/>
          </ac:spMkLst>
        </pc:spChg>
        <pc:spChg chg="mod">
          <ac:chgData name="Chris Alvin" userId="1477fe7d-12c1-4dcd-b708-f1331679ff1c" providerId="ADAL" clId="{977EEFC1-1CBA-418C-B7A6-63C2CC8884F1}" dt="2025-11-17T15:33:19.076" v="7360" actId="20577"/>
          <ac:spMkLst>
            <pc:docMk/>
            <pc:sldMk cId="1433458183" sldId="596"/>
            <ac:spMk id="4" creationId="{C2896357-8697-FF76-AC4A-6B0A699349E8}"/>
          </ac:spMkLst>
        </pc:spChg>
        <pc:spChg chg="mod">
          <ac:chgData name="Chris Alvin" userId="1477fe7d-12c1-4dcd-b708-f1331679ff1c" providerId="ADAL" clId="{977EEFC1-1CBA-418C-B7A6-63C2CC8884F1}" dt="2025-11-17T15:59:36.106" v="7646" actId="1076"/>
          <ac:spMkLst>
            <pc:docMk/>
            <pc:sldMk cId="1433458183" sldId="596"/>
            <ac:spMk id="6" creationId="{1AB8DB3D-F1C3-746C-65C3-552B78DFDAAD}"/>
          </ac:spMkLst>
        </pc:spChg>
        <pc:spChg chg="add mod">
          <ac:chgData name="Chris Alvin" userId="1477fe7d-12c1-4dcd-b708-f1331679ff1c" providerId="ADAL" clId="{977EEFC1-1CBA-418C-B7A6-63C2CC8884F1}" dt="2025-12-16T13:05:48.177" v="14183" actId="2085"/>
          <ac:spMkLst>
            <pc:docMk/>
            <pc:sldMk cId="1433458183" sldId="596"/>
            <ac:spMk id="8" creationId="{A1D62FAC-4C2D-4C2F-F92A-DAA1C8BCCD8E}"/>
          </ac:spMkLst>
        </pc:spChg>
        <pc:spChg chg="mod">
          <ac:chgData name="Chris Alvin" userId="1477fe7d-12c1-4dcd-b708-f1331679ff1c" providerId="ADAL" clId="{977EEFC1-1CBA-418C-B7A6-63C2CC8884F1}" dt="2025-11-17T15:59:36.106" v="7646" actId="1076"/>
          <ac:spMkLst>
            <pc:docMk/>
            <pc:sldMk cId="1433458183" sldId="596"/>
            <ac:spMk id="9" creationId="{D925891D-BA18-0EFB-9E86-E618A5E94A6E}"/>
          </ac:spMkLst>
        </pc:spChg>
        <pc:spChg chg="add mod">
          <ac:chgData name="Chris Alvin" userId="1477fe7d-12c1-4dcd-b708-f1331679ff1c" providerId="ADAL" clId="{977EEFC1-1CBA-418C-B7A6-63C2CC8884F1}" dt="2025-12-16T13:03:06.051" v="14182"/>
          <ac:spMkLst>
            <pc:docMk/>
            <pc:sldMk cId="1433458183" sldId="596"/>
            <ac:spMk id="10" creationId="{25AB6D4B-4665-2F89-9844-3B10A8339A47}"/>
          </ac:spMkLst>
        </pc:spChg>
        <pc:spChg chg="add mod">
          <ac:chgData name="Chris Alvin" userId="1477fe7d-12c1-4dcd-b708-f1331679ff1c" providerId="ADAL" clId="{977EEFC1-1CBA-418C-B7A6-63C2CC8884F1}" dt="2025-11-17T15:52:55.306" v="7580" actId="1076"/>
          <ac:spMkLst>
            <pc:docMk/>
            <pc:sldMk cId="1433458183" sldId="596"/>
            <ac:spMk id="19" creationId="{53F35F34-1B5B-80F7-6207-B0A6332F1344}"/>
          </ac:spMkLst>
        </pc:spChg>
        <pc:spChg chg="add mod">
          <ac:chgData name="Chris Alvin" userId="1477fe7d-12c1-4dcd-b708-f1331679ff1c" providerId="ADAL" clId="{977EEFC1-1CBA-418C-B7A6-63C2CC8884F1}" dt="2025-11-17T15:52:55.306" v="7580" actId="1076"/>
          <ac:spMkLst>
            <pc:docMk/>
            <pc:sldMk cId="1433458183" sldId="596"/>
            <ac:spMk id="20" creationId="{EEFA9998-D809-91A5-9AAE-BCE9373F2E3A}"/>
          </ac:spMkLst>
        </pc:spChg>
        <pc:grpChg chg="add mod">
          <ac:chgData name="Chris Alvin" userId="1477fe7d-12c1-4dcd-b708-f1331679ff1c" providerId="ADAL" clId="{977EEFC1-1CBA-418C-B7A6-63C2CC8884F1}" dt="2025-12-16T13:06:19.581" v="14186" actId="164"/>
          <ac:grpSpMkLst>
            <pc:docMk/>
            <pc:sldMk cId="1433458183" sldId="596"/>
            <ac:grpSpMk id="3" creationId="{FCD9890F-479E-F868-CC61-959B409DEADD}"/>
          </ac:grpSpMkLst>
        </pc:grpChg>
        <pc:picChg chg="add mod">
          <ac:chgData name="Chris Alvin" userId="1477fe7d-12c1-4dcd-b708-f1331679ff1c" providerId="ADAL" clId="{977EEFC1-1CBA-418C-B7A6-63C2CC8884F1}" dt="2025-11-17T15:52:55.306" v="7580" actId="1076"/>
          <ac:picMkLst>
            <pc:docMk/>
            <pc:sldMk cId="1433458183" sldId="596"/>
            <ac:picMk id="11" creationId="{72C3E08E-5F58-A8EE-42BB-8D460015DED5}"/>
          </ac:picMkLst>
        </pc:picChg>
        <pc:picChg chg="add mod">
          <ac:chgData name="Chris Alvin" userId="1477fe7d-12c1-4dcd-b708-f1331679ff1c" providerId="ADAL" clId="{977EEFC1-1CBA-418C-B7A6-63C2CC8884F1}" dt="2025-11-17T15:52:55.306" v="7580" actId="1076"/>
          <ac:picMkLst>
            <pc:docMk/>
            <pc:sldMk cId="1433458183" sldId="596"/>
            <ac:picMk id="12" creationId="{D77FD7C6-89BF-182A-6B83-6CAD1D004CD1}"/>
          </ac:picMkLst>
        </pc:picChg>
        <pc:picChg chg="add mod">
          <ac:chgData name="Chris Alvin" userId="1477fe7d-12c1-4dcd-b708-f1331679ff1c" providerId="ADAL" clId="{977EEFC1-1CBA-418C-B7A6-63C2CC8884F1}" dt="2025-11-17T15:52:55.306" v="7580" actId="1076"/>
          <ac:picMkLst>
            <pc:docMk/>
            <pc:sldMk cId="1433458183" sldId="596"/>
            <ac:picMk id="15" creationId="{F452F982-F9C3-9753-8E83-6CC28E0B6050}"/>
          </ac:picMkLst>
        </pc:picChg>
        <pc:picChg chg="add mod">
          <ac:chgData name="Chris Alvin" userId="1477fe7d-12c1-4dcd-b708-f1331679ff1c" providerId="ADAL" clId="{977EEFC1-1CBA-418C-B7A6-63C2CC8884F1}" dt="2025-11-17T15:52:55.306" v="7580" actId="1076"/>
          <ac:picMkLst>
            <pc:docMk/>
            <pc:sldMk cId="1433458183" sldId="596"/>
            <ac:picMk id="16" creationId="{671532A2-A6E3-D97D-89AE-B5D281CD82BB}"/>
          </ac:picMkLst>
        </pc:picChg>
        <pc:picChg chg="add mod">
          <ac:chgData name="Chris Alvin" userId="1477fe7d-12c1-4dcd-b708-f1331679ff1c" providerId="ADAL" clId="{977EEFC1-1CBA-418C-B7A6-63C2CC8884F1}" dt="2025-11-17T15:52:55.306" v="7580" actId="1076"/>
          <ac:picMkLst>
            <pc:docMk/>
            <pc:sldMk cId="1433458183" sldId="596"/>
            <ac:picMk id="17" creationId="{5AFF6941-2D37-2658-5B5C-8B8DB8A75C29}"/>
          </ac:picMkLst>
        </pc:picChg>
        <pc:picChg chg="add mod">
          <ac:chgData name="Chris Alvin" userId="1477fe7d-12c1-4dcd-b708-f1331679ff1c" providerId="ADAL" clId="{977EEFC1-1CBA-418C-B7A6-63C2CC8884F1}" dt="2025-12-16T13:06:19.581" v="14186" actId="164"/>
          <ac:picMkLst>
            <pc:docMk/>
            <pc:sldMk cId="1433458183" sldId="596"/>
            <ac:picMk id="1026" creationId="{7F39B634-7F13-2089-E396-F8C5D0F2E806}"/>
          </ac:picMkLst>
        </pc:picChg>
        <pc:picChg chg="add mod">
          <ac:chgData name="Chris Alvin" userId="1477fe7d-12c1-4dcd-b708-f1331679ff1c" providerId="ADAL" clId="{977EEFC1-1CBA-418C-B7A6-63C2CC8884F1}" dt="2025-12-16T13:06:19.581" v="14186" actId="164"/>
          <ac:picMkLst>
            <pc:docMk/>
            <pc:sldMk cId="1433458183" sldId="596"/>
            <ac:picMk id="1028" creationId="{F48F2E4F-9410-BCEF-6AFD-DEBFC7E0DDE2}"/>
          </ac:picMkLst>
        </pc:picChg>
      </pc:sldChg>
      <pc:sldChg chg="addSp delSp modSp add mod delAnim modAnim">
        <pc:chgData name="Chris Alvin" userId="1477fe7d-12c1-4dcd-b708-f1331679ff1c" providerId="ADAL" clId="{977EEFC1-1CBA-418C-B7A6-63C2CC8884F1}" dt="2025-12-16T13:08:41.616" v="14193"/>
        <pc:sldMkLst>
          <pc:docMk/>
          <pc:sldMk cId="1412667101" sldId="597"/>
        </pc:sldMkLst>
        <pc:spChg chg="mod">
          <ac:chgData name="Chris Alvin" userId="1477fe7d-12c1-4dcd-b708-f1331679ff1c" providerId="ADAL" clId="{977EEFC1-1CBA-418C-B7A6-63C2CC8884F1}" dt="2025-11-19T13:24:20.304" v="9003" actId="6549"/>
          <ac:spMkLst>
            <pc:docMk/>
            <pc:sldMk cId="1412667101" sldId="597"/>
            <ac:spMk id="4" creationId="{9FB34453-18D6-021E-4C15-F86C5C532E07}"/>
          </ac:spMkLst>
        </pc:spChg>
        <pc:spChg chg="add mod">
          <ac:chgData name="Chris Alvin" userId="1477fe7d-12c1-4dcd-b708-f1331679ff1c" providerId="ADAL" clId="{977EEFC1-1CBA-418C-B7A6-63C2CC8884F1}" dt="2025-11-17T18:55:23.824" v="7764" actId="1076"/>
          <ac:spMkLst>
            <pc:docMk/>
            <pc:sldMk cId="1412667101" sldId="597"/>
            <ac:spMk id="5" creationId="{B3EB952A-D64E-5213-8197-2F7711D5B309}"/>
          </ac:spMkLst>
        </pc:spChg>
        <pc:spChg chg="mod">
          <ac:chgData name="Chris Alvin" userId="1477fe7d-12c1-4dcd-b708-f1331679ff1c" providerId="ADAL" clId="{977EEFC1-1CBA-418C-B7A6-63C2CC8884F1}" dt="2025-11-17T16:00:29.042" v="7669" actId="14100"/>
          <ac:spMkLst>
            <pc:docMk/>
            <pc:sldMk cId="1412667101" sldId="597"/>
            <ac:spMk id="6" creationId="{571CE6B8-A451-166F-7164-ED0F1E59EF4B}"/>
          </ac:spMkLst>
        </pc:spChg>
        <pc:spChg chg="add mod">
          <ac:chgData name="Chris Alvin" userId="1477fe7d-12c1-4dcd-b708-f1331679ff1c" providerId="ADAL" clId="{977EEFC1-1CBA-418C-B7A6-63C2CC8884F1}" dt="2025-11-17T18:55:19.413" v="7763" actId="1076"/>
          <ac:spMkLst>
            <pc:docMk/>
            <pc:sldMk cId="1412667101" sldId="597"/>
            <ac:spMk id="13" creationId="{BF5E4609-9833-788A-B41D-746BB51E3E89}"/>
          </ac:spMkLst>
        </pc:spChg>
        <pc:spChg chg="add mod">
          <ac:chgData name="Chris Alvin" userId="1477fe7d-12c1-4dcd-b708-f1331679ff1c" providerId="ADAL" clId="{977EEFC1-1CBA-418C-B7A6-63C2CC8884F1}" dt="2025-11-17T18:55:23.824" v="7764" actId="1076"/>
          <ac:spMkLst>
            <pc:docMk/>
            <pc:sldMk cId="1412667101" sldId="597"/>
            <ac:spMk id="18" creationId="{DF5B3B13-F7A5-84D1-EA49-BCD5DAFD2FDD}"/>
          </ac:spMkLst>
        </pc:spChg>
        <pc:spChg chg="add mod">
          <ac:chgData name="Chris Alvin" userId="1477fe7d-12c1-4dcd-b708-f1331679ff1c" providerId="ADAL" clId="{977EEFC1-1CBA-418C-B7A6-63C2CC8884F1}" dt="2025-11-17T18:55:19.413" v="7763" actId="1076"/>
          <ac:spMkLst>
            <pc:docMk/>
            <pc:sldMk cId="1412667101" sldId="597"/>
            <ac:spMk id="21" creationId="{68F59624-947C-0DFD-29B8-03C931632692}"/>
          </ac:spMkLst>
        </pc:spChg>
        <pc:spChg chg="add mod">
          <ac:chgData name="Chris Alvin" userId="1477fe7d-12c1-4dcd-b708-f1331679ff1c" providerId="ADAL" clId="{977EEFC1-1CBA-418C-B7A6-63C2CC8884F1}" dt="2025-11-17T18:55:19.413" v="7763" actId="1076"/>
          <ac:spMkLst>
            <pc:docMk/>
            <pc:sldMk cId="1412667101" sldId="597"/>
            <ac:spMk id="22" creationId="{B97BEA43-B61C-7196-2C4D-A5180692F79C}"/>
          </ac:spMkLst>
        </pc:spChg>
        <pc:spChg chg="add mod">
          <ac:chgData name="Chris Alvin" userId="1477fe7d-12c1-4dcd-b708-f1331679ff1c" providerId="ADAL" clId="{977EEFC1-1CBA-418C-B7A6-63C2CC8884F1}" dt="2025-11-17T18:55:23.824" v="7764" actId="1076"/>
          <ac:spMkLst>
            <pc:docMk/>
            <pc:sldMk cId="1412667101" sldId="597"/>
            <ac:spMk id="23" creationId="{4746124F-5A6A-B1DE-E133-9AD0AD0E227C}"/>
          </ac:spMkLst>
        </pc:spChg>
        <pc:spChg chg="add mod">
          <ac:chgData name="Chris Alvin" userId="1477fe7d-12c1-4dcd-b708-f1331679ff1c" providerId="ADAL" clId="{977EEFC1-1CBA-418C-B7A6-63C2CC8884F1}" dt="2025-11-17T18:57:23.143" v="7782" actId="20577"/>
          <ac:spMkLst>
            <pc:docMk/>
            <pc:sldMk cId="1412667101" sldId="597"/>
            <ac:spMk id="25" creationId="{B6FA827B-34A1-F7FC-FF76-9D80E24ECBD6}"/>
          </ac:spMkLst>
        </pc:spChg>
        <pc:spChg chg="add mod">
          <ac:chgData name="Chris Alvin" userId="1477fe7d-12c1-4dcd-b708-f1331679ff1c" providerId="ADAL" clId="{977EEFC1-1CBA-418C-B7A6-63C2CC8884F1}" dt="2025-11-17T18:57:33.203" v="7785" actId="1076"/>
          <ac:spMkLst>
            <pc:docMk/>
            <pc:sldMk cId="1412667101" sldId="597"/>
            <ac:spMk id="26" creationId="{6B287485-BE87-8E21-64D7-5C2D84DC22C3}"/>
          </ac:spMkLst>
        </pc:spChg>
        <pc:spChg chg="add mod">
          <ac:chgData name="Chris Alvin" userId="1477fe7d-12c1-4dcd-b708-f1331679ff1c" providerId="ADAL" clId="{977EEFC1-1CBA-418C-B7A6-63C2CC8884F1}" dt="2025-11-17T18:58:08.293" v="7800" actId="1076"/>
          <ac:spMkLst>
            <pc:docMk/>
            <pc:sldMk cId="1412667101" sldId="597"/>
            <ac:spMk id="27" creationId="{4BDAAEA3-5F3A-2AAE-5E29-797015807022}"/>
          </ac:spMkLst>
        </pc:spChg>
      </pc:sldChg>
      <pc:sldChg chg="addSp delSp modSp add mod modAnim">
        <pc:chgData name="Chris Alvin" userId="1477fe7d-12c1-4dcd-b708-f1331679ff1c" providerId="ADAL" clId="{977EEFC1-1CBA-418C-B7A6-63C2CC8884F1}" dt="2025-11-17T19:30:19.333" v="8095"/>
        <pc:sldMkLst>
          <pc:docMk/>
          <pc:sldMk cId="1448911727" sldId="598"/>
        </pc:sldMkLst>
        <pc:spChg chg="mod">
          <ac:chgData name="Chris Alvin" userId="1477fe7d-12c1-4dcd-b708-f1331679ff1c" providerId="ADAL" clId="{977EEFC1-1CBA-418C-B7A6-63C2CC8884F1}" dt="2025-11-17T18:58:56.453" v="7814" actId="20577"/>
          <ac:spMkLst>
            <pc:docMk/>
            <pc:sldMk cId="1448911727" sldId="598"/>
            <ac:spMk id="4" creationId="{F9D7E4A3-1126-EF8E-F7CF-31F6AEED2372}"/>
          </ac:spMkLst>
        </pc:spChg>
        <pc:spChg chg="add mod">
          <ac:chgData name="Chris Alvin" userId="1477fe7d-12c1-4dcd-b708-f1331679ff1c" providerId="ADAL" clId="{977EEFC1-1CBA-418C-B7A6-63C2CC8884F1}" dt="2025-11-17T19:04:14.623" v="7928" actId="14100"/>
          <ac:spMkLst>
            <pc:docMk/>
            <pc:sldMk cId="1448911727" sldId="598"/>
            <ac:spMk id="7" creationId="{A75588FE-313D-65AE-DC21-019863425EC2}"/>
          </ac:spMkLst>
        </pc:spChg>
        <pc:spChg chg="add mod">
          <ac:chgData name="Chris Alvin" userId="1477fe7d-12c1-4dcd-b708-f1331679ff1c" providerId="ADAL" clId="{977EEFC1-1CBA-418C-B7A6-63C2CC8884F1}" dt="2025-11-17T19:04:37.164" v="7938" actId="14100"/>
          <ac:spMkLst>
            <pc:docMk/>
            <pc:sldMk cId="1448911727" sldId="598"/>
            <ac:spMk id="8" creationId="{1EC66DE9-045C-1831-554B-3950057CD71F}"/>
          </ac:spMkLst>
        </pc:spChg>
        <pc:spChg chg="add mod">
          <ac:chgData name="Chris Alvin" userId="1477fe7d-12c1-4dcd-b708-f1331679ff1c" providerId="ADAL" clId="{977EEFC1-1CBA-418C-B7A6-63C2CC8884F1}" dt="2025-11-17T19:04:18.783" v="7929" actId="1076"/>
          <ac:spMkLst>
            <pc:docMk/>
            <pc:sldMk cId="1448911727" sldId="598"/>
            <ac:spMk id="9" creationId="{ED0E1DCC-9EDB-1E77-9654-0D70D3524764}"/>
          </ac:spMkLst>
        </pc:spChg>
        <pc:spChg chg="add mod">
          <ac:chgData name="Chris Alvin" userId="1477fe7d-12c1-4dcd-b708-f1331679ff1c" providerId="ADAL" clId="{977EEFC1-1CBA-418C-B7A6-63C2CC8884F1}" dt="2025-11-17T19:04:45.714" v="7942" actId="14100"/>
          <ac:spMkLst>
            <pc:docMk/>
            <pc:sldMk cId="1448911727" sldId="598"/>
            <ac:spMk id="10" creationId="{66AAE0EC-1AC0-9D49-DEA3-0C19CBB871A1}"/>
          </ac:spMkLst>
        </pc:spChg>
        <pc:spChg chg="add mod">
          <ac:chgData name="Chris Alvin" userId="1477fe7d-12c1-4dcd-b708-f1331679ff1c" providerId="ADAL" clId="{977EEFC1-1CBA-418C-B7A6-63C2CC8884F1}" dt="2025-11-17T19:29:58.362" v="8092" actId="207"/>
          <ac:spMkLst>
            <pc:docMk/>
            <pc:sldMk cId="1448911727" sldId="598"/>
            <ac:spMk id="12" creationId="{7C2EC4AD-83EA-42A9-A3FB-34BA94D794FB}"/>
          </ac:spMkLst>
        </pc:spChg>
        <pc:spChg chg="add mod">
          <ac:chgData name="Chris Alvin" userId="1477fe7d-12c1-4dcd-b708-f1331679ff1c" providerId="ADAL" clId="{977EEFC1-1CBA-418C-B7A6-63C2CC8884F1}" dt="2025-11-17T19:05:07.933" v="7947" actId="571"/>
          <ac:spMkLst>
            <pc:docMk/>
            <pc:sldMk cId="1448911727" sldId="598"/>
            <ac:spMk id="14" creationId="{258A3E86-E3A1-CBFC-1446-DE3666128AC1}"/>
          </ac:spMkLst>
        </pc:spChg>
        <pc:spChg chg="add mod">
          <ac:chgData name="Chris Alvin" userId="1477fe7d-12c1-4dcd-b708-f1331679ff1c" providerId="ADAL" clId="{977EEFC1-1CBA-418C-B7A6-63C2CC8884F1}" dt="2025-11-17T19:30:15.945" v="8094" actId="207"/>
          <ac:spMkLst>
            <pc:docMk/>
            <pc:sldMk cId="1448911727" sldId="598"/>
            <ac:spMk id="17" creationId="{CA7B9AC2-C258-28F7-E2D7-5288BD504DF0}"/>
          </ac:spMkLst>
        </pc:spChg>
        <pc:spChg chg="add mod">
          <ac:chgData name="Chris Alvin" userId="1477fe7d-12c1-4dcd-b708-f1331679ff1c" providerId="ADAL" clId="{977EEFC1-1CBA-418C-B7A6-63C2CC8884F1}" dt="2025-11-17T19:30:19.333" v="8095"/>
          <ac:spMkLst>
            <pc:docMk/>
            <pc:sldMk cId="1448911727" sldId="598"/>
            <ac:spMk id="19" creationId="{E75F4CCF-4076-1688-5E9C-270BDB6B1E1F}"/>
          </ac:spMkLst>
        </pc:spChg>
      </pc:sldChg>
      <pc:sldChg chg="addSp delSp modSp add mod delAnim modAnim">
        <pc:chgData name="Chris Alvin" userId="1477fe7d-12c1-4dcd-b708-f1331679ff1c" providerId="ADAL" clId="{977EEFC1-1CBA-418C-B7A6-63C2CC8884F1}" dt="2025-12-16T13:16:20.697" v="14208"/>
        <pc:sldMkLst>
          <pc:docMk/>
          <pc:sldMk cId="3962056587" sldId="599"/>
        </pc:sldMkLst>
        <pc:spChg chg="add mod">
          <ac:chgData name="Chris Alvin" userId="1477fe7d-12c1-4dcd-b708-f1331679ff1c" providerId="ADAL" clId="{977EEFC1-1CBA-418C-B7A6-63C2CC8884F1}" dt="2025-11-17T20:35:24.596" v="8421" actId="1076"/>
          <ac:spMkLst>
            <pc:docMk/>
            <pc:sldMk cId="3962056587" sldId="599"/>
            <ac:spMk id="3" creationId="{C696FD07-C4FB-82BE-3195-82D6764E895A}"/>
          </ac:spMkLst>
        </pc:spChg>
        <pc:spChg chg="mod">
          <ac:chgData name="Chris Alvin" userId="1477fe7d-12c1-4dcd-b708-f1331679ff1c" providerId="ADAL" clId="{977EEFC1-1CBA-418C-B7A6-63C2CC8884F1}" dt="2025-11-17T20:05:30.066" v="8107" actId="20577"/>
          <ac:spMkLst>
            <pc:docMk/>
            <pc:sldMk cId="3962056587" sldId="599"/>
            <ac:spMk id="4" creationId="{A7DBC616-0A9D-5430-E3FA-8B3AF47C6B9C}"/>
          </ac:spMkLst>
        </pc:spChg>
        <pc:spChg chg="add mod">
          <ac:chgData name="Chris Alvin" userId="1477fe7d-12c1-4dcd-b708-f1331679ff1c" providerId="ADAL" clId="{977EEFC1-1CBA-418C-B7A6-63C2CC8884F1}" dt="2025-11-18T16:33:19.247" v="8957" actId="20577"/>
          <ac:spMkLst>
            <pc:docMk/>
            <pc:sldMk cId="3962056587" sldId="599"/>
            <ac:spMk id="5" creationId="{6F29C2D3-7DC2-01E1-53FE-DDF2A96E9BAF}"/>
          </ac:spMkLst>
        </pc:spChg>
        <pc:spChg chg="add mod">
          <ac:chgData name="Chris Alvin" userId="1477fe7d-12c1-4dcd-b708-f1331679ff1c" providerId="ADAL" clId="{977EEFC1-1CBA-418C-B7A6-63C2CC8884F1}" dt="2025-11-17T20:35:34.512" v="8424" actId="1076"/>
          <ac:spMkLst>
            <pc:docMk/>
            <pc:sldMk cId="3962056587" sldId="599"/>
            <ac:spMk id="6" creationId="{62A9D123-5F0D-F878-FDDF-E76F9B144224}"/>
          </ac:spMkLst>
        </pc:spChg>
        <pc:spChg chg="mod">
          <ac:chgData name="Chris Alvin" userId="1477fe7d-12c1-4dcd-b708-f1331679ff1c" providerId="ADAL" clId="{977EEFC1-1CBA-418C-B7A6-63C2CC8884F1}" dt="2025-12-16T13:09:29.649" v="14194" actId="2711"/>
          <ac:spMkLst>
            <pc:docMk/>
            <pc:sldMk cId="3962056587" sldId="599"/>
            <ac:spMk id="7" creationId="{5126615D-E9DA-F6BD-EDF5-54043EEBC8EE}"/>
          </ac:spMkLst>
        </pc:spChg>
        <pc:spChg chg="mod">
          <ac:chgData name="Chris Alvin" userId="1477fe7d-12c1-4dcd-b708-f1331679ff1c" providerId="ADAL" clId="{977EEFC1-1CBA-418C-B7A6-63C2CC8884F1}" dt="2025-12-16T13:10:53.389" v="14202" actId="20577"/>
          <ac:spMkLst>
            <pc:docMk/>
            <pc:sldMk cId="3962056587" sldId="599"/>
            <ac:spMk id="8" creationId="{696567A7-C36B-4E2D-2B84-F36D04652417}"/>
          </ac:spMkLst>
        </pc:spChg>
        <pc:spChg chg="mod">
          <ac:chgData name="Chris Alvin" userId="1477fe7d-12c1-4dcd-b708-f1331679ff1c" providerId="ADAL" clId="{977EEFC1-1CBA-418C-B7A6-63C2CC8884F1}" dt="2025-12-16T13:09:52.920" v="14195" actId="6549"/>
          <ac:spMkLst>
            <pc:docMk/>
            <pc:sldMk cId="3962056587" sldId="599"/>
            <ac:spMk id="9" creationId="{9519A473-E0C5-E692-2411-D1181ED6E33C}"/>
          </ac:spMkLst>
        </pc:spChg>
        <pc:spChg chg="mod">
          <ac:chgData name="Chris Alvin" userId="1477fe7d-12c1-4dcd-b708-f1331679ff1c" providerId="ADAL" clId="{977EEFC1-1CBA-418C-B7A6-63C2CC8884F1}" dt="2025-11-17T20:27:18.536" v="8261" actId="2711"/>
          <ac:spMkLst>
            <pc:docMk/>
            <pc:sldMk cId="3962056587" sldId="599"/>
            <ac:spMk id="10" creationId="{50A38FF5-BFF0-EB9F-B4EB-117BA2A137E3}"/>
          </ac:spMkLst>
        </pc:spChg>
        <pc:spChg chg="add mod">
          <ac:chgData name="Chris Alvin" userId="1477fe7d-12c1-4dcd-b708-f1331679ff1c" providerId="ADAL" clId="{977EEFC1-1CBA-418C-B7A6-63C2CC8884F1}" dt="2025-11-18T17:50:11.951" v="8996" actId="20577"/>
          <ac:spMkLst>
            <pc:docMk/>
            <pc:sldMk cId="3962056587" sldId="599"/>
            <ac:spMk id="11" creationId="{BF41E5B6-2FD2-CA75-700E-E5283C3F92A4}"/>
          </ac:spMkLst>
        </pc:spChg>
        <pc:spChg chg="mod">
          <ac:chgData name="Chris Alvin" userId="1477fe7d-12c1-4dcd-b708-f1331679ff1c" providerId="ADAL" clId="{977EEFC1-1CBA-418C-B7A6-63C2CC8884F1}" dt="2025-11-17T20:35:24.596" v="8421" actId="1076"/>
          <ac:spMkLst>
            <pc:docMk/>
            <pc:sldMk cId="3962056587" sldId="599"/>
            <ac:spMk id="12" creationId="{5895CA48-D7B6-41FB-4D28-E0F446B4F9F6}"/>
          </ac:spMkLst>
        </pc:spChg>
        <pc:spChg chg="mod">
          <ac:chgData name="Chris Alvin" userId="1477fe7d-12c1-4dcd-b708-f1331679ff1c" providerId="ADAL" clId="{977EEFC1-1CBA-418C-B7A6-63C2CC8884F1}" dt="2025-11-17T20:35:24.596" v="8421" actId="1076"/>
          <ac:spMkLst>
            <pc:docMk/>
            <pc:sldMk cId="3962056587" sldId="599"/>
            <ac:spMk id="14" creationId="{D3F1379F-2179-B373-82ED-A36C1D8C2958}"/>
          </ac:spMkLst>
        </pc:spChg>
        <pc:cxnChg chg="add mod">
          <ac:chgData name="Chris Alvin" userId="1477fe7d-12c1-4dcd-b708-f1331679ff1c" providerId="ADAL" clId="{977EEFC1-1CBA-418C-B7A6-63C2CC8884F1}" dt="2025-11-17T20:35:18.108" v="8420" actId="1076"/>
          <ac:cxnSpMkLst>
            <pc:docMk/>
            <pc:sldMk cId="3962056587" sldId="599"/>
            <ac:cxnSpMk id="2" creationId="{DB5840CE-E38E-AF06-0D26-29C9E2E586BF}"/>
          </ac:cxnSpMkLst>
        </pc:cxnChg>
      </pc:sldChg>
      <pc:sldChg chg="addSp delSp modSp add mod delAnim modAnim">
        <pc:chgData name="Chris Alvin" userId="1477fe7d-12c1-4dcd-b708-f1331679ff1c" providerId="ADAL" clId="{977EEFC1-1CBA-418C-B7A6-63C2CC8884F1}" dt="2025-12-16T13:35:29.665" v="14234"/>
        <pc:sldMkLst>
          <pc:docMk/>
          <pc:sldMk cId="4230552608" sldId="600"/>
        </pc:sldMkLst>
        <pc:spChg chg="add mod">
          <ac:chgData name="Chris Alvin" userId="1477fe7d-12c1-4dcd-b708-f1331679ff1c" providerId="ADAL" clId="{977EEFC1-1CBA-418C-B7A6-63C2CC8884F1}" dt="2025-11-19T13:26:04.661" v="9049" actId="1076"/>
          <ac:spMkLst>
            <pc:docMk/>
            <pc:sldMk cId="4230552608" sldId="600"/>
            <ac:spMk id="2" creationId="{6E635444-F0C1-94A2-E92C-6CA43BD09386}"/>
          </ac:spMkLst>
        </pc:spChg>
        <pc:spChg chg="add mod">
          <ac:chgData name="Chris Alvin" userId="1477fe7d-12c1-4dcd-b708-f1331679ff1c" providerId="ADAL" clId="{977EEFC1-1CBA-418C-B7A6-63C2CC8884F1}" dt="2025-11-19T13:26:14.748" v="9051" actId="1076"/>
          <ac:spMkLst>
            <pc:docMk/>
            <pc:sldMk cId="4230552608" sldId="600"/>
            <ac:spMk id="3" creationId="{EB429A92-B51D-3A01-9733-51DC93B2A25A}"/>
          </ac:spMkLst>
        </pc:spChg>
        <pc:spChg chg="mod">
          <ac:chgData name="Chris Alvin" userId="1477fe7d-12c1-4dcd-b708-f1331679ff1c" providerId="ADAL" clId="{977EEFC1-1CBA-418C-B7A6-63C2CC8884F1}" dt="2025-11-17T21:15:14.779" v="8567" actId="121"/>
          <ac:spMkLst>
            <pc:docMk/>
            <pc:sldMk cId="4230552608" sldId="600"/>
            <ac:spMk id="4" creationId="{47479400-E290-585B-A67F-18273180A75D}"/>
          </ac:spMkLst>
        </pc:spChg>
        <pc:spChg chg="add mod">
          <ac:chgData name="Chris Alvin" userId="1477fe7d-12c1-4dcd-b708-f1331679ff1c" providerId="ADAL" clId="{977EEFC1-1CBA-418C-B7A6-63C2CC8884F1}" dt="2025-11-19T13:26:21.146" v="9052" actId="1076"/>
          <ac:spMkLst>
            <pc:docMk/>
            <pc:sldMk cId="4230552608" sldId="600"/>
            <ac:spMk id="5" creationId="{6CCAC544-8740-403D-EC78-C87910A27D1F}"/>
          </ac:spMkLst>
        </pc:spChg>
        <pc:spChg chg="add mod">
          <ac:chgData name="Chris Alvin" userId="1477fe7d-12c1-4dcd-b708-f1331679ff1c" providerId="ADAL" clId="{977EEFC1-1CBA-418C-B7A6-63C2CC8884F1}" dt="2025-11-19T13:26:11.474" v="9050" actId="1076"/>
          <ac:spMkLst>
            <pc:docMk/>
            <pc:sldMk cId="4230552608" sldId="600"/>
            <ac:spMk id="6" creationId="{0804F964-30A2-1ED5-981B-D3F0E60904D2}"/>
          </ac:spMkLst>
        </pc:spChg>
        <pc:spChg chg="add mod">
          <ac:chgData name="Chris Alvin" userId="1477fe7d-12c1-4dcd-b708-f1331679ff1c" providerId="ADAL" clId="{977EEFC1-1CBA-418C-B7A6-63C2CC8884F1}" dt="2025-11-18T16:09:53.894" v="8898" actId="1076"/>
          <ac:spMkLst>
            <pc:docMk/>
            <pc:sldMk cId="4230552608" sldId="600"/>
            <ac:spMk id="7" creationId="{F7A4F632-9EB7-57EE-12DC-2A0AFAA9C42D}"/>
          </ac:spMkLst>
        </pc:spChg>
        <pc:spChg chg="add mod">
          <ac:chgData name="Chris Alvin" userId="1477fe7d-12c1-4dcd-b708-f1331679ff1c" providerId="ADAL" clId="{977EEFC1-1CBA-418C-B7A6-63C2CC8884F1}" dt="2025-11-19T13:26:04.661" v="9049" actId="1076"/>
          <ac:spMkLst>
            <pc:docMk/>
            <pc:sldMk cId="4230552608" sldId="600"/>
            <ac:spMk id="8" creationId="{7C5C00ED-78F7-C603-F06B-7ADF283BC010}"/>
          </ac:spMkLst>
        </pc:spChg>
        <pc:spChg chg="add mod">
          <ac:chgData name="Chris Alvin" userId="1477fe7d-12c1-4dcd-b708-f1331679ff1c" providerId="ADAL" clId="{977EEFC1-1CBA-418C-B7A6-63C2CC8884F1}" dt="2025-11-19T13:26:32.332" v="9055" actId="1076"/>
          <ac:spMkLst>
            <pc:docMk/>
            <pc:sldMk cId="4230552608" sldId="600"/>
            <ac:spMk id="9" creationId="{A0C760D6-4B59-674D-7000-47636AD8A383}"/>
          </ac:spMkLst>
        </pc:spChg>
        <pc:spChg chg="add mod">
          <ac:chgData name="Chris Alvin" userId="1477fe7d-12c1-4dcd-b708-f1331679ff1c" providerId="ADAL" clId="{977EEFC1-1CBA-418C-B7A6-63C2CC8884F1}" dt="2025-11-19T13:26:22.819" v="9054" actId="1076"/>
          <ac:spMkLst>
            <pc:docMk/>
            <pc:sldMk cId="4230552608" sldId="600"/>
            <ac:spMk id="15" creationId="{14DFFF76-1F19-399D-635C-10E51ADD281F}"/>
          </ac:spMkLst>
        </pc:spChg>
        <pc:spChg chg="add mod">
          <ac:chgData name="Chris Alvin" userId="1477fe7d-12c1-4dcd-b708-f1331679ff1c" providerId="ADAL" clId="{977EEFC1-1CBA-418C-B7A6-63C2CC8884F1}" dt="2025-11-18T16:09:53.894" v="8898" actId="1076"/>
          <ac:spMkLst>
            <pc:docMk/>
            <pc:sldMk cId="4230552608" sldId="600"/>
            <ac:spMk id="17" creationId="{7AF05F51-7CEB-B756-2BA4-067E76C6A532}"/>
          </ac:spMkLst>
        </pc:spChg>
        <pc:spChg chg="add mod">
          <ac:chgData name="Chris Alvin" userId="1477fe7d-12c1-4dcd-b708-f1331679ff1c" providerId="ADAL" clId="{977EEFC1-1CBA-418C-B7A6-63C2CC8884F1}" dt="2025-11-18T16:09:59.079" v="8899" actId="14100"/>
          <ac:spMkLst>
            <pc:docMk/>
            <pc:sldMk cId="4230552608" sldId="600"/>
            <ac:spMk id="18" creationId="{7024849B-0F07-23C0-F5E7-50CFF9253664}"/>
          </ac:spMkLst>
        </pc:spChg>
      </pc:sldChg>
      <pc:sldChg chg="addSp delSp modSp add mod addAnim delAnim modAnim">
        <pc:chgData name="Chris Alvin" userId="1477fe7d-12c1-4dcd-b708-f1331679ff1c" providerId="ADAL" clId="{977EEFC1-1CBA-418C-B7A6-63C2CC8884F1}" dt="2025-11-19T16:12:18.924" v="9893"/>
        <pc:sldMkLst>
          <pc:docMk/>
          <pc:sldMk cId="1060920766" sldId="601"/>
        </pc:sldMkLst>
        <pc:spChg chg="mod">
          <ac:chgData name="Chris Alvin" userId="1477fe7d-12c1-4dcd-b708-f1331679ff1c" providerId="ADAL" clId="{977EEFC1-1CBA-418C-B7A6-63C2CC8884F1}" dt="2025-11-18T13:24:31.618" v="8758" actId="6549"/>
          <ac:spMkLst>
            <pc:docMk/>
            <pc:sldMk cId="1060920766" sldId="601"/>
            <ac:spMk id="4" creationId="{D519A601-8437-F3BC-7FDE-E217F313A725}"/>
          </ac:spMkLst>
        </pc:spChg>
        <pc:spChg chg="add mod">
          <ac:chgData name="Chris Alvin" userId="1477fe7d-12c1-4dcd-b708-f1331679ff1c" providerId="ADAL" clId="{977EEFC1-1CBA-418C-B7A6-63C2CC8884F1}" dt="2025-11-19T16:02:11.232" v="9833" actId="1076"/>
          <ac:spMkLst>
            <pc:docMk/>
            <pc:sldMk cId="1060920766" sldId="601"/>
            <ac:spMk id="8" creationId="{4796614F-B0F5-FAE2-F88B-EAA83A31AC33}"/>
          </ac:spMkLst>
        </pc:spChg>
        <pc:spChg chg="mod">
          <ac:chgData name="Chris Alvin" userId="1477fe7d-12c1-4dcd-b708-f1331679ff1c" providerId="ADAL" clId="{977EEFC1-1CBA-418C-B7A6-63C2CC8884F1}" dt="2025-11-19T16:00:22.639" v="9819" actId="14100"/>
          <ac:spMkLst>
            <pc:docMk/>
            <pc:sldMk cId="1060920766" sldId="601"/>
            <ac:spMk id="15" creationId="{50D74E82-8307-E4CA-72DD-F6835AE14CC6}"/>
          </ac:spMkLst>
        </pc:spChg>
      </pc:sldChg>
      <pc:sldChg chg="addSp delSp modSp add mod addAnim delAnim modAnim">
        <pc:chgData name="Chris Alvin" userId="1477fe7d-12c1-4dcd-b708-f1331679ff1c" providerId="ADAL" clId="{977EEFC1-1CBA-418C-B7A6-63C2CC8884F1}" dt="2025-12-16T13:36:43.713" v="14236"/>
        <pc:sldMkLst>
          <pc:docMk/>
          <pc:sldMk cId="2681461046" sldId="602"/>
        </pc:sldMkLst>
        <pc:spChg chg="mod">
          <ac:chgData name="Chris Alvin" userId="1477fe7d-12c1-4dcd-b708-f1331679ff1c" providerId="ADAL" clId="{977EEFC1-1CBA-418C-B7A6-63C2CC8884F1}" dt="2025-11-19T13:50:10.643" v="9480" actId="121"/>
          <ac:spMkLst>
            <pc:docMk/>
            <pc:sldMk cId="2681461046" sldId="602"/>
            <ac:spMk id="4" creationId="{9DAC88E7-2E70-C4B9-0DD8-7C7D30710D2F}"/>
          </ac:spMkLst>
        </pc:spChg>
        <pc:spChg chg="add mod">
          <ac:chgData name="Chris Alvin" userId="1477fe7d-12c1-4dcd-b708-f1331679ff1c" providerId="ADAL" clId="{977EEFC1-1CBA-418C-B7A6-63C2CC8884F1}" dt="2025-11-19T13:52:57.186" v="9574" actId="20577"/>
          <ac:spMkLst>
            <pc:docMk/>
            <pc:sldMk cId="2681461046" sldId="602"/>
            <ac:spMk id="7" creationId="{DB6D6328-6D16-1170-01BF-365F2FBF04E2}"/>
          </ac:spMkLst>
        </pc:spChg>
        <pc:spChg chg="add mod">
          <ac:chgData name="Chris Alvin" userId="1477fe7d-12c1-4dcd-b708-f1331679ff1c" providerId="ADAL" clId="{977EEFC1-1CBA-418C-B7A6-63C2CC8884F1}" dt="2025-11-19T13:52:46.457" v="9571" actId="1076"/>
          <ac:spMkLst>
            <pc:docMk/>
            <pc:sldMk cId="2681461046" sldId="602"/>
            <ac:spMk id="9" creationId="{FB39CB1F-D840-5F3E-DA8D-EBEA785622F8}"/>
          </ac:spMkLst>
        </pc:spChg>
        <pc:spChg chg="mod">
          <ac:chgData name="Chris Alvin" userId="1477fe7d-12c1-4dcd-b708-f1331679ff1c" providerId="ADAL" clId="{977EEFC1-1CBA-418C-B7A6-63C2CC8884F1}" dt="2025-12-16T13:36:43.713" v="14236"/>
          <ac:spMkLst>
            <pc:docMk/>
            <pc:sldMk cId="2681461046" sldId="602"/>
            <ac:spMk id="15" creationId="{376CB17C-46AD-C6B9-0938-B4A73BC6384C}"/>
          </ac:spMkLst>
        </pc:spChg>
      </pc:sldChg>
      <pc:sldChg chg="delSp modSp add mod">
        <pc:chgData name="Chris Alvin" userId="1477fe7d-12c1-4dcd-b708-f1331679ff1c" providerId="ADAL" clId="{977EEFC1-1CBA-418C-B7A6-63C2CC8884F1}" dt="2025-11-19T16:09:18.424" v="9888" actId="1076"/>
        <pc:sldMkLst>
          <pc:docMk/>
          <pc:sldMk cId="3244706430" sldId="603"/>
        </pc:sldMkLst>
        <pc:spChg chg="mod">
          <ac:chgData name="Chris Alvin" userId="1477fe7d-12c1-4dcd-b708-f1331679ff1c" providerId="ADAL" clId="{977EEFC1-1CBA-418C-B7A6-63C2CC8884F1}" dt="2025-11-19T16:09:18.424" v="9888" actId="1076"/>
          <ac:spMkLst>
            <pc:docMk/>
            <pc:sldMk cId="3244706430" sldId="603"/>
            <ac:spMk id="2" creationId="{55528459-AEB9-E0D4-02C2-DEEE4BAA9319}"/>
          </ac:spMkLst>
        </pc:spChg>
      </pc:sldChg>
      <pc:sldChg chg="addSp delSp modSp add mod ord delAnim modAnim">
        <pc:chgData name="Chris Alvin" userId="1477fe7d-12c1-4dcd-b708-f1331679ff1c" providerId="ADAL" clId="{977EEFC1-1CBA-418C-B7A6-63C2CC8884F1}" dt="2025-11-19T16:49:52.956" v="10122"/>
        <pc:sldMkLst>
          <pc:docMk/>
          <pc:sldMk cId="1576112871" sldId="604"/>
        </pc:sldMkLst>
        <pc:spChg chg="mod">
          <ac:chgData name="Chris Alvin" userId="1477fe7d-12c1-4dcd-b708-f1331679ff1c" providerId="ADAL" clId="{977EEFC1-1CBA-418C-B7A6-63C2CC8884F1}" dt="2025-11-19T16:18:49.437" v="10021" actId="20577"/>
          <ac:spMkLst>
            <pc:docMk/>
            <pc:sldMk cId="1576112871" sldId="604"/>
            <ac:spMk id="4" creationId="{C9F4E973-82F5-657A-151C-C34B7860C291}"/>
          </ac:spMkLst>
        </pc:spChg>
        <pc:spChg chg="add mod">
          <ac:chgData name="Chris Alvin" userId="1477fe7d-12c1-4dcd-b708-f1331679ff1c" providerId="ADAL" clId="{977EEFC1-1CBA-418C-B7A6-63C2CC8884F1}" dt="2025-11-19T16:47:05.055" v="10107" actId="1076"/>
          <ac:spMkLst>
            <pc:docMk/>
            <pc:sldMk cId="1576112871" sldId="604"/>
            <ac:spMk id="22" creationId="{0544B906-C329-6849-8473-0B5AA28DD31F}"/>
          </ac:spMkLst>
        </pc:spChg>
        <pc:spChg chg="add mod">
          <ac:chgData name="Chris Alvin" userId="1477fe7d-12c1-4dcd-b708-f1331679ff1c" providerId="ADAL" clId="{977EEFC1-1CBA-418C-B7A6-63C2CC8884F1}" dt="2025-11-19T16:47:05.055" v="10107" actId="1076"/>
          <ac:spMkLst>
            <pc:docMk/>
            <pc:sldMk cId="1576112871" sldId="604"/>
            <ac:spMk id="26" creationId="{918B15AA-361D-172A-2AA3-179C31D3F67B}"/>
          </ac:spMkLst>
        </pc:spChg>
        <pc:spChg chg="add mod">
          <ac:chgData name="Chris Alvin" userId="1477fe7d-12c1-4dcd-b708-f1331679ff1c" providerId="ADAL" clId="{977EEFC1-1CBA-418C-B7A6-63C2CC8884F1}" dt="2025-11-19T16:47:05.055" v="10107" actId="1076"/>
          <ac:spMkLst>
            <pc:docMk/>
            <pc:sldMk cId="1576112871" sldId="604"/>
            <ac:spMk id="29" creationId="{7FA21C32-5544-BBED-4717-95B6E548949B}"/>
          </ac:spMkLst>
        </pc:spChg>
        <pc:spChg chg="add mod">
          <ac:chgData name="Chris Alvin" userId="1477fe7d-12c1-4dcd-b708-f1331679ff1c" providerId="ADAL" clId="{977EEFC1-1CBA-418C-B7A6-63C2CC8884F1}" dt="2025-11-19T16:47:05.055" v="10107" actId="1076"/>
          <ac:spMkLst>
            <pc:docMk/>
            <pc:sldMk cId="1576112871" sldId="604"/>
            <ac:spMk id="31" creationId="{50A6FCC2-EEDC-6488-423E-D1FA73465A80}"/>
          </ac:spMkLst>
        </pc:spChg>
        <pc:spChg chg="add mod">
          <ac:chgData name="Chris Alvin" userId="1477fe7d-12c1-4dcd-b708-f1331679ff1c" providerId="ADAL" clId="{977EEFC1-1CBA-418C-B7A6-63C2CC8884F1}" dt="2025-11-19T16:28:59.904" v="10097" actId="1076"/>
          <ac:spMkLst>
            <pc:docMk/>
            <pc:sldMk cId="1576112871" sldId="604"/>
            <ac:spMk id="32" creationId="{BF08360A-AD5F-9BE0-B485-5A9021A18BFF}"/>
          </ac:spMkLst>
        </pc:spChg>
        <pc:spChg chg="add mod">
          <ac:chgData name="Chris Alvin" userId="1477fe7d-12c1-4dcd-b708-f1331679ff1c" providerId="ADAL" clId="{977EEFC1-1CBA-418C-B7A6-63C2CC8884F1}" dt="2025-11-19T16:47:05.055" v="10107" actId="1076"/>
          <ac:spMkLst>
            <pc:docMk/>
            <pc:sldMk cId="1576112871" sldId="604"/>
            <ac:spMk id="33" creationId="{A071E642-5956-3F2E-C7C8-1673EEC20DC0}"/>
          </ac:spMkLst>
        </pc:spChg>
        <pc:spChg chg="add mod">
          <ac:chgData name="Chris Alvin" userId="1477fe7d-12c1-4dcd-b708-f1331679ff1c" providerId="ADAL" clId="{977EEFC1-1CBA-418C-B7A6-63C2CC8884F1}" dt="2025-11-19T16:47:05.055" v="10107" actId="1076"/>
          <ac:spMkLst>
            <pc:docMk/>
            <pc:sldMk cId="1576112871" sldId="604"/>
            <ac:spMk id="34" creationId="{DB8DD769-5CF0-0C25-6F7E-E48BE131A9E8}"/>
          </ac:spMkLst>
        </pc:spChg>
        <pc:spChg chg="add mod">
          <ac:chgData name="Chris Alvin" userId="1477fe7d-12c1-4dcd-b708-f1331679ff1c" providerId="ADAL" clId="{977EEFC1-1CBA-418C-B7A6-63C2CC8884F1}" dt="2025-11-19T16:28:56.604" v="10096" actId="1076"/>
          <ac:spMkLst>
            <pc:docMk/>
            <pc:sldMk cId="1576112871" sldId="604"/>
            <ac:spMk id="35" creationId="{4DDE0CF6-F78B-3A6E-A0E3-71EE2AFBDCCA}"/>
          </ac:spMkLst>
        </pc:spChg>
        <pc:spChg chg="add mod">
          <ac:chgData name="Chris Alvin" userId="1477fe7d-12c1-4dcd-b708-f1331679ff1c" providerId="ADAL" clId="{977EEFC1-1CBA-418C-B7A6-63C2CC8884F1}" dt="2025-11-19T16:28:49.174" v="10095" actId="1076"/>
          <ac:spMkLst>
            <pc:docMk/>
            <pc:sldMk cId="1576112871" sldId="604"/>
            <ac:spMk id="36" creationId="{009EB2DE-97A6-9969-43D1-3A8AE7369EFA}"/>
          </ac:spMkLst>
        </pc:spChg>
        <pc:spChg chg="add mod">
          <ac:chgData name="Chris Alvin" userId="1477fe7d-12c1-4dcd-b708-f1331679ff1c" providerId="ADAL" clId="{977EEFC1-1CBA-418C-B7A6-63C2CC8884F1}" dt="2025-11-19T16:30:08.105" v="10105" actId="1076"/>
          <ac:spMkLst>
            <pc:docMk/>
            <pc:sldMk cId="1576112871" sldId="604"/>
            <ac:spMk id="38" creationId="{4D71527A-1446-097C-14EA-2CF14EC63F74}"/>
          </ac:spMkLst>
        </pc:spChg>
        <pc:spChg chg="add mod">
          <ac:chgData name="Chris Alvin" userId="1477fe7d-12c1-4dcd-b708-f1331679ff1c" providerId="ADAL" clId="{977EEFC1-1CBA-418C-B7A6-63C2CC8884F1}" dt="2025-11-19T16:30:08.105" v="10105" actId="1076"/>
          <ac:spMkLst>
            <pc:docMk/>
            <pc:sldMk cId="1576112871" sldId="604"/>
            <ac:spMk id="39" creationId="{2B51765A-6047-B85E-C27C-712D8F997A6D}"/>
          </ac:spMkLst>
        </pc:spChg>
        <pc:spChg chg="add mod">
          <ac:chgData name="Chris Alvin" userId="1477fe7d-12c1-4dcd-b708-f1331679ff1c" providerId="ADAL" clId="{977EEFC1-1CBA-418C-B7A6-63C2CC8884F1}" dt="2025-11-19T16:30:08.105" v="10105" actId="1076"/>
          <ac:spMkLst>
            <pc:docMk/>
            <pc:sldMk cId="1576112871" sldId="604"/>
            <ac:spMk id="40" creationId="{D1DFA2D9-D7AB-6176-4C01-6BE3E90DAEFB}"/>
          </ac:spMkLst>
        </pc:spChg>
        <pc:spChg chg="add mod">
          <ac:chgData name="Chris Alvin" userId="1477fe7d-12c1-4dcd-b708-f1331679ff1c" providerId="ADAL" clId="{977EEFC1-1CBA-418C-B7A6-63C2CC8884F1}" dt="2025-11-19T16:47:05.055" v="10107" actId="1076"/>
          <ac:spMkLst>
            <pc:docMk/>
            <pc:sldMk cId="1576112871" sldId="604"/>
            <ac:spMk id="42" creationId="{7F8345C9-DC06-8888-C506-664CBFB9191E}"/>
          </ac:spMkLst>
        </pc:spChg>
        <pc:spChg chg="add mod">
          <ac:chgData name="Chris Alvin" userId="1477fe7d-12c1-4dcd-b708-f1331679ff1c" providerId="ADAL" clId="{977EEFC1-1CBA-418C-B7A6-63C2CC8884F1}" dt="2025-11-19T16:47:27.844" v="10113" actId="14100"/>
          <ac:spMkLst>
            <pc:docMk/>
            <pc:sldMk cId="1576112871" sldId="604"/>
            <ac:spMk id="43" creationId="{3387FD07-3619-3931-37F4-64C72F9EF06E}"/>
          </ac:spMkLst>
        </pc:spChg>
        <pc:spChg chg="add mod">
          <ac:chgData name="Chris Alvin" userId="1477fe7d-12c1-4dcd-b708-f1331679ff1c" providerId="ADAL" clId="{977EEFC1-1CBA-418C-B7A6-63C2CC8884F1}" dt="2025-11-19T16:28:03.364" v="10090" actId="1076"/>
          <ac:spMkLst>
            <pc:docMk/>
            <pc:sldMk cId="1576112871" sldId="604"/>
            <ac:spMk id="44" creationId="{A4970E40-348C-228C-2D19-4B31464584B2}"/>
          </ac:spMkLst>
        </pc:spChg>
        <pc:spChg chg="add mod">
          <ac:chgData name="Chris Alvin" userId="1477fe7d-12c1-4dcd-b708-f1331679ff1c" providerId="ADAL" clId="{977EEFC1-1CBA-418C-B7A6-63C2CC8884F1}" dt="2025-11-19T16:30:08.105" v="10105" actId="1076"/>
          <ac:spMkLst>
            <pc:docMk/>
            <pc:sldMk cId="1576112871" sldId="604"/>
            <ac:spMk id="45" creationId="{ECAB38F8-2B40-DC3C-EE4C-B51B317ED4CB}"/>
          </ac:spMkLst>
        </pc:spChg>
        <pc:spChg chg="add mod">
          <ac:chgData name="Chris Alvin" userId="1477fe7d-12c1-4dcd-b708-f1331679ff1c" providerId="ADAL" clId="{977EEFC1-1CBA-418C-B7A6-63C2CC8884F1}" dt="2025-11-19T16:27:33.555" v="10082" actId="1076"/>
          <ac:spMkLst>
            <pc:docMk/>
            <pc:sldMk cId="1576112871" sldId="604"/>
            <ac:spMk id="46" creationId="{959C731E-AA84-C63C-8574-446BED3AE763}"/>
          </ac:spMkLst>
        </pc:spChg>
        <pc:spChg chg="add mod">
          <ac:chgData name="Chris Alvin" userId="1477fe7d-12c1-4dcd-b708-f1331679ff1c" providerId="ADAL" clId="{977EEFC1-1CBA-418C-B7A6-63C2CC8884F1}" dt="2025-11-19T16:29:08.684" v="10099" actId="1076"/>
          <ac:spMkLst>
            <pc:docMk/>
            <pc:sldMk cId="1576112871" sldId="604"/>
            <ac:spMk id="47" creationId="{4399DD0C-ABDD-DDCB-EC6C-E2BAE01F3FFF}"/>
          </ac:spMkLst>
        </pc:spChg>
        <pc:spChg chg="add mod">
          <ac:chgData name="Chris Alvin" userId="1477fe7d-12c1-4dcd-b708-f1331679ff1c" providerId="ADAL" clId="{977EEFC1-1CBA-418C-B7A6-63C2CC8884F1}" dt="2025-11-19T16:47:05.055" v="10107" actId="1076"/>
          <ac:spMkLst>
            <pc:docMk/>
            <pc:sldMk cId="1576112871" sldId="604"/>
            <ac:spMk id="48" creationId="{96EB89DB-5EC6-D919-4DE7-9A6950880B7E}"/>
          </ac:spMkLst>
        </pc:spChg>
        <pc:spChg chg="add mod">
          <ac:chgData name="Chris Alvin" userId="1477fe7d-12c1-4dcd-b708-f1331679ff1c" providerId="ADAL" clId="{977EEFC1-1CBA-418C-B7A6-63C2CC8884F1}" dt="2025-11-19T16:30:08.105" v="10105" actId="1076"/>
          <ac:spMkLst>
            <pc:docMk/>
            <pc:sldMk cId="1576112871" sldId="604"/>
            <ac:spMk id="49" creationId="{6CA60AE6-D6F0-09D9-F24E-EDE8EA967B9E}"/>
          </ac:spMkLst>
        </pc:spChg>
        <pc:spChg chg="add mod">
          <ac:chgData name="Chris Alvin" userId="1477fe7d-12c1-4dcd-b708-f1331679ff1c" providerId="ADAL" clId="{977EEFC1-1CBA-418C-B7A6-63C2CC8884F1}" dt="2025-11-19T16:27:41.314" v="10085" actId="1076"/>
          <ac:spMkLst>
            <pc:docMk/>
            <pc:sldMk cId="1576112871" sldId="604"/>
            <ac:spMk id="50" creationId="{DA8BE9C9-4612-359A-6FE9-8C6AA00F68EB}"/>
          </ac:spMkLst>
        </pc:spChg>
        <pc:spChg chg="add mod">
          <ac:chgData name="Chris Alvin" userId="1477fe7d-12c1-4dcd-b708-f1331679ff1c" providerId="ADAL" clId="{977EEFC1-1CBA-418C-B7A6-63C2CC8884F1}" dt="2025-11-19T16:29:19.374" v="10101" actId="1076"/>
          <ac:spMkLst>
            <pc:docMk/>
            <pc:sldMk cId="1576112871" sldId="604"/>
            <ac:spMk id="51" creationId="{914A10D1-5B33-4A76-FF68-9606E8B5E0B1}"/>
          </ac:spMkLst>
        </pc:spChg>
        <pc:spChg chg="add mod">
          <ac:chgData name="Chris Alvin" userId="1477fe7d-12c1-4dcd-b708-f1331679ff1c" providerId="ADAL" clId="{977EEFC1-1CBA-418C-B7A6-63C2CC8884F1}" dt="2025-11-19T16:47:05.055" v="10107" actId="1076"/>
          <ac:spMkLst>
            <pc:docMk/>
            <pc:sldMk cId="1576112871" sldId="604"/>
            <ac:spMk id="52" creationId="{756D6C16-8494-562E-463C-028AB3C33B52}"/>
          </ac:spMkLst>
        </pc:spChg>
        <pc:spChg chg="add mod">
          <ac:chgData name="Chris Alvin" userId="1477fe7d-12c1-4dcd-b708-f1331679ff1c" providerId="ADAL" clId="{977EEFC1-1CBA-418C-B7A6-63C2CC8884F1}" dt="2025-11-19T16:30:08.105" v="10105" actId="1076"/>
          <ac:spMkLst>
            <pc:docMk/>
            <pc:sldMk cId="1576112871" sldId="604"/>
            <ac:spMk id="53" creationId="{C6A0DB72-8809-B661-C923-18E1FEBB7C1A}"/>
          </ac:spMkLst>
        </pc:spChg>
        <pc:picChg chg="add mod">
          <ac:chgData name="Chris Alvin" userId="1477fe7d-12c1-4dcd-b708-f1331679ff1c" providerId="ADAL" clId="{977EEFC1-1CBA-418C-B7A6-63C2CC8884F1}" dt="2025-11-19T16:46:41.196" v="10106" actId="14100"/>
          <ac:picMkLst>
            <pc:docMk/>
            <pc:sldMk cId="1576112871" sldId="604"/>
            <ac:picMk id="18" creationId="{EC35DE2E-BE84-E1D2-15F5-C36DC2FC69DC}"/>
          </ac:picMkLst>
        </pc:picChg>
      </pc:sldChg>
      <pc:sldChg chg="addSp delSp modSp add mod delAnim modAnim">
        <pc:chgData name="Chris Alvin" userId="1477fe7d-12c1-4dcd-b708-f1331679ff1c" providerId="ADAL" clId="{977EEFC1-1CBA-418C-B7A6-63C2CC8884F1}" dt="2025-11-19T17:14:06.137" v="10402" actId="14100"/>
        <pc:sldMkLst>
          <pc:docMk/>
          <pc:sldMk cId="2906312965" sldId="605"/>
        </pc:sldMkLst>
        <pc:spChg chg="mod">
          <ac:chgData name="Chris Alvin" userId="1477fe7d-12c1-4dcd-b708-f1331679ff1c" providerId="ADAL" clId="{977EEFC1-1CBA-418C-B7A6-63C2CC8884F1}" dt="2025-11-19T17:07:54.697" v="10322" actId="20577"/>
          <ac:spMkLst>
            <pc:docMk/>
            <pc:sldMk cId="2906312965" sldId="605"/>
            <ac:spMk id="4" creationId="{CB8422C2-1704-E3AB-A8CB-CC5C97742CE8}"/>
          </ac:spMkLst>
        </pc:spChg>
        <pc:spChg chg="add mod">
          <ac:chgData name="Chris Alvin" userId="1477fe7d-12c1-4dcd-b708-f1331679ff1c" providerId="ADAL" clId="{977EEFC1-1CBA-418C-B7A6-63C2CC8884F1}" dt="2025-11-19T17:03:19.237" v="10305" actId="1076"/>
          <ac:spMkLst>
            <pc:docMk/>
            <pc:sldMk cId="2906312965" sldId="605"/>
            <ac:spMk id="7" creationId="{7F62E414-1D49-88CB-4CFA-DB26D1E52435}"/>
          </ac:spMkLst>
        </pc:spChg>
        <pc:spChg chg="add mod">
          <ac:chgData name="Chris Alvin" userId="1477fe7d-12c1-4dcd-b708-f1331679ff1c" providerId="ADAL" clId="{977EEFC1-1CBA-418C-B7A6-63C2CC8884F1}" dt="2025-11-19T17:03:36.797" v="10311" actId="1076"/>
          <ac:spMkLst>
            <pc:docMk/>
            <pc:sldMk cId="2906312965" sldId="605"/>
            <ac:spMk id="8" creationId="{2ACCDE50-252F-7887-2542-B6D89C9B36F0}"/>
          </ac:spMkLst>
        </pc:spChg>
        <pc:spChg chg="add mod">
          <ac:chgData name="Chris Alvin" userId="1477fe7d-12c1-4dcd-b708-f1331679ff1c" providerId="ADAL" clId="{977EEFC1-1CBA-418C-B7A6-63C2CC8884F1}" dt="2025-11-19T17:03:36.797" v="10311" actId="1076"/>
          <ac:spMkLst>
            <pc:docMk/>
            <pc:sldMk cId="2906312965" sldId="605"/>
            <ac:spMk id="9" creationId="{685098C3-9428-7E05-DAE3-495DC48F591E}"/>
          </ac:spMkLst>
        </pc:spChg>
        <pc:spChg chg="add mod">
          <ac:chgData name="Chris Alvin" userId="1477fe7d-12c1-4dcd-b708-f1331679ff1c" providerId="ADAL" clId="{977EEFC1-1CBA-418C-B7A6-63C2CC8884F1}" dt="2025-11-19T17:03:48.577" v="10312" actId="1076"/>
          <ac:spMkLst>
            <pc:docMk/>
            <pc:sldMk cId="2906312965" sldId="605"/>
            <ac:spMk id="11" creationId="{B8B893D2-2CA5-525E-84F4-24EBB62EB782}"/>
          </ac:spMkLst>
        </pc:spChg>
        <pc:spChg chg="add mod">
          <ac:chgData name="Chris Alvin" userId="1477fe7d-12c1-4dcd-b708-f1331679ff1c" providerId="ADAL" clId="{977EEFC1-1CBA-418C-B7A6-63C2CC8884F1}" dt="2025-11-19T17:06:50.937" v="10320" actId="1076"/>
          <ac:spMkLst>
            <pc:docMk/>
            <pc:sldMk cId="2906312965" sldId="605"/>
            <ac:spMk id="12" creationId="{F4CADFD5-77B6-FFAE-3307-1FA14381AD8B}"/>
          </ac:spMkLst>
        </pc:spChg>
        <pc:spChg chg="add mod">
          <ac:chgData name="Chris Alvin" userId="1477fe7d-12c1-4dcd-b708-f1331679ff1c" providerId="ADAL" clId="{977EEFC1-1CBA-418C-B7A6-63C2CC8884F1}" dt="2025-11-19T17:06:50.937" v="10320" actId="1076"/>
          <ac:spMkLst>
            <pc:docMk/>
            <pc:sldMk cId="2906312965" sldId="605"/>
            <ac:spMk id="13" creationId="{6308706D-C786-B576-EE33-8C512381C972}"/>
          </ac:spMkLst>
        </pc:spChg>
        <pc:spChg chg="add mod">
          <ac:chgData name="Chris Alvin" userId="1477fe7d-12c1-4dcd-b708-f1331679ff1c" providerId="ADAL" clId="{977EEFC1-1CBA-418C-B7A6-63C2CC8884F1}" dt="2025-11-19T17:03:21.748" v="10306" actId="1076"/>
          <ac:spMkLst>
            <pc:docMk/>
            <pc:sldMk cId="2906312965" sldId="605"/>
            <ac:spMk id="15" creationId="{1E20E610-5086-5499-73F6-37F9857F5B01}"/>
          </ac:spMkLst>
        </pc:spChg>
        <pc:spChg chg="add mod">
          <ac:chgData name="Chris Alvin" userId="1477fe7d-12c1-4dcd-b708-f1331679ff1c" providerId="ADAL" clId="{977EEFC1-1CBA-418C-B7A6-63C2CC8884F1}" dt="2025-11-19T17:03:24.521" v="10307" actId="1076"/>
          <ac:spMkLst>
            <pc:docMk/>
            <pc:sldMk cId="2906312965" sldId="605"/>
            <ac:spMk id="16" creationId="{6557F131-1646-8E31-2E87-B6AEC23F86F9}"/>
          </ac:spMkLst>
        </pc:spChg>
        <pc:spChg chg="add mod">
          <ac:chgData name="Chris Alvin" userId="1477fe7d-12c1-4dcd-b708-f1331679ff1c" providerId="ADAL" clId="{977EEFC1-1CBA-418C-B7A6-63C2CC8884F1}" dt="2025-11-19T17:03:30.657" v="10309" actId="2085"/>
          <ac:spMkLst>
            <pc:docMk/>
            <pc:sldMk cId="2906312965" sldId="605"/>
            <ac:spMk id="17" creationId="{040D2679-DC9C-5F34-1E44-7FE575477381}"/>
          </ac:spMkLst>
        </pc:spChg>
        <pc:spChg chg="add mod">
          <ac:chgData name="Chris Alvin" userId="1477fe7d-12c1-4dcd-b708-f1331679ff1c" providerId="ADAL" clId="{977EEFC1-1CBA-418C-B7A6-63C2CC8884F1}" dt="2025-11-19T17:06:12.887" v="10319"/>
          <ac:spMkLst>
            <pc:docMk/>
            <pc:sldMk cId="2906312965" sldId="605"/>
            <ac:spMk id="19" creationId="{BBBA7284-1683-8304-78E6-430ED35FBFDC}"/>
          </ac:spMkLst>
        </pc:spChg>
        <pc:spChg chg="add mod">
          <ac:chgData name="Chris Alvin" userId="1477fe7d-12c1-4dcd-b708-f1331679ff1c" providerId="ADAL" clId="{977EEFC1-1CBA-418C-B7A6-63C2CC8884F1}" dt="2025-11-19T17:05:10.567" v="10315"/>
          <ac:spMkLst>
            <pc:docMk/>
            <pc:sldMk cId="2906312965" sldId="605"/>
            <ac:spMk id="20" creationId="{798AA902-38A1-AA3A-5939-9749CC7A9D67}"/>
          </ac:spMkLst>
        </pc:spChg>
        <pc:spChg chg="add mod">
          <ac:chgData name="Chris Alvin" userId="1477fe7d-12c1-4dcd-b708-f1331679ff1c" providerId="ADAL" clId="{977EEFC1-1CBA-418C-B7A6-63C2CC8884F1}" dt="2025-11-19T17:05:22.837" v="10317"/>
          <ac:spMkLst>
            <pc:docMk/>
            <pc:sldMk cId="2906312965" sldId="605"/>
            <ac:spMk id="21" creationId="{5174DF53-1E6F-8A93-64F3-478C52A0433E}"/>
          </ac:spMkLst>
        </pc:spChg>
        <pc:picChg chg="add mod">
          <ac:chgData name="Chris Alvin" userId="1477fe7d-12c1-4dcd-b708-f1331679ff1c" providerId="ADAL" clId="{977EEFC1-1CBA-418C-B7A6-63C2CC8884F1}" dt="2025-11-19T17:03:12.087" v="10304" actId="1076"/>
          <ac:picMkLst>
            <pc:docMk/>
            <pc:sldMk cId="2906312965" sldId="605"/>
            <ac:picMk id="3" creationId="{FEDB9773-0DB1-B5D7-1C40-7762F140E7E7}"/>
          </ac:picMkLst>
        </pc:picChg>
        <pc:cxnChg chg="add mod">
          <ac:chgData name="Chris Alvin" userId="1477fe7d-12c1-4dcd-b708-f1331679ff1c" providerId="ADAL" clId="{977EEFC1-1CBA-418C-B7A6-63C2CC8884F1}" dt="2025-11-19T17:14:06.137" v="10402" actId="14100"/>
          <ac:cxnSpMkLst>
            <pc:docMk/>
            <pc:sldMk cId="2906312965" sldId="605"/>
            <ac:cxnSpMk id="23" creationId="{36A8647A-66C6-A18E-C9BC-ABEFE1027DDD}"/>
          </ac:cxnSpMkLst>
        </pc:cxnChg>
      </pc:sldChg>
      <pc:sldChg chg="addSp delSp modSp add mod delAnim modAnim">
        <pc:chgData name="Chris Alvin" userId="1477fe7d-12c1-4dcd-b708-f1331679ff1c" providerId="ADAL" clId="{977EEFC1-1CBA-418C-B7A6-63C2CC8884F1}" dt="2025-12-16T13:37:51.826" v="14237"/>
        <pc:sldMkLst>
          <pc:docMk/>
          <pc:sldMk cId="3027034412" sldId="606"/>
        </pc:sldMkLst>
        <pc:spChg chg="mod">
          <ac:chgData name="Chris Alvin" userId="1477fe7d-12c1-4dcd-b708-f1331679ff1c" providerId="ADAL" clId="{977EEFC1-1CBA-418C-B7A6-63C2CC8884F1}" dt="2025-11-19T17:08:02.921" v="10325" actId="20577"/>
          <ac:spMkLst>
            <pc:docMk/>
            <pc:sldMk cId="3027034412" sldId="606"/>
            <ac:spMk id="4" creationId="{B759E589-6AE5-8979-2BB7-40ADBE8A04CE}"/>
          </ac:spMkLst>
        </pc:spChg>
        <pc:spChg chg="add mod">
          <ac:chgData name="Chris Alvin" userId="1477fe7d-12c1-4dcd-b708-f1331679ff1c" providerId="ADAL" clId="{977EEFC1-1CBA-418C-B7A6-63C2CC8884F1}" dt="2025-11-19T17:13:29.742" v="10396" actId="1076"/>
          <ac:spMkLst>
            <pc:docMk/>
            <pc:sldMk cId="3027034412" sldId="606"/>
            <ac:spMk id="6" creationId="{E74F570C-CF69-C3C0-91C7-805DBD4F4BC7}"/>
          </ac:spMkLst>
        </pc:spChg>
        <pc:spChg chg="mod">
          <ac:chgData name="Chris Alvin" userId="1477fe7d-12c1-4dcd-b708-f1331679ff1c" providerId="ADAL" clId="{977EEFC1-1CBA-418C-B7A6-63C2CC8884F1}" dt="2025-11-19T17:13:29.742" v="10396" actId="1076"/>
          <ac:spMkLst>
            <pc:docMk/>
            <pc:sldMk cId="3027034412" sldId="606"/>
            <ac:spMk id="7" creationId="{A42B1A9C-F2E7-2C32-3663-CD2C64295FE6}"/>
          </ac:spMkLst>
        </pc:spChg>
        <pc:spChg chg="mod">
          <ac:chgData name="Chris Alvin" userId="1477fe7d-12c1-4dcd-b708-f1331679ff1c" providerId="ADAL" clId="{977EEFC1-1CBA-418C-B7A6-63C2CC8884F1}" dt="2025-11-19T17:13:29.742" v="10396" actId="1076"/>
          <ac:spMkLst>
            <pc:docMk/>
            <pc:sldMk cId="3027034412" sldId="606"/>
            <ac:spMk id="8" creationId="{6ABFABDD-61A5-A16C-43CF-FCBA5B1E1C66}"/>
          </ac:spMkLst>
        </pc:spChg>
        <pc:spChg chg="mod">
          <ac:chgData name="Chris Alvin" userId="1477fe7d-12c1-4dcd-b708-f1331679ff1c" providerId="ADAL" clId="{977EEFC1-1CBA-418C-B7A6-63C2CC8884F1}" dt="2025-11-19T17:13:29.742" v="10396" actId="1076"/>
          <ac:spMkLst>
            <pc:docMk/>
            <pc:sldMk cId="3027034412" sldId="606"/>
            <ac:spMk id="9" creationId="{2641C23B-2AD4-00B1-BE83-CA1B18EC88CC}"/>
          </ac:spMkLst>
        </pc:spChg>
        <pc:spChg chg="add mod">
          <ac:chgData name="Chris Alvin" userId="1477fe7d-12c1-4dcd-b708-f1331679ff1c" providerId="ADAL" clId="{977EEFC1-1CBA-418C-B7A6-63C2CC8884F1}" dt="2025-11-19T17:13:29.742" v="10396" actId="1076"/>
          <ac:spMkLst>
            <pc:docMk/>
            <pc:sldMk cId="3027034412" sldId="606"/>
            <ac:spMk id="10" creationId="{4A774FD9-9D1B-86BA-D914-B67BC12CB40B}"/>
          </ac:spMkLst>
        </pc:spChg>
        <pc:spChg chg="add mod">
          <ac:chgData name="Chris Alvin" userId="1477fe7d-12c1-4dcd-b708-f1331679ff1c" providerId="ADAL" clId="{977EEFC1-1CBA-418C-B7A6-63C2CC8884F1}" dt="2025-11-19T17:12:35.137" v="10382" actId="1076"/>
          <ac:spMkLst>
            <pc:docMk/>
            <pc:sldMk cId="3027034412" sldId="606"/>
            <ac:spMk id="14" creationId="{A17D46EA-74AD-6B2D-18DE-252B76497AE2}"/>
          </ac:spMkLst>
        </pc:spChg>
        <pc:spChg chg="mod">
          <ac:chgData name="Chris Alvin" userId="1477fe7d-12c1-4dcd-b708-f1331679ff1c" providerId="ADAL" clId="{977EEFC1-1CBA-418C-B7A6-63C2CC8884F1}" dt="2025-11-19T17:13:29.742" v="10396" actId="1076"/>
          <ac:spMkLst>
            <pc:docMk/>
            <pc:sldMk cId="3027034412" sldId="606"/>
            <ac:spMk id="15" creationId="{5B84D800-D77A-F485-55F6-E0BFB47251C7}"/>
          </ac:spMkLst>
        </pc:spChg>
        <pc:spChg chg="mod">
          <ac:chgData name="Chris Alvin" userId="1477fe7d-12c1-4dcd-b708-f1331679ff1c" providerId="ADAL" clId="{977EEFC1-1CBA-418C-B7A6-63C2CC8884F1}" dt="2025-11-19T17:13:29.742" v="10396" actId="1076"/>
          <ac:spMkLst>
            <pc:docMk/>
            <pc:sldMk cId="3027034412" sldId="606"/>
            <ac:spMk id="16" creationId="{1C89FF83-2C45-B05D-AE3B-06B6216C74D4}"/>
          </ac:spMkLst>
        </pc:spChg>
        <pc:spChg chg="mod">
          <ac:chgData name="Chris Alvin" userId="1477fe7d-12c1-4dcd-b708-f1331679ff1c" providerId="ADAL" clId="{977EEFC1-1CBA-418C-B7A6-63C2CC8884F1}" dt="2025-11-19T17:13:29.742" v="10396" actId="1076"/>
          <ac:spMkLst>
            <pc:docMk/>
            <pc:sldMk cId="3027034412" sldId="606"/>
            <ac:spMk id="17" creationId="{14C687A8-61AD-F22F-9604-21FA8F071300}"/>
          </ac:spMkLst>
        </pc:spChg>
        <pc:spChg chg="add mod">
          <ac:chgData name="Chris Alvin" userId="1477fe7d-12c1-4dcd-b708-f1331679ff1c" providerId="ADAL" clId="{977EEFC1-1CBA-418C-B7A6-63C2CC8884F1}" dt="2025-11-19T17:12:39.948" v="10383" actId="14100"/>
          <ac:spMkLst>
            <pc:docMk/>
            <pc:sldMk cId="3027034412" sldId="606"/>
            <ac:spMk id="18" creationId="{F79036CE-9AD1-1245-DDBB-CCBC64D02794}"/>
          </ac:spMkLst>
        </pc:spChg>
        <pc:spChg chg="add mod">
          <ac:chgData name="Chris Alvin" userId="1477fe7d-12c1-4dcd-b708-f1331679ff1c" providerId="ADAL" clId="{977EEFC1-1CBA-418C-B7A6-63C2CC8884F1}" dt="2025-11-19T17:12:35.137" v="10382" actId="1076"/>
          <ac:spMkLst>
            <pc:docMk/>
            <pc:sldMk cId="3027034412" sldId="606"/>
            <ac:spMk id="23" creationId="{D7351174-2ECA-A074-9F5B-C9148E27559C}"/>
          </ac:spMkLst>
        </pc:spChg>
        <pc:spChg chg="add mod">
          <ac:chgData name="Chris Alvin" userId="1477fe7d-12c1-4dcd-b708-f1331679ff1c" providerId="ADAL" clId="{977EEFC1-1CBA-418C-B7A6-63C2CC8884F1}" dt="2025-11-19T17:12:35.137" v="10382" actId="1076"/>
          <ac:spMkLst>
            <pc:docMk/>
            <pc:sldMk cId="3027034412" sldId="606"/>
            <ac:spMk id="24" creationId="{E884F44E-9D6D-3C71-6857-83AC7ECFF5D1}"/>
          </ac:spMkLst>
        </pc:spChg>
        <pc:cxnChg chg="add mod">
          <ac:chgData name="Chris Alvin" userId="1477fe7d-12c1-4dcd-b708-f1331679ff1c" providerId="ADAL" clId="{977EEFC1-1CBA-418C-B7A6-63C2CC8884F1}" dt="2025-11-19T17:13:56.917" v="10399" actId="14100"/>
          <ac:cxnSpMkLst>
            <pc:docMk/>
            <pc:sldMk cId="3027034412" sldId="606"/>
            <ac:cxnSpMk id="25" creationId="{E5A90875-F353-AC68-6187-F5DF9EB4ADA3}"/>
          </ac:cxnSpMkLst>
        </pc:cxnChg>
      </pc:sldChg>
      <pc:sldChg chg="addSp delSp modSp add mod delAnim modAnim">
        <pc:chgData name="Chris Alvin" userId="1477fe7d-12c1-4dcd-b708-f1331679ff1c" providerId="ADAL" clId="{977EEFC1-1CBA-418C-B7A6-63C2CC8884F1}" dt="2025-11-19T17:40:09.794" v="10560" actId="1076"/>
        <pc:sldMkLst>
          <pc:docMk/>
          <pc:sldMk cId="2634391226" sldId="607"/>
        </pc:sldMkLst>
        <pc:spChg chg="mod">
          <ac:chgData name="Chris Alvin" userId="1477fe7d-12c1-4dcd-b708-f1331679ff1c" providerId="ADAL" clId="{977EEFC1-1CBA-418C-B7A6-63C2CC8884F1}" dt="2025-11-19T17:39:59.915" v="10558" actId="122"/>
          <ac:spMkLst>
            <pc:docMk/>
            <pc:sldMk cId="2634391226" sldId="607"/>
            <ac:spMk id="4" creationId="{AF873C0B-E3EA-BE0B-203D-F9B7E5D925F5}"/>
          </ac:spMkLst>
        </pc:spChg>
        <pc:spChg chg="add mod">
          <ac:chgData name="Chris Alvin" userId="1477fe7d-12c1-4dcd-b708-f1331679ff1c" providerId="ADAL" clId="{977EEFC1-1CBA-418C-B7A6-63C2CC8884F1}" dt="2025-11-19T17:40:06.793" v="10559" actId="1076"/>
          <ac:spMkLst>
            <pc:docMk/>
            <pc:sldMk cId="2634391226" sldId="607"/>
            <ac:spMk id="13" creationId="{A2F39D72-7125-57BC-4926-ADDD65637C5B}"/>
          </ac:spMkLst>
        </pc:spChg>
        <pc:spChg chg="mod">
          <ac:chgData name="Chris Alvin" userId="1477fe7d-12c1-4dcd-b708-f1331679ff1c" providerId="ADAL" clId="{977EEFC1-1CBA-418C-B7A6-63C2CC8884F1}" dt="2025-11-19T17:40:06.793" v="10559" actId="1076"/>
          <ac:spMkLst>
            <pc:docMk/>
            <pc:sldMk cId="2634391226" sldId="607"/>
            <ac:spMk id="14" creationId="{CC8637B4-D36F-7021-72B0-D9F49F58AE29}"/>
          </ac:spMkLst>
        </pc:spChg>
        <pc:spChg chg="mod">
          <ac:chgData name="Chris Alvin" userId="1477fe7d-12c1-4dcd-b708-f1331679ff1c" providerId="ADAL" clId="{977EEFC1-1CBA-418C-B7A6-63C2CC8884F1}" dt="2025-11-19T17:40:06.793" v="10559" actId="1076"/>
          <ac:spMkLst>
            <pc:docMk/>
            <pc:sldMk cId="2634391226" sldId="607"/>
            <ac:spMk id="18" creationId="{39554897-6B51-CBD3-4B8C-2D9EDAA9148F}"/>
          </ac:spMkLst>
        </pc:spChg>
        <pc:spChg chg="add mod">
          <ac:chgData name="Chris Alvin" userId="1477fe7d-12c1-4dcd-b708-f1331679ff1c" providerId="ADAL" clId="{977EEFC1-1CBA-418C-B7A6-63C2CC8884F1}" dt="2025-11-19T17:40:06.793" v="10559" actId="1076"/>
          <ac:spMkLst>
            <pc:docMk/>
            <pc:sldMk cId="2634391226" sldId="607"/>
            <ac:spMk id="19" creationId="{CB638998-F315-D63D-32BF-36DB763C8CF9}"/>
          </ac:spMkLst>
        </pc:spChg>
        <pc:spChg chg="add mod">
          <ac:chgData name="Chris Alvin" userId="1477fe7d-12c1-4dcd-b708-f1331679ff1c" providerId="ADAL" clId="{977EEFC1-1CBA-418C-B7A6-63C2CC8884F1}" dt="2025-11-19T17:40:06.793" v="10559" actId="1076"/>
          <ac:spMkLst>
            <pc:docMk/>
            <pc:sldMk cId="2634391226" sldId="607"/>
            <ac:spMk id="20" creationId="{6EF05767-59C6-DE3A-53E4-3E764CB2730F}"/>
          </ac:spMkLst>
        </pc:spChg>
        <pc:spChg chg="add mod">
          <ac:chgData name="Chris Alvin" userId="1477fe7d-12c1-4dcd-b708-f1331679ff1c" providerId="ADAL" clId="{977EEFC1-1CBA-418C-B7A6-63C2CC8884F1}" dt="2025-11-19T17:40:06.793" v="10559" actId="1076"/>
          <ac:spMkLst>
            <pc:docMk/>
            <pc:sldMk cId="2634391226" sldId="607"/>
            <ac:spMk id="21" creationId="{E6788531-EF41-18BA-D693-B16335AE2979}"/>
          </ac:spMkLst>
        </pc:spChg>
        <pc:spChg chg="add mod">
          <ac:chgData name="Chris Alvin" userId="1477fe7d-12c1-4dcd-b708-f1331679ff1c" providerId="ADAL" clId="{977EEFC1-1CBA-418C-B7A6-63C2CC8884F1}" dt="2025-11-19T17:40:06.793" v="10559" actId="1076"/>
          <ac:spMkLst>
            <pc:docMk/>
            <pc:sldMk cId="2634391226" sldId="607"/>
            <ac:spMk id="22" creationId="{7CE69E3C-14D8-5E64-74C3-F4561FFA180D}"/>
          </ac:spMkLst>
        </pc:spChg>
        <pc:spChg chg="mod">
          <ac:chgData name="Chris Alvin" userId="1477fe7d-12c1-4dcd-b708-f1331679ff1c" providerId="ADAL" clId="{977EEFC1-1CBA-418C-B7A6-63C2CC8884F1}" dt="2025-11-19T17:40:06.793" v="10559" actId="1076"/>
          <ac:spMkLst>
            <pc:docMk/>
            <pc:sldMk cId="2634391226" sldId="607"/>
            <ac:spMk id="23" creationId="{E7A4B43E-358B-983C-5066-4D42CFCFEAC9}"/>
          </ac:spMkLst>
        </pc:spChg>
        <pc:spChg chg="mod">
          <ac:chgData name="Chris Alvin" userId="1477fe7d-12c1-4dcd-b708-f1331679ff1c" providerId="ADAL" clId="{977EEFC1-1CBA-418C-B7A6-63C2CC8884F1}" dt="2025-11-19T17:40:06.793" v="10559" actId="1076"/>
          <ac:spMkLst>
            <pc:docMk/>
            <pc:sldMk cId="2634391226" sldId="607"/>
            <ac:spMk id="24" creationId="{6E8E1934-46E8-FD4C-41F6-7350BA83B9B1}"/>
          </ac:spMkLst>
        </pc:spChg>
        <pc:picChg chg="add mod">
          <ac:chgData name="Chris Alvin" userId="1477fe7d-12c1-4dcd-b708-f1331679ff1c" providerId="ADAL" clId="{977EEFC1-1CBA-418C-B7A6-63C2CC8884F1}" dt="2025-11-19T17:40:09.794" v="10560" actId="1076"/>
          <ac:picMkLst>
            <pc:docMk/>
            <pc:sldMk cId="2634391226" sldId="607"/>
            <ac:picMk id="12" creationId="{8F46FB62-FE87-609D-A80E-E3E61721C6E3}"/>
          </ac:picMkLst>
        </pc:picChg>
      </pc:sldChg>
      <pc:sldChg chg="addSp delSp modSp add mod delAnim modAnim">
        <pc:chgData name="Chris Alvin" userId="1477fe7d-12c1-4dcd-b708-f1331679ff1c" providerId="ADAL" clId="{977EEFC1-1CBA-418C-B7A6-63C2CC8884F1}" dt="2025-11-23T21:33:29.715" v="12263"/>
        <pc:sldMkLst>
          <pc:docMk/>
          <pc:sldMk cId="49937420" sldId="608"/>
        </pc:sldMkLst>
        <pc:spChg chg="add mod">
          <ac:chgData name="Chris Alvin" userId="1477fe7d-12c1-4dcd-b708-f1331679ff1c" providerId="ADAL" clId="{977EEFC1-1CBA-418C-B7A6-63C2CC8884F1}" dt="2025-11-23T21:33:10.178" v="12257" actId="1076"/>
          <ac:spMkLst>
            <pc:docMk/>
            <pc:sldMk cId="49937420" sldId="608"/>
            <ac:spMk id="2" creationId="{213F82E3-B8FF-C534-8CB9-5DB6CACCF2F5}"/>
          </ac:spMkLst>
        </pc:spChg>
        <pc:spChg chg="mod">
          <ac:chgData name="Chris Alvin" userId="1477fe7d-12c1-4dcd-b708-f1331679ff1c" providerId="ADAL" clId="{977EEFC1-1CBA-418C-B7A6-63C2CC8884F1}" dt="2025-11-19T19:05:32.666" v="11038"/>
          <ac:spMkLst>
            <pc:docMk/>
            <pc:sldMk cId="49937420" sldId="608"/>
            <ac:spMk id="4" creationId="{35F6260A-8920-DC31-F131-1CB202C8507C}"/>
          </ac:spMkLst>
        </pc:spChg>
        <pc:spChg chg="add mod">
          <ac:chgData name="Chris Alvin" userId="1477fe7d-12c1-4dcd-b708-f1331679ff1c" providerId="ADAL" clId="{977EEFC1-1CBA-418C-B7A6-63C2CC8884F1}" dt="2025-11-23T21:33:06.075" v="12256" actId="1076"/>
          <ac:spMkLst>
            <pc:docMk/>
            <pc:sldMk cId="49937420" sldId="608"/>
            <ac:spMk id="5" creationId="{EC382A9B-1EB8-2149-C8C7-423BB283B8B7}"/>
          </ac:spMkLst>
        </pc:spChg>
        <pc:spChg chg="add mod">
          <ac:chgData name="Chris Alvin" userId="1477fe7d-12c1-4dcd-b708-f1331679ff1c" providerId="ADAL" clId="{977EEFC1-1CBA-418C-B7A6-63C2CC8884F1}" dt="2025-11-23T21:33:06.075" v="12256" actId="1076"/>
          <ac:spMkLst>
            <pc:docMk/>
            <pc:sldMk cId="49937420" sldId="608"/>
            <ac:spMk id="31" creationId="{06E95C95-00CC-91EB-0DD5-4C6221EFFBEF}"/>
          </ac:spMkLst>
        </pc:spChg>
        <pc:spChg chg="add mod">
          <ac:chgData name="Chris Alvin" userId="1477fe7d-12c1-4dcd-b708-f1331679ff1c" providerId="ADAL" clId="{977EEFC1-1CBA-418C-B7A6-63C2CC8884F1}" dt="2025-11-23T21:33:06.075" v="12256" actId="1076"/>
          <ac:spMkLst>
            <pc:docMk/>
            <pc:sldMk cId="49937420" sldId="608"/>
            <ac:spMk id="32" creationId="{72054D04-0543-A98C-0196-CD7084B17C02}"/>
          </ac:spMkLst>
        </pc:spChg>
        <pc:spChg chg="add mod">
          <ac:chgData name="Chris Alvin" userId="1477fe7d-12c1-4dcd-b708-f1331679ff1c" providerId="ADAL" clId="{977EEFC1-1CBA-418C-B7A6-63C2CC8884F1}" dt="2025-11-23T21:33:06.075" v="12256" actId="1076"/>
          <ac:spMkLst>
            <pc:docMk/>
            <pc:sldMk cId="49937420" sldId="608"/>
            <ac:spMk id="33" creationId="{13DBBFC3-C8B3-6E35-507A-63872CCA6BBD}"/>
          </ac:spMkLst>
        </pc:spChg>
        <pc:spChg chg="add mod">
          <ac:chgData name="Chris Alvin" userId="1477fe7d-12c1-4dcd-b708-f1331679ff1c" providerId="ADAL" clId="{977EEFC1-1CBA-418C-B7A6-63C2CC8884F1}" dt="2025-11-23T21:33:10.178" v="12257" actId="1076"/>
          <ac:spMkLst>
            <pc:docMk/>
            <pc:sldMk cId="49937420" sldId="608"/>
            <ac:spMk id="36" creationId="{EB333AFE-86AF-A8AA-ABFC-132BB7AE37E4}"/>
          </ac:spMkLst>
        </pc:spChg>
        <pc:spChg chg="add mod">
          <ac:chgData name="Chris Alvin" userId="1477fe7d-12c1-4dcd-b708-f1331679ff1c" providerId="ADAL" clId="{977EEFC1-1CBA-418C-B7A6-63C2CC8884F1}" dt="2025-11-23T21:33:10.178" v="12257" actId="1076"/>
          <ac:spMkLst>
            <pc:docMk/>
            <pc:sldMk cId="49937420" sldId="608"/>
            <ac:spMk id="37" creationId="{695C85E5-6FDA-308B-CD93-02841AE92991}"/>
          </ac:spMkLst>
        </pc:spChg>
      </pc:sldChg>
      <pc:sldChg chg="addSp delSp modSp add mod ord modAnim">
        <pc:chgData name="Chris Alvin" userId="1477fe7d-12c1-4dcd-b708-f1331679ff1c" providerId="ADAL" clId="{977EEFC1-1CBA-418C-B7A6-63C2CC8884F1}" dt="2025-12-16T13:39:45.095" v="14239"/>
        <pc:sldMkLst>
          <pc:docMk/>
          <pc:sldMk cId="3582861287" sldId="609"/>
        </pc:sldMkLst>
        <pc:spChg chg="mod">
          <ac:chgData name="Chris Alvin" userId="1477fe7d-12c1-4dcd-b708-f1331679ff1c" providerId="ADAL" clId="{977EEFC1-1CBA-418C-B7A6-63C2CC8884F1}" dt="2025-11-19T19:04:55.230" v="11027" actId="1076"/>
          <ac:spMkLst>
            <pc:docMk/>
            <pc:sldMk cId="3582861287" sldId="609"/>
            <ac:spMk id="5" creationId="{AC13D414-075B-4725-0F19-4FFA22D92A94}"/>
          </ac:spMkLst>
        </pc:spChg>
        <pc:spChg chg="mod">
          <ac:chgData name="Chris Alvin" userId="1477fe7d-12c1-4dcd-b708-f1331679ff1c" providerId="ADAL" clId="{977EEFC1-1CBA-418C-B7A6-63C2CC8884F1}" dt="2025-11-19T19:04:55.230" v="11027" actId="1076"/>
          <ac:spMkLst>
            <pc:docMk/>
            <pc:sldMk cId="3582861287" sldId="609"/>
            <ac:spMk id="7" creationId="{FF78CD83-E0D3-2F00-D9A5-39509C8064CC}"/>
          </ac:spMkLst>
        </pc:spChg>
        <pc:spChg chg="mod">
          <ac:chgData name="Chris Alvin" userId="1477fe7d-12c1-4dcd-b708-f1331679ff1c" providerId="ADAL" clId="{977EEFC1-1CBA-418C-B7A6-63C2CC8884F1}" dt="2025-11-19T19:04:55.230" v="11027" actId="1076"/>
          <ac:spMkLst>
            <pc:docMk/>
            <pc:sldMk cId="3582861287" sldId="609"/>
            <ac:spMk id="8" creationId="{2338976E-CCD7-FEB2-6901-DAEA6B66FDEF}"/>
          </ac:spMkLst>
        </pc:spChg>
        <pc:spChg chg="mod">
          <ac:chgData name="Chris Alvin" userId="1477fe7d-12c1-4dcd-b708-f1331679ff1c" providerId="ADAL" clId="{977EEFC1-1CBA-418C-B7A6-63C2CC8884F1}" dt="2025-11-19T19:04:47.238" v="11026" actId="1076"/>
          <ac:spMkLst>
            <pc:docMk/>
            <pc:sldMk cId="3582861287" sldId="609"/>
            <ac:spMk id="9" creationId="{62D46409-9E6A-A702-E16E-31C703968680}"/>
          </ac:spMkLst>
        </pc:spChg>
        <pc:spChg chg="mod">
          <ac:chgData name="Chris Alvin" userId="1477fe7d-12c1-4dcd-b708-f1331679ff1c" providerId="ADAL" clId="{977EEFC1-1CBA-418C-B7A6-63C2CC8884F1}" dt="2025-11-19T19:04:47.238" v="11026" actId="1076"/>
          <ac:spMkLst>
            <pc:docMk/>
            <pc:sldMk cId="3582861287" sldId="609"/>
            <ac:spMk id="10" creationId="{9ACA4828-A811-4DFE-876B-5BBDED54E5D3}"/>
          </ac:spMkLst>
        </pc:spChg>
        <pc:spChg chg="mod">
          <ac:chgData name="Chris Alvin" userId="1477fe7d-12c1-4dcd-b708-f1331679ff1c" providerId="ADAL" clId="{977EEFC1-1CBA-418C-B7A6-63C2CC8884F1}" dt="2025-11-19T19:04:47.238" v="11026" actId="1076"/>
          <ac:spMkLst>
            <pc:docMk/>
            <pc:sldMk cId="3582861287" sldId="609"/>
            <ac:spMk id="11" creationId="{3E112E60-CBF0-E52A-CCDF-25BF4228664A}"/>
          </ac:spMkLst>
        </pc:spChg>
        <pc:spChg chg="add mod">
          <ac:chgData name="Chris Alvin" userId="1477fe7d-12c1-4dcd-b708-f1331679ff1c" providerId="ADAL" clId="{977EEFC1-1CBA-418C-B7A6-63C2CC8884F1}" dt="2025-11-19T19:05:15.224" v="11035" actId="1076"/>
          <ac:spMkLst>
            <pc:docMk/>
            <pc:sldMk cId="3582861287" sldId="609"/>
            <ac:spMk id="12" creationId="{C8294918-80AE-9BDC-97FB-17F4D51D039E}"/>
          </ac:spMkLst>
        </pc:spChg>
        <pc:spChg chg="mod">
          <ac:chgData name="Chris Alvin" userId="1477fe7d-12c1-4dcd-b708-f1331679ff1c" providerId="ADAL" clId="{977EEFC1-1CBA-418C-B7A6-63C2CC8884F1}" dt="2025-11-19T19:04:47.238" v="11026" actId="1076"/>
          <ac:spMkLst>
            <pc:docMk/>
            <pc:sldMk cId="3582861287" sldId="609"/>
            <ac:spMk id="15" creationId="{50428267-E978-48BC-4B05-FF38DFED1BD0}"/>
          </ac:spMkLst>
        </pc:spChg>
        <pc:spChg chg="mod">
          <ac:chgData name="Chris Alvin" userId="1477fe7d-12c1-4dcd-b708-f1331679ff1c" providerId="ADAL" clId="{977EEFC1-1CBA-418C-B7A6-63C2CC8884F1}" dt="2025-11-19T19:04:55.230" v="11027" actId="1076"/>
          <ac:spMkLst>
            <pc:docMk/>
            <pc:sldMk cId="3582861287" sldId="609"/>
            <ac:spMk id="16" creationId="{D92C39ED-B3DE-DB8A-4FEA-4395F9E856E2}"/>
          </ac:spMkLst>
        </pc:spChg>
        <pc:spChg chg="mod">
          <ac:chgData name="Chris Alvin" userId="1477fe7d-12c1-4dcd-b708-f1331679ff1c" providerId="ADAL" clId="{977EEFC1-1CBA-418C-B7A6-63C2CC8884F1}" dt="2025-11-19T19:04:55.230" v="11027" actId="1076"/>
          <ac:spMkLst>
            <pc:docMk/>
            <pc:sldMk cId="3582861287" sldId="609"/>
            <ac:spMk id="17" creationId="{01D7B8AE-0613-95F2-3466-2DC112126369}"/>
          </ac:spMkLst>
        </pc:spChg>
        <pc:spChg chg="mod">
          <ac:chgData name="Chris Alvin" userId="1477fe7d-12c1-4dcd-b708-f1331679ff1c" providerId="ADAL" clId="{977EEFC1-1CBA-418C-B7A6-63C2CC8884F1}" dt="2025-11-19T19:04:47.238" v="11026" actId="1076"/>
          <ac:spMkLst>
            <pc:docMk/>
            <pc:sldMk cId="3582861287" sldId="609"/>
            <ac:spMk id="26" creationId="{0085502C-6F2C-3373-3398-CACF15FFC841}"/>
          </ac:spMkLst>
        </pc:spChg>
        <pc:spChg chg="mod">
          <ac:chgData name="Chris Alvin" userId="1477fe7d-12c1-4dcd-b708-f1331679ff1c" providerId="ADAL" clId="{977EEFC1-1CBA-418C-B7A6-63C2CC8884F1}" dt="2025-11-19T19:04:47.238" v="11026" actId="1076"/>
          <ac:spMkLst>
            <pc:docMk/>
            <pc:sldMk cId="3582861287" sldId="609"/>
            <ac:spMk id="28" creationId="{EFFF3242-FA01-D171-A6B6-45E4F36E4394}"/>
          </ac:spMkLst>
        </pc:spChg>
        <pc:spChg chg="mod">
          <ac:chgData name="Chris Alvin" userId="1477fe7d-12c1-4dcd-b708-f1331679ff1c" providerId="ADAL" clId="{977EEFC1-1CBA-418C-B7A6-63C2CC8884F1}" dt="2025-11-19T19:04:47.238" v="11026" actId="1076"/>
          <ac:spMkLst>
            <pc:docMk/>
            <pc:sldMk cId="3582861287" sldId="609"/>
            <ac:spMk id="29" creationId="{687452D5-ECD1-5AFE-54AB-440CB679784C}"/>
          </ac:spMkLst>
        </pc:spChg>
      </pc:sldChg>
      <pc:sldChg chg="addSp modSp add mod modAnim">
        <pc:chgData name="Chris Alvin" userId="1477fe7d-12c1-4dcd-b708-f1331679ff1c" providerId="ADAL" clId="{977EEFC1-1CBA-418C-B7A6-63C2CC8884F1}" dt="2025-11-23T21:34:11.769" v="12271"/>
        <pc:sldMkLst>
          <pc:docMk/>
          <pc:sldMk cId="212088684" sldId="610"/>
        </pc:sldMkLst>
        <pc:spChg chg="add mod">
          <ac:chgData name="Chris Alvin" userId="1477fe7d-12c1-4dcd-b708-f1331679ff1c" providerId="ADAL" clId="{977EEFC1-1CBA-418C-B7A6-63C2CC8884F1}" dt="2025-11-19T20:44:24.312" v="11625" actId="1076"/>
          <ac:spMkLst>
            <pc:docMk/>
            <pc:sldMk cId="212088684" sldId="610"/>
            <ac:spMk id="2" creationId="{DF1835C6-6376-406E-037F-63DA03A131B9}"/>
          </ac:spMkLst>
        </pc:spChg>
        <pc:spChg chg="mod">
          <ac:chgData name="Chris Alvin" userId="1477fe7d-12c1-4dcd-b708-f1331679ff1c" providerId="ADAL" clId="{977EEFC1-1CBA-418C-B7A6-63C2CC8884F1}" dt="2025-11-19T20:30:56.194" v="11189" actId="20577"/>
          <ac:spMkLst>
            <pc:docMk/>
            <pc:sldMk cId="212088684" sldId="610"/>
            <ac:spMk id="4" creationId="{5616B9F7-1077-E3D5-485E-5B6D45BD0F06}"/>
          </ac:spMkLst>
        </pc:spChg>
        <pc:spChg chg="mod">
          <ac:chgData name="Chris Alvin" userId="1477fe7d-12c1-4dcd-b708-f1331679ff1c" providerId="ADAL" clId="{977EEFC1-1CBA-418C-B7A6-63C2CC8884F1}" dt="2025-11-19T20:41:49.019" v="11538" actId="1076"/>
          <ac:spMkLst>
            <pc:docMk/>
            <pc:sldMk cId="212088684" sldId="610"/>
            <ac:spMk id="5" creationId="{39E58831-ACDC-DB49-5D01-EB00773F1277}"/>
          </ac:spMkLst>
        </pc:spChg>
        <pc:spChg chg="add mod">
          <ac:chgData name="Chris Alvin" userId="1477fe7d-12c1-4dcd-b708-f1331679ff1c" providerId="ADAL" clId="{977EEFC1-1CBA-418C-B7A6-63C2CC8884F1}" dt="2025-11-19T20:44:16.822" v="11623" actId="1076"/>
          <ac:spMkLst>
            <pc:docMk/>
            <pc:sldMk cId="212088684" sldId="610"/>
            <ac:spMk id="6" creationId="{F44779AF-0C64-F469-9C5F-2AD063238BB4}"/>
          </ac:spMkLst>
        </pc:spChg>
        <pc:spChg chg="add mod">
          <ac:chgData name="Chris Alvin" userId="1477fe7d-12c1-4dcd-b708-f1331679ff1c" providerId="ADAL" clId="{977EEFC1-1CBA-418C-B7A6-63C2CC8884F1}" dt="2025-11-19T20:43:47.363" v="11616" actId="1076"/>
          <ac:spMkLst>
            <pc:docMk/>
            <pc:sldMk cId="212088684" sldId="610"/>
            <ac:spMk id="8" creationId="{76A301D5-DEC4-4665-D268-6FF4798DC906}"/>
          </ac:spMkLst>
        </pc:spChg>
        <pc:spChg chg="add mod">
          <ac:chgData name="Chris Alvin" userId="1477fe7d-12c1-4dcd-b708-f1331679ff1c" providerId="ADAL" clId="{977EEFC1-1CBA-418C-B7A6-63C2CC8884F1}" dt="2025-11-19T20:42:19.435" v="11547" actId="1076"/>
          <ac:spMkLst>
            <pc:docMk/>
            <pc:sldMk cId="212088684" sldId="610"/>
            <ac:spMk id="9" creationId="{C413F091-6D8E-DA9E-BCB8-0F47926AF752}"/>
          </ac:spMkLst>
        </pc:spChg>
        <pc:spChg chg="mod">
          <ac:chgData name="Chris Alvin" userId="1477fe7d-12c1-4dcd-b708-f1331679ff1c" providerId="ADAL" clId="{977EEFC1-1CBA-418C-B7A6-63C2CC8884F1}" dt="2025-11-19T20:42:19.435" v="11547" actId="1076"/>
          <ac:spMkLst>
            <pc:docMk/>
            <pc:sldMk cId="212088684" sldId="610"/>
            <ac:spMk id="31" creationId="{4C75360F-B28F-4A44-2BED-9DC749C92703}"/>
          </ac:spMkLst>
        </pc:spChg>
        <pc:spChg chg="mod">
          <ac:chgData name="Chris Alvin" userId="1477fe7d-12c1-4dcd-b708-f1331679ff1c" providerId="ADAL" clId="{977EEFC1-1CBA-418C-B7A6-63C2CC8884F1}" dt="2025-11-19T20:42:19.435" v="11547" actId="1076"/>
          <ac:spMkLst>
            <pc:docMk/>
            <pc:sldMk cId="212088684" sldId="610"/>
            <ac:spMk id="32" creationId="{EA9BB72C-3B8E-3545-8D58-EF1A8D6DA50D}"/>
          </ac:spMkLst>
        </pc:spChg>
        <pc:spChg chg="mod">
          <ac:chgData name="Chris Alvin" userId="1477fe7d-12c1-4dcd-b708-f1331679ff1c" providerId="ADAL" clId="{977EEFC1-1CBA-418C-B7A6-63C2CC8884F1}" dt="2025-11-23T21:33:46.799" v="12267" actId="114"/>
          <ac:spMkLst>
            <pc:docMk/>
            <pc:sldMk cId="212088684" sldId="610"/>
            <ac:spMk id="33" creationId="{6862DB0E-14C2-A9F1-DFF6-73655D828C31}"/>
          </ac:spMkLst>
        </pc:spChg>
        <pc:spChg chg="mod">
          <ac:chgData name="Chris Alvin" userId="1477fe7d-12c1-4dcd-b708-f1331679ff1c" providerId="ADAL" clId="{977EEFC1-1CBA-418C-B7A6-63C2CC8884F1}" dt="2025-11-19T20:44:19.976" v="11624" actId="1076"/>
          <ac:spMkLst>
            <pc:docMk/>
            <pc:sldMk cId="212088684" sldId="610"/>
            <ac:spMk id="36" creationId="{146D6B51-34D0-3712-A295-0ADC46881FBC}"/>
          </ac:spMkLst>
        </pc:spChg>
        <pc:spChg chg="mod">
          <ac:chgData name="Chris Alvin" userId="1477fe7d-12c1-4dcd-b708-f1331679ff1c" providerId="ADAL" clId="{977EEFC1-1CBA-418C-B7A6-63C2CC8884F1}" dt="2025-11-19T20:44:11.812" v="11622" actId="1076"/>
          <ac:spMkLst>
            <pc:docMk/>
            <pc:sldMk cId="212088684" sldId="610"/>
            <ac:spMk id="37" creationId="{4C39DD6A-90CC-5279-9E80-0C152FADDF3B}"/>
          </ac:spMkLst>
        </pc:spChg>
        <pc:cxnChg chg="add mod">
          <ac:chgData name="Chris Alvin" userId="1477fe7d-12c1-4dcd-b708-f1331679ff1c" providerId="ADAL" clId="{977EEFC1-1CBA-418C-B7A6-63C2CC8884F1}" dt="2025-11-19T20:44:43.738" v="11628" actId="14100"/>
          <ac:cxnSpMkLst>
            <pc:docMk/>
            <pc:sldMk cId="212088684" sldId="610"/>
            <ac:cxnSpMk id="10" creationId="{C71E3FA9-2830-028C-E303-982B9164EDD4}"/>
          </ac:cxnSpMkLst>
        </pc:cxnChg>
      </pc:sldChg>
      <pc:sldChg chg="addSp delSp modSp add mod modAnim">
        <pc:chgData name="Chris Alvin" userId="1477fe7d-12c1-4dcd-b708-f1331679ff1c" providerId="ADAL" clId="{977EEFC1-1CBA-418C-B7A6-63C2CC8884F1}" dt="2025-11-23T22:07:20.672" v="12869" actId="20577"/>
        <pc:sldMkLst>
          <pc:docMk/>
          <pc:sldMk cId="397974156" sldId="611"/>
        </pc:sldMkLst>
        <pc:spChg chg="mod">
          <ac:chgData name="Chris Alvin" userId="1477fe7d-12c1-4dcd-b708-f1331679ff1c" providerId="ADAL" clId="{977EEFC1-1CBA-418C-B7A6-63C2CC8884F1}" dt="2025-11-23T22:07:20.672" v="12869" actId="20577"/>
          <ac:spMkLst>
            <pc:docMk/>
            <pc:sldMk cId="397974156" sldId="611"/>
            <ac:spMk id="4" creationId="{DF1E6C1E-6615-B8AF-8DAF-A86176933EFA}"/>
          </ac:spMkLst>
        </pc:spChg>
        <pc:spChg chg="add mod">
          <ac:chgData name="Chris Alvin" userId="1477fe7d-12c1-4dcd-b708-f1331679ff1c" providerId="ADAL" clId="{977EEFC1-1CBA-418C-B7A6-63C2CC8884F1}" dt="2025-11-20T12:47:03.481" v="12221" actId="1076"/>
          <ac:spMkLst>
            <pc:docMk/>
            <pc:sldMk cId="397974156" sldId="611"/>
            <ac:spMk id="5" creationId="{4B215870-B766-8617-DDFC-B17018E5AD51}"/>
          </ac:spMkLst>
        </pc:spChg>
        <pc:spChg chg="add mod">
          <ac:chgData name="Chris Alvin" userId="1477fe7d-12c1-4dcd-b708-f1331679ff1c" providerId="ADAL" clId="{977EEFC1-1CBA-418C-B7A6-63C2CC8884F1}" dt="2025-11-20T12:47:45.427" v="12231" actId="1076"/>
          <ac:spMkLst>
            <pc:docMk/>
            <pc:sldMk cId="397974156" sldId="611"/>
            <ac:spMk id="6" creationId="{268A2B6C-7D04-4E74-CA80-EFD886E6B014}"/>
          </ac:spMkLst>
        </pc:spChg>
        <pc:spChg chg="add mod">
          <ac:chgData name="Chris Alvin" userId="1477fe7d-12c1-4dcd-b708-f1331679ff1c" providerId="ADAL" clId="{977EEFC1-1CBA-418C-B7A6-63C2CC8884F1}" dt="2025-11-20T12:47:29.285" v="12228" actId="1076"/>
          <ac:spMkLst>
            <pc:docMk/>
            <pc:sldMk cId="397974156" sldId="611"/>
            <ac:spMk id="11" creationId="{525737B2-27A9-1A35-7D3C-2372E3FE9E09}"/>
          </ac:spMkLst>
        </pc:spChg>
        <pc:spChg chg="add mod">
          <ac:chgData name="Chris Alvin" userId="1477fe7d-12c1-4dcd-b708-f1331679ff1c" providerId="ADAL" clId="{977EEFC1-1CBA-418C-B7A6-63C2CC8884F1}" dt="2025-11-20T12:47:03.481" v="12221" actId="1076"/>
          <ac:spMkLst>
            <pc:docMk/>
            <pc:sldMk cId="397974156" sldId="611"/>
            <ac:spMk id="12" creationId="{084E7B50-2600-6481-3368-52D1445E8F1A}"/>
          </ac:spMkLst>
        </pc:spChg>
        <pc:spChg chg="add mod">
          <ac:chgData name="Chris Alvin" userId="1477fe7d-12c1-4dcd-b708-f1331679ff1c" providerId="ADAL" clId="{977EEFC1-1CBA-418C-B7A6-63C2CC8884F1}" dt="2025-11-20T12:47:03.481" v="12221" actId="1076"/>
          <ac:spMkLst>
            <pc:docMk/>
            <pc:sldMk cId="397974156" sldId="611"/>
            <ac:spMk id="13" creationId="{AA7176B3-DF3F-6144-28C1-58D5003D16F9}"/>
          </ac:spMkLst>
        </pc:spChg>
        <pc:spChg chg="add mod">
          <ac:chgData name="Chris Alvin" userId="1477fe7d-12c1-4dcd-b708-f1331679ff1c" providerId="ADAL" clId="{977EEFC1-1CBA-418C-B7A6-63C2CC8884F1}" dt="2025-11-20T12:47:03.481" v="12221" actId="1076"/>
          <ac:spMkLst>
            <pc:docMk/>
            <pc:sldMk cId="397974156" sldId="611"/>
            <ac:spMk id="14" creationId="{1221B0D9-5E87-8D50-FB67-2B24FFC5C1F7}"/>
          </ac:spMkLst>
        </pc:spChg>
        <pc:spChg chg="add mod">
          <ac:chgData name="Chris Alvin" userId="1477fe7d-12c1-4dcd-b708-f1331679ff1c" providerId="ADAL" clId="{977EEFC1-1CBA-418C-B7A6-63C2CC8884F1}" dt="2025-11-20T12:47:03.481" v="12221" actId="1076"/>
          <ac:spMkLst>
            <pc:docMk/>
            <pc:sldMk cId="397974156" sldId="611"/>
            <ac:spMk id="15" creationId="{4B83C601-3EDE-C977-7968-3F21DC4FC610}"/>
          </ac:spMkLst>
        </pc:spChg>
        <pc:spChg chg="add mod">
          <ac:chgData name="Chris Alvin" userId="1477fe7d-12c1-4dcd-b708-f1331679ff1c" providerId="ADAL" clId="{977EEFC1-1CBA-418C-B7A6-63C2CC8884F1}" dt="2025-11-20T12:47:35.723" v="12230" actId="14100"/>
          <ac:spMkLst>
            <pc:docMk/>
            <pc:sldMk cId="397974156" sldId="611"/>
            <ac:spMk id="16" creationId="{FE27E733-33A5-71A4-68D6-042864FCB9CF}"/>
          </ac:spMkLst>
        </pc:spChg>
        <pc:spChg chg="add mod">
          <ac:chgData name="Chris Alvin" userId="1477fe7d-12c1-4dcd-b708-f1331679ff1c" providerId="ADAL" clId="{977EEFC1-1CBA-418C-B7A6-63C2CC8884F1}" dt="2025-11-20T12:47:33.005" v="12229" actId="1076"/>
          <ac:spMkLst>
            <pc:docMk/>
            <pc:sldMk cId="397974156" sldId="611"/>
            <ac:spMk id="18" creationId="{70EAB1E3-7E15-171E-899F-664062FB771B}"/>
          </ac:spMkLst>
        </pc:spChg>
        <pc:spChg chg="add mod">
          <ac:chgData name="Chris Alvin" userId="1477fe7d-12c1-4dcd-b708-f1331679ff1c" providerId="ADAL" clId="{977EEFC1-1CBA-418C-B7A6-63C2CC8884F1}" dt="2025-11-20T12:47:03.481" v="12221" actId="1076"/>
          <ac:spMkLst>
            <pc:docMk/>
            <pc:sldMk cId="397974156" sldId="611"/>
            <ac:spMk id="21" creationId="{A4C0E6AD-830F-722D-8384-01B3627178ED}"/>
          </ac:spMkLst>
        </pc:spChg>
      </pc:sldChg>
      <pc:sldChg chg="addSp delSp modSp add mod modAnim">
        <pc:chgData name="Chris Alvin" userId="1477fe7d-12c1-4dcd-b708-f1331679ff1c" providerId="ADAL" clId="{977EEFC1-1CBA-418C-B7A6-63C2CC8884F1}" dt="2025-11-23T23:03:23.222" v="13625"/>
        <pc:sldMkLst>
          <pc:docMk/>
          <pc:sldMk cId="734124305" sldId="612"/>
        </pc:sldMkLst>
        <pc:spChg chg="add mod">
          <ac:chgData name="Chris Alvin" userId="1477fe7d-12c1-4dcd-b708-f1331679ff1c" providerId="ADAL" clId="{977EEFC1-1CBA-418C-B7A6-63C2CC8884F1}" dt="2025-11-23T21:57:32.576" v="12582" actId="1076"/>
          <ac:spMkLst>
            <pc:docMk/>
            <pc:sldMk cId="734124305" sldId="612"/>
            <ac:spMk id="2" creationId="{628FC9E8-C17F-CEAA-0A69-E78BCF27F610}"/>
          </ac:spMkLst>
        </pc:spChg>
        <pc:spChg chg="add mod">
          <ac:chgData name="Chris Alvin" userId="1477fe7d-12c1-4dcd-b708-f1331679ff1c" providerId="ADAL" clId="{977EEFC1-1CBA-418C-B7A6-63C2CC8884F1}" dt="2025-11-23T21:50:38.170" v="12470" actId="207"/>
          <ac:spMkLst>
            <pc:docMk/>
            <pc:sldMk cId="734124305" sldId="612"/>
            <ac:spMk id="3" creationId="{A0B02D0A-7959-4C20-F582-A9D31AA15C08}"/>
          </ac:spMkLst>
        </pc:spChg>
        <pc:spChg chg="mod">
          <ac:chgData name="Chris Alvin" userId="1477fe7d-12c1-4dcd-b708-f1331679ff1c" providerId="ADAL" clId="{977EEFC1-1CBA-418C-B7A6-63C2CC8884F1}" dt="2025-11-20T12:36:43.487" v="12091" actId="20577"/>
          <ac:spMkLst>
            <pc:docMk/>
            <pc:sldMk cId="734124305" sldId="612"/>
            <ac:spMk id="4" creationId="{7DD70A3D-9946-566F-CEA5-D23BE2C27188}"/>
          </ac:spMkLst>
        </pc:spChg>
        <pc:spChg chg="add mod">
          <ac:chgData name="Chris Alvin" userId="1477fe7d-12c1-4dcd-b708-f1331679ff1c" providerId="ADAL" clId="{977EEFC1-1CBA-418C-B7A6-63C2CC8884F1}" dt="2025-11-23T21:59:25.330" v="12640" actId="1076"/>
          <ac:spMkLst>
            <pc:docMk/>
            <pc:sldMk cId="734124305" sldId="612"/>
            <ac:spMk id="6" creationId="{92E85704-7E2D-A63C-DADD-5D56BC99AE18}"/>
          </ac:spMkLst>
        </pc:spChg>
        <pc:spChg chg="add mod">
          <ac:chgData name="Chris Alvin" userId="1477fe7d-12c1-4dcd-b708-f1331679ff1c" providerId="ADAL" clId="{977EEFC1-1CBA-418C-B7A6-63C2CC8884F1}" dt="2025-11-23T22:01:40.109" v="12778" actId="1076"/>
          <ac:spMkLst>
            <pc:docMk/>
            <pc:sldMk cId="734124305" sldId="612"/>
            <ac:spMk id="7" creationId="{530C40F2-C508-0095-BC62-EF8723AFF9B7}"/>
          </ac:spMkLst>
        </pc:spChg>
        <pc:spChg chg="add mod">
          <ac:chgData name="Chris Alvin" userId="1477fe7d-12c1-4dcd-b708-f1331679ff1c" providerId="ADAL" clId="{977EEFC1-1CBA-418C-B7A6-63C2CC8884F1}" dt="2025-11-23T21:58:51.244" v="12625" actId="20577"/>
          <ac:spMkLst>
            <pc:docMk/>
            <pc:sldMk cId="734124305" sldId="612"/>
            <ac:spMk id="8" creationId="{03191329-CC4C-5DD2-390F-DA6F92EA2A79}"/>
          </ac:spMkLst>
        </pc:spChg>
        <pc:spChg chg="add mod">
          <ac:chgData name="Chris Alvin" userId="1477fe7d-12c1-4dcd-b708-f1331679ff1c" providerId="ADAL" clId="{977EEFC1-1CBA-418C-B7A6-63C2CC8884F1}" dt="2025-11-23T21:59:25.330" v="12640" actId="1076"/>
          <ac:spMkLst>
            <pc:docMk/>
            <pc:sldMk cId="734124305" sldId="612"/>
            <ac:spMk id="9" creationId="{25460BF2-2A6C-3F4B-B800-1702B2FFD195}"/>
          </ac:spMkLst>
        </pc:spChg>
        <pc:spChg chg="add mod">
          <ac:chgData name="Chris Alvin" userId="1477fe7d-12c1-4dcd-b708-f1331679ff1c" providerId="ADAL" clId="{977EEFC1-1CBA-418C-B7A6-63C2CC8884F1}" dt="2025-11-23T22:01:10.818" v="12774" actId="20577"/>
          <ac:spMkLst>
            <pc:docMk/>
            <pc:sldMk cId="734124305" sldId="612"/>
            <ac:spMk id="10" creationId="{FCD74D72-4830-8FBF-CAD8-F1E748A14862}"/>
          </ac:spMkLst>
        </pc:spChg>
        <pc:spChg chg="add mod">
          <ac:chgData name="Chris Alvin" userId="1477fe7d-12c1-4dcd-b708-f1331679ff1c" providerId="ADAL" clId="{977EEFC1-1CBA-418C-B7A6-63C2CC8884F1}" dt="2025-11-23T22:01:17.888" v="12775" actId="1076"/>
          <ac:spMkLst>
            <pc:docMk/>
            <pc:sldMk cId="734124305" sldId="612"/>
            <ac:spMk id="11" creationId="{2611EEE3-A44E-C330-1044-823C321D49C0}"/>
          </ac:spMkLst>
        </pc:spChg>
        <pc:cxnChg chg="add mod">
          <ac:chgData name="Chris Alvin" userId="1477fe7d-12c1-4dcd-b708-f1331679ff1c" providerId="ADAL" clId="{977EEFC1-1CBA-418C-B7A6-63C2CC8884F1}" dt="2025-11-23T22:01:38.075" v="12777" actId="1076"/>
          <ac:cxnSpMkLst>
            <pc:docMk/>
            <pc:sldMk cId="734124305" sldId="612"/>
            <ac:cxnSpMk id="12" creationId="{370B0DCF-E845-2F3E-0636-B94726B14DDC}"/>
          </ac:cxnSpMkLst>
        </pc:cxnChg>
      </pc:sldChg>
      <pc:sldChg chg="addSp delSp modSp add mod delAnim modAnim">
        <pc:chgData name="Chris Alvin" userId="1477fe7d-12c1-4dcd-b708-f1331679ff1c" providerId="ADAL" clId="{977EEFC1-1CBA-418C-B7A6-63C2CC8884F1}" dt="2025-11-23T22:58:19.122" v="13584" actId="113"/>
        <pc:sldMkLst>
          <pc:docMk/>
          <pc:sldMk cId="526339870" sldId="613"/>
        </pc:sldMkLst>
        <pc:spChg chg="mod">
          <ac:chgData name="Chris Alvin" userId="1477fe7d-12c1-4dcd-b708-f1331679ff1c" providerId="ADAL" clId="{977EEFC1-1CBA-418C-B7A6-63C2CC8884F1}" dt="2025-11-23T22:05:05.509" v="12806" actId="1076"/>
          <ac:spMkLst>
            <pc:docMk/>
            <pc:sldMk cId="526339870" sldId="613"/>
            <ac:spMk id="4" creationId="{743B7193-904B-6432-2BFE-511CAEEDDC6B}"/>
          </ac:spMkLst>
        </pc:spChg>
        <pc:spChg chg="add mod">
          <ac:chgData name="Chris Alvin" userId="1477fe7d-12c1-4dcd-b708-f1331679ff1c" providerId="ADAL" clId="{977EEFC1-1CBA-418C-B7A6-63C2CC8884F1}" dt="2025-11-23T22:13:07.134" v="13131" actId="1076"/>
          <ac:spMkLst>
            <pc:docMk/>
            <pc:sldMk cId="526339870" sldId="613"/>
            <ac:spMk id="5" creationId="{6198D603-B3AA-1047-6F71-85A5DE26C2E4}"/>
          </ac:spMkLst>
        </pc:spChg>
        <pc:spChg chg="add mod">
          <ac:chgData name="Chris Alvin" userId="1477fe7d-12c1-4dcd-b708-f1331679ff1c" providerId="ADAL" clId="{977EEFC1-1CBA-418C-B7A6-63C2CC8884F1}" dt="2025-11-23T22:24:27.100" v="13400" actId="1076"/>
          <ac:spMkLst>
            <pc:docMk/>
            <pc:sldMk cId="526339870" sldId="613"/>
            <ac:spMk id="14" creationId="{6092AB3C-4D23-F98C-FDC0-A46C33D71985}"/>
          </ac:spMkLst>
        </pc:spChg>
        <pc:spChg chg="add mod">
          <ac:chgData name="Chris Alvin" userId="1477fe7d-12c1-4dcd-b708-f1331679ff1c" providerId="ADAL" clId="{977EEFC1-1CBA-418C-B7A6-63C2CC8884F1}" dt="2025-11-23T22:29:21.460" v="13512" actId="14100"/>
          <ac:spMkLst>
            <pc:docMk/>
            <pc:sldMk cId="526339870" sldId="613"/>
            <ac:spMk id="15" creationId="{3DD42C84-6CC3-170E-3CA6-480A57A61E77}"/>
          </ac:spMkLst>
        </pc:spChg>
        <pc:spChg chg="add mod">
          <ac:chgData name="Chris Alvin" userId="1477fe7d-12c1-4dcd-b708-f1331679ff1c" providerId="ADAL" clId="{977EEFC1-1CBA-418C-B7A6-63C2CC8884F1}" dt="2025-11-23T22:24:24.653" v="13399" actId="1076"/>
          <ac:spMkLst>
            <pc:docMk/>
            <pc:sldMk cId="526339870" sldId="613"/>
            <ac:spMk id="17" creationId="{BAA8B6EB-10EC-E3E4-DDF9-FEB07E5BDF8B}"/>
          </ac:spMkLst>
        </pc:spChg>
        <pc:spChg chg="add mod">
          <ac:chgData name="Chris Alvin" userId="1477fe7d-12c1-4dcd-b708-f1331679ff1c" providerId="ADAL" clId="{977EEFC1-1CBA-418C-B7A6-63C2CC8884F1}" dt="2025-11-23T22:58:19.122" v="13584" actId="113"/>
          <ac:spMkLst>
            <pc:docMk/>
            <pc:sldMk cId="526339870" sldId="613"/>
            <ac:spMk id="18" creationId="{D5D2E519-1D3B-4108-DDDE-9879AD502A14}"/>
          </ac:spMkLst>
        </pc:spChg>
        <pc:spChg chg="add mod">
          <ac:chgData name="Chris Alvin" userId="1477fe7d-12c1-4dcd-b708-f1331679ff1c" providerId="ADAL" clId="{977EEFC1-1CBA-418C-B7A6-63C2CC8884F1}" dt="2025-11-23T22:24:24.653" v="13399" actId="1076"/>
          <ac:spMkLst>
            <pc:docMk/>
            <pc:sldMk cId="526339870" sldId="613"/>
            <ac:spMk id="19" creationId="{B847CF4B-16BE-12DB-71DD-E2F302435FE3}"/>
          </ac:spMkLst>
        </pc:spChg>
        <pc:spChg chg="add mod">
          <ac:chgData name="Chris Alvin" userId="1477fe7d-12c1-4dcd-b708-f1331679ff1c" providerId="ADAL" clId="{977EEFC1-1CBA-418C-B7A6-63C2CC8884F1}" dt="2025-11-23T22:24:24.653" v="13399" actId="1076"/>
          <ac:spMkLst>
            <pc:docMk/>
            <pc:sldMk cId="526339870" sldId="613"/>
            <ac:spMk id="20" creationId="{601A2AE3-7B18-A1B0-C952-9F09DA65F5C1}"/>
          </ac:spMkLst>
        </pc:spChg>
        <pc:spChg chg="add mod">
          <ac:chgData name="Chris Alvin" userId="1477fe7d-12c1-4dcd-b708-f1331679ff1c" providerId="ADAL" clId="{977EEFC1-1CBA-418C-B7A6-63C2CC8884F1}" dt="2025-11-23T22:29:34.230" v="13514" actId="14100"/>
          <ac:spMkLst>
            <pc:docMk/>
            <pc:sldMk cId="526339870" sldId="613"/>
            <ac:spMk id="22" creationId="{FFD37849-940B-ECF0-E547-C7A56072CA0F}"/>
          </ac:spMkLst>
        </pc:spChg>
      </pc:sldChg>
      <pc:sldChg chg="addSp delSp modSp add mod modAnim">
        <pc:chgData name="Chris Alvin" userId="1477fe7d-12c1-4dcd-b708-f1331679ff1c" providerId="ADAL" clId="{977EEFC1-1CBA-418C-B7A6-63C2CC8884F1}" dt="2025-11-23T23:02:24.727" v="13618"/>
        <pc:sldMkLst>
          <pc:docMk/>
          <pc:sldMk cId="4215161572" sldId="614"/>
        </pc:sldMkLst>
        <pc:spChg chg="add mod">
          <ac:chgData name="Chris Alvin" userId="1477fe7d-12c1-4dcd-b708-f1331679ff1c" providerId="ADAL" clId="{977EEFC1-1CBA-418C-B7A6-63C2CC8884F1}" dt="2025-11-23T22:30:04.837" v="13521" actId="14100"/>
          <ac:spMkLst>
            <pc:docMk/>
            <pc:sldMk cId="4215161572" sldId="614"/>
            <ac:spMk id="2" creationId="{001AF409-1311-BD32-166D-6197E14C7E81}"/>
          </ac:spMkLst>
        </pc:spChg>
        <pc:spChg chg="mod">
          <ac:chgData name="Chris Alvin" userId="1477fe7d-12c1-4dcd-b708-f1331679ff1c" providerId="ADAL" clId="{977EEFC1-1CBA-418C-B7A6-63C2CC8884F1}" dt="2025-11-23T22:25:02.103" v="13410" actId="20577"/>
          <ac:spMkLst>
            <pc:docMk/>
            <pc:sldMk cId="4215161572" sldId="614"/>
            <ac:spMk id="4" creationId="{D38E63C5-488E-0B53-4DD2-44DC65E823EC}"/>
          </ac:spMkLst>
        </pc:spChg>
        <pc:spChg chg="mod">
          <ac:chgData name="Chris Alvin" userId="1477fe7d-12c1-4dcd-b708-f1331679ff1c" providerId="ADAL" clId="{977EEFC1-1CBA-418C-B7A6-63C2CC8884F1}" dt="2025-11-23T23:02:24.727" v="13618"/>
          <ac:spMkLst>
            <pc:docMk/>
            <pc:sldMk cId="4215161572" sldId="614"/>
            <ac:spMk id="5" creationId="{FD402560-F2EB-B862-FE4B-CDBB16DDBD2D}"/>
          </ac:spMkLst>
        </pc:spChg>
        <pc:spChg chg="mod">
          <ac:chgData name="Chris Alvin" userId="1477fe7d-12c1-4dcd-b708-f1331679ff1c" providerId="ADAL" clId="{977EEFC1-1CBA-418C-B7A6-63C2CC8884F1}" dt="2025-11-23T22:59:39.439" v="13599" actId="1076"/>
          <ac:spMkLst>
            <pc:docMk/>
            <pc:sldMk cId="4215161572" sldId="614"/>
            <ac:spMk id="14" creationId="{DEA44C43-A8CB-6DEF-E9C5-568F17ACC8F2}"/>
          </ac:spMkLst>
        </pc:spChg>
        <pc:spChg chg="mod">
          <ac:chgData name="Chris Alvin" userId="1477fe7d-12c1-4dcd-b708-f1331679ff1c" providerId="ADAL" clId="{977EEFC1-1CBA-418C-B7A6-63C2CC8884F1}" dt="2025-11-23T22:31:56.131" v="13528" actId="14100"/>
          <ac:spMkLst>
            <pc:docMk/>
            <pc:sldMk cId="4215161572" sldId="614"/>
            <ac:spMk id="15" creationId="{C6849087-5DDF-3E9A-8FDB-839618F94381}"/>
          </ac:spMkLst>
        </pc:spChg>
        <pc:spChg chg="mod">
          <ac:chgData name="Chris Alvin" userId="1477fe7d-12c1-4dcd-b708-f1331679ff1c" providerId="ADAL" clId="{977EEFC1-1CBA-418C-B7A6-63C2CC8884F1}" dt="2025-11-23T23:00:57.827" v="13602" actId="1076"/>
          <ac:spMkLst>
            <pc:docMk/>
            <pc:sldMk cId="4215161572" sldId="614"/>
            <ac:spMk id="17" creationId="{3DC316D9-A900-8E9C-CBCD-DFD6A1F4B6F0}"/>
          </ac:spMkLst>
        </pc:spChg>
        <pc:spChg chg="mod">
          <ac:chgData name="Chris Alvin" userId="1477fe7d-12c1-4dcd-b708-f1331679ff1c" providerId="ADAL" clId="{977EEFC1-1CBA-418C-B7A6-63C2CC8884F1}" dt="2025-11-23T23:00:57.827" v="13602" actId="1076"/>
          <ac:spMkLst>
            <pc:docMk/>
            <pc:sldMk cId="4215161572" sldId="614"/>
            <ac:spMk id="18" creationId="{A5A5B659-FB94-E072-653F-30A6E3386EE1}"/>
          </ac:spMkLst>
        </pc:spChg>
        <pc:spChg chg="mod">
          <ac:chgData name="Chris Alvin" userId="1477fe7d-12c1-4dcd-b708-f1331679ff1c" providerId="ADAL" clId="{977EEFC1-1CBA-418C-B7A6-63C2CC8884F1}" dt="2025-11-23T22:59:36.502" v="13598" actId="1076"/>
          <ac:spMkLst>
            <pc:docMk/>
            <pc:sldMk cId="4215161572" sldId="614"/>
            <ac:spMk id="19" creationId="{EFE90C1E-93FC-ACB7-0740-F4060B9FA554}"/>
          </ac:spMkLst>
        </pc:spChg>
        <pc:spChg chg="mod">
          <ac:chgData name="Chris Alvin" userId="1477fe7d-12c1-4dcd-b708-f1331679ff1c" providerId="ADAL" clId="{977EEFC1-1CBA-418C-B7A6-63C2CC8884F1}" dt="2025-11-23T22:59:32.282" v="13597" actId="1076"/>
          <ac:spMkLst>
            <pc:docMk/>
            <pc:sldMk cId="4215161572" sldId="614"/>
            <ac:spMk id="20" creationId="{73BF172C-DAC0-703E-0EF0-528DCB15F4A4}"/>
          </ac:spMkLst>
        </pc:spChg>
      </pc:sldChg>
      <pc:sldChg chg="addSp delSp modSp add mod addAnim delAnim modAnim">
        <pc:chgData name="Chris Alvin" userId="1477fe7d-12c1-4dcd-b708-f1331679ff1c" providerId="ADAL" clId="{977EEFC1-1CBA-418C-B7A6-63C2CC8884F1}" dt="2025-11-23T23:37:03.388" v="14037"/>
        <pc:sldMkLst>
          <pc:docMk/>
          <pc:sldMk cId="3131788285" sldId="615"/>
        </pc:sldMkLst>
        <pc:spChg chg="add mod">
          <ac:chgData name="Chris Alvin" userId="1477fe7d-12c1-4dcd-b708-f1331679ff1c" providerId="ADAL" clId="{977EEFC1-1CBA-418C-B7A6-63C2CC8884F1}" dt="2025-11-23T23:32:35.638" v="13917" actId="14100"/>
          <ac:spMkLst>
            <pc:docMk/>
            <pc:sldMk cId="3131788285" sldId="615"/>
            <ac:spMk id="3" creationId="{52D683A1-1487-FDF0-F5FE-0B7AE6F35CE6}"/>
          </ac:spMkLst>
        </pc:spChg>
        <pc:spChg chg="add del mod">
          <ac:chgData name="Chris Alvin" userId="1477fe7d-12c1-4dcd-b708-f1331679ff1c" providerId="ADAL" clId="{977EEFC1-1CBA-418C-B7A6-63C2CC8884F1}" dt="2025-11-23T23:01:26.073" v="13615" actId="478"/>
          <ac:spMkLst>
            <pc:docMk/>
            <pc:sldMk cId="3131788285" sldId="615"/>
            <ac:spMk id="4" creationId="{D41A2067-77F3-4A26-8E7B-C0A341D875B9}"/>
          </ac:spMkLst>
        </pc:spChg>
        <pc:spChg chg="add mod">
          <ac:chgData name="Chris Alvin" userId="1477fe7d-12c1-4dcd-b708-f1331679ff1c" providerId="ADAL" clId="{977EEFC1-1CBA-418C-B7A6-63C2CC8884F1}" dt="2025-11-23T23:35:57.813" v="14018" actId="1076"/>
          <ac:spMkLst>
            <pc:docMk/>
            <pc:sldMk cId="3131788285" sldId="615"/>
            <ac:spMk id="8" creationId="{1D832525-7362-565E-6CEE-5320EA148CAD}"/>
          </ac:spMkLst>
        </pc:spChg>
        <pc:spChg chg="add mod">
          <ac:chgData name="Chris Alvin" userId="1477fe7d-12c1-4dcd-b708-f1331679ff1c" providerId="ADAL" clId="{977EEFC1-1CBA-418C-B7A6-63C2CC8884F1}" dt="2025-11-23T23:36:10.003" v="14022" actId="1076"/>
          <ac:spMkLst>
            <pc:docMk/>
            <pc:sldMk cId="3131788285" sldId="615"/>
            <ac:spMk id="12" creationId="{8B6AEDA2-6997-6821-1ABB-69BE59F8E655}"/>
          </ac:spMkLst>
        </pc:spChg>
        <pc:spChg chg="add mod">
          <ac:chgData name="Chris Alvin" userId="1477fe7d-12c1-4dcd-b708-f1331679ff1c" providerId="ADAL" clId="{977EEFC1-1CBA-418C-B7A6-63C2CC8884F1}" dt="2025-11-23T23:36:13.810" v="14024" actId="1076"/>
          <ac:spMkLst>
            <pc:docMk/>
            <pc:sldMk cId="3131788285" sldId="615"/>
            <ac:spMk id="13" creationId="{DB70EB91-B24D-600C-C432-57A062C0091A}"/>
          </ac:spMkLst>
        </pc:spChg>
        <pc:spChg chg="add mod">
          <ac:chgData name="Chris Alvin" userId="1477fe7d-12c1-4dcd-b708-f1331679ff1c" providerId="ADAL" clId="{977EEFC1-1CBA-418C-B7A6-63C2CC8884F1}" dt="2025-11-23T23:36:18.103" v="14026" actId="1076"/>
          <ac:spMkLst>
            <pc:docMk/>
            <pc:sldMk cId="3131788285" sldId="615"/>
            <ac:spMk id="16" creationId="{00BC1F9F-7C36-B1BD-68E0-47BDB636F26D}"/>
          </ac:spMkLst>
        </pc:spChg>
        <pc:spChg chg="add mod">
          <ac:chgData name="Chris Alvin" userId="1477fe7d-12c1-4dcd-b708-f1331679ff1c" providerId="ADAL" clId="{977EEFC1-1CBA-418C-B7A6-63C2CC8884F1}" dt="2025-11-23T23:36:11.907" v="14023" actId="1076"/>
          <ac:spMkLst>
            <pc:docMk/>
            <pc:sldMk cId="3131788285" sldId="615"/>
            <ac:spMk id="21" creationId="{5733379D-A18D-3E86-5F67-5F8C7F970DE9}"/>
          </ac:spMkLst>
        </pc:spChg>
        <pc:spChg chg="add mod">
          <ac:chgData name="Chris Alvin" userId="1477fe7d-12c1-4dcd-b708-f1331679ff1c" providerId="ADAL" clId="{977EEFC1-1CBA-418C-B7A6-63C2CC8884F1}" dt="2025-11-23T23:36:07.513" v="14021" actId="1076"/>
          <ac:spMkLst>
            <pc:docMk/>
            <pc:sldMk cId="3131788285" sldId="615"/>
            <ac:spMk id="22" creationId="{0239C65E-C1B2-DAD2-EFCC-A66615C4A1A4}"/>
          </ac:spMkLst>
        </pc:spChg>
        <pc:spChg chg="add mod">
          <ac:chgData name="Chris Alvin" userId="1477fe7d-12c1-4dcd-b708-f1331679ff1c" providerId="ADAL" clId="{977EEFC1-1CBA-418C-B7A6-63C2CC8884F1}" dt="2025-11-23T23:36:04.662" v="14020" actId="1076"/>
          <ac:spMkLst>
            <pc:docMk/>
            <pc:sldMk cId="3131788285" sldId="615"/>
            <ac:spMk id="23" creationId="{5BA39283-912F-F93E-F5CD-6418FCE143B3}"/>
          </ac:spMkLst>
        </pc:spChg>
        <pc:spChg chg="add mod">
          <ac:chgData name="Chris Alvin" userId="1477fe7d-12c1-4dcd-b708-f1331679ff1c" providerId="ADAL" clId="{977EEFC1-1CBA-418C-B7A6-63C2CC8884F1}" dt="2025-11-23T23:36:02.833" v="14019" actId="1076"/>
          <ac:spMkLst>
            <pc:docMk/>
            <pc:sldMk cId="3131788285" sldId="615"/>
            <ac:spMk id="25" creationId="{09C091A0-ADCA-5191-2A5F-FB86D80911D5}"/>
          </ac:spMkLst>
        </pc:spChg>
        <pc:spChg chg="add mod">
          <ac:chgData name="Chris Alvin" userId="1477fe7d-12c1-4dcd-b708-f1331679ff1c" providerId="ADAL" clId="{977EEFC1-1CBA-418C-B7A6-63C2CC8884F1}" dt="2025-11-23T23:35:57.813" v="14018" actId="1076"/>
          <ac:spMkLst>
            <pc:docMk/>
            <pc:sldMk cId="3131788285" sldId="615"/>
            <ac:spMk id="26" creationId="{FF32A2CE-2DB5-BD4E-6BC2-7DFFD93D1787}"/>
          </ac:spMkLst>
        </pc:spChg>
        <pc:spChg chg="add mod">
          <ac:chgData name="Chris Alvin" userId="1477fe7d-12c1-4dcd-b708-f1331679ff1c" providerId="ADAL" clId="{977EEFC1-1CBA-418C-B7A6-63C2CC8884F1}" dt="2025-11-23T23:35:57.813" v="14018" actId="1076"/>
          <ac:spMkLst>
            <pc:docMk/>
            <pc:sldMk cId="3131788285" sldId="615"/>
            <ac:spMk id="27" creationId="{378AB843-3D9E-67CD-5E0E-1A097480FBFE}"/>
          </ac:spMkLst>
        </pc:spChg>
        <pc:spChg chg="add mod">
          <ac:chgData name="Chris Alvin" userId="1477fe7d-12c1-4dcd-b708-f1331679ff1c" providerId="ADAL" clId="{977EEFC1-1CBA-418C-B7A6-63C2CC8884F1}" dt="2025-11-23T23:35:57.813" v="14018" actId="1076"/>
          <ac:spMkLst>
            <pc:docMk/>
            <pc:sldMk cId="3131788285" sldId="615"/>
            <ac:spMk id="28" creationId="{FA654D18-EADD-3222-4F10-D9DE36D405C8}"/>
          </ac:spMkLst>
        </pc:spChg>
        <pc:spChg chg="add mod">
          <ac:chgData name="Chris Alvin" userId="1477fe7d-12c1-4dcd-b708-f1331679ff1c" providerId="ADAL" clId="{977EEFC1-1CBA-418C-B7A6-63C2CC8884F1}" dt="2025-11-23T23:35:57.813" v="14018" actId="1076"/>
          <ac:spMkLst>
            <pc:docMk/>
            <pc:sldMk cId="3131788285" sldId="615"/>
            <ac:spMk id="30" creationId="{29A91EFC-330F-33DC-163F-BDD20BCDCC29}"/>
          </ac:spMkLst>
        </pc:spChg>
        <pc:spChg chg="add mod">
          <ac:chgData name="Chris Alvin" userId="1477fe7d-12c1-4dcd-b708-f1331679ff1c" providerId="ADAL" clId="{977EEFC1-1CBA-418C-B7A6-63C2CC8884F1}" dt="2025-11-23T23:32:58.567" v="13972" actId="14100"/>
          <ac:spMkLst>
            <pc:docMk/>
            <pc:sldMk cId="3131788285" sldId="615"/>
            <ac:spMk id="33" creationId="{E370C84B-8A39-2374-9670-E381BE5D9D64}"/>
          </ac:spMkLst>
        </pc:spChg>
        <pc:picChg chg="add mod">
          <ac:chgData name="Chris Alvin" userId="1477fe7d-12c1-4dcd-b708-f1331679ff1c" providerId="ADAL" clId="{977EEFC1-1CBA-418C-B7A6-63C2CC8884F1}" dt="2025-11-23T23:33:48.988" v="13978" actId="1076"/>
          <ac:picMkLst>
            <pc:docMk/>
            <pc:sldMk cId="3131788285" sldId="615"/>
            <ac:picMk id="29" creationId="{13B4EFB2-1B33-BFE4-DE5E-1FC9B6BE1887}"/>
          </ac:picMkLst>
        </pc:picChg>
        <pc:picChg chg="add mod">
          <ac:chgData name="Chris Alvin" userId="1477fe7d-12c1-4dcd-b708-f1331679ff1c" providerId="ADAL" clId="{977EEFC1-1CBA-418C-B7A6-63C2CC8884F1}" dt="2025-11-23T23:33:48.988" v="13978" actId="1076"/>
          <ac:picMkLst>
            <pc:docMk/>
            <pc:sldMk cId="3131788285" sldId="615"/>
            <ac:picMk id="31" creationId="{507FA483-B6B4-9B97-7AB4-DFA1B007E48E}"/>
          </ac:picMkLst>
        </pc:picChg>
        <pc:cxnChg chg="add mod">
          <ac:chgData name="Chris Alvin" userId="1477fe7d-12c1-4dcd-b708-f1331679ff1c" providerId="ADAL" clId="{977EEFC1-1CBA-418C-B7A6-63C2CC8884F1}" dt="2025-11-23T23:35:52.116" v="14017" actId="1076"/>
          <ac:cxnSpMkLst>
            <pc:docMk/>
            <pc:sldMk cId="3131788285" sldId="615"/>
            <ac:cxnSpMk id="7" creationId="{3F6EA3B7-EED9-45AA-EE0E-60CAADC5B1CA}"/>
          </ac:cxnSpMkLst>
        </pc:cxnChg>
      </pc:sldChg>
      <pc:sldChg chg="modSp add mod">
        <pc:chgData name="Chris Alvin" userId="1477fe7d-12c1-4dcd-b708-f1331679ff1c" providerId="ADAL" clId="{977EEFC1-1CBA-418C-B7A6-63C2CC8884F1}" dt="2025-11-23T23:44:40.036" v="14101" actId="20577"/>
        <pc:sldMkLst>
          <pc:docMk/>
          <pc:sldMk cId="4189305967" sldId="616"/>
        </pc:sldMkLst>
        <pc:spChg chg="mod">
          <ac:chgData name="Chris Alvin" userId="1477fe7d-12c1-4dcd-b708-f1331679ff1c" providerId="ADAL" clId="{977EEFC1-1CBA-418C-B7A6-63C2CC8884F1}" dt="2025-11-23T23:44:40.036" v="14101" actId="20577"/>
          <ac:spMkLst>
            <pc:docMk/>
            <pc:sldMk cId="4189305967" sldId="616"/>
            <ac:spMk id="2" creationId="{148EB529-5524-585D-2B62-FB833EA3AEB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41658A34-83F4-4B2E-BC5A-DE51EE8822F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B78FE58C-C1A6-4C4C-90C2-B7F5B0504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6050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F2E1917-0BAF-4687-978A-82FFF05559C3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810E1E9A-E921-4174-A0FC-51868D7AC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86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705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793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1658" y="1709738"/>
            <a:ext cx="10105791" cy="286226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1658" y="4589463"/>
            <a:ext cx="10105791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686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9700" y="1825625"/>
            <a:ext cx="475488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5325" y="1825625"/>
            <a:ext cx="475488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6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4100" y="274638"/>
            <a:ext cx="902335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2100" y="1489075"/>
            <a:ext cx="4754880" cy="64135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2100" y="2193925"/>
            <a:ext cx="4754880" cy="3978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98920" y="1489075"/>
            <a:ext cx="4754880" cy="64135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98920" y="2193925"/>
            <a:ext cx="4754880" cy="3978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661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586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14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210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8905" y="987425"/>
            <a:ext cx="567648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2100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712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56210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678904" y="987425"/>
            <a:ext cx="567842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2100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359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2100" y="1825625"/>
            <a:ext cx="9791700" cy="43513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885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2100" y="365125"/>
            <a:ext cx="70104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30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56210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678904" y="987425"/>
            <a:ext cx="567842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2100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888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24100" y="365125"/>
            <a:ext cx="9029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2100" y="1825625"/>
            <a:ext cx="9791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62100" y="6356350"/>
            <a:ext cx="2552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4EAB7D7-3608-4730-B2E2-670834DF882C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B7BAC7-FE87-40F6-AA24-4F4685D1B0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367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81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pos="1464" userDrawn="1">
          <p15:clr>
            <a:srgbClr val="F26B43"/>
          </p15:clr>
        </p15:guide>
        <p15:guide id="3" pos="7152" userDrawn="1">
          <p15:clr>
            <a:srgbClr val="F26B43"/>
          </p15:clr>
        </p15:guide>
        <p15:guide id="4" pos="984" userDrawn="1">
          <p15:clr>
            <a:srgbClr val="F26B43"/>
          </p15:clr>
        </p15:guide>
        <p15:guide id="5" orient="horz" pos="38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4.png"/><Relationship Id="rId7" Type="http://schemas.openxmlformats.org/officeDocument/2006/relationships/image" Target="../media/image15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90.png"/><Relationship Id="rId10" Type="http://schemas.openxmlformats.org/officeDocument/2006/relationships/image" Target="../media/image18.png"/><Relationship Id="rId4" Type="http://schemas.openxmlformats.org/officeDocument/2006/relationships/image" Target="../media/image80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3.png"/><Relationship Id="rId7" Type="http://schemas.openxmlformats.org/officeDocument/2006/relationships/image" Target="../media/image2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31.png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9" Type="http://schemas.openxmlformats.org/officeDocument/2006/relationships/image" Target="../media/image5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jpeg"/><Relationship Id="rId3" Type="http://schemas.openxmlformats.org/officeDocument/2006/relationships/image" Target="../media/image63.png"/><Relationship Id="rId7" Type="http://schemas.openxmlformats.org/officeDocument/2006/relationships/image" Target="../media/image67.sv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svg"/><Relationship Id="rId4" Type="http://schemas.openxmlformats.org/officeDocument/2006/relationships/image" Target="../media/image64.png"/><Relationship Id="rId9" Type="http://schemas.openxmlformats.org/officeDocument/2006/relationships/image" Target="../media/image69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8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3" Type="http://schemas.openxmlformats.org/officeDocument/2006/relationships/image" Target="../media/image107.png"/><Relationship Id="rId7" Type="http://schemas.openxmlformats.org/officeDocument/2006/relationships/image" Target="../media/image64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419488"/>
            <a:ext cx="9144000" cy="1307736"/>
          </a:xfrm>
        </p:spPr>
        <p:txBody>
          <a:bodyPr>
            <a:normAutofit/>
          </a:bodyPr>
          <a:lstStyle/>
          <a:p>
            <a:r>
              <a:rPr lang="en-US" dirty="0"/>
              <a:t>First-Order Logic</a:t>
            </a:r>
          </a:p>
        </p:txBody>
      </p:sp>
    </p:spTree>
    <p:extLst>
      <p:ext uri="{BB962C8B-B14F-4D97-AF65-F5344CB8AC3E}">
        <p14:creationId xmlns:p14="http://schemas.microsoft.com/office/powerpoint/2010/main" val="923078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15311-C921-F5C7-4282-BCF68261D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2">
            <a:extLst>
              <a:ext uri="{FF2B5EF4-FFF2-40B4-BE49-F238E27FC236}">
                <a16:creationId xmlns:a16="http://schemas.microsoft.com/office/drawing/2014/main" id="{53C189A3-B75E-099C-D2FB-596FCAC91A9E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Going Beyond Propositional Logic 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F76205-DAA8-B21F-9503-34F55BD47005}"/>
              </a:ext>
            </a:extLst>
          </p:cNvPr>
          <p:cNvSpPr txBox="1"/>
          <p:nvPr/>
        </p:nvSpPr>
        <p:spPr>
          <a:xfrm>
            <a:off x="604001" y="1073356"/>
            <a:ext cx="10888598" cy="14465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200" dirty="0"/>
              <a:t>We explored Propositional Logic (PL). It allowed us to represent and reason about facts that are either true or false. It is powerful for modeling simple </a:t>
            </a:r>
            <a:r>
              <a:rPr lang="en-US" sz="2200" dirty="0" err="1"/>
              <a:t>boolean</a:t>
            </a:r>
            <a:r>
              <a:rPr lang="en-US" sz="2200" dirty="0"/>
              <a:t> scenarios (e.g., whether a light is on or off or whether a person is present or absent), but what if we want to express more nuanced ideas: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7FA09E-479A-1203-A6C3-FBE1D0B7DB84}"/>
              </a:ext>
            </a:extLst>
          </p:cNvPr>
          <p:cNvSpPr txBox="1"/>
          <p:nvPr/>
        </p:nvSpPr>
        <p:spPr>
          <a:xfrm>
            <a:off x="1059180" y="5433590"/>
            <a:ext cx="4015740" cy="76944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If a person is a student, then they have an advisor.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1ECB69-CF2D-6EA7-FCF1-694070D7D14C}"/>
              </a:ext>
            </a:extLst>
          </p:cNvPr>
          <p:cNvSpPr txBox="1"/>
          <p:nvPr/>
        </p:nvSpPr>
        <p:spPr>
          <a:xfrm>
            <a:off x="1059180" y="4149117"/>
            <a:ext cx="4015740" cy="76944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Some professors teach multiple courses.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AD83F8-39AB-D244-6D91-695EFAA05F3E}"/>
              </a:ext>
            </a:extLst>
          </p:cNvPr>
          <p:cNvSpPr txBox="1"/>
          <p:nvPr/>
        </p:nvSpPr>
        <p:spPr>
          <a:xfrm>
            <a:off x="1059180" y="2864644"/>
            <a:ext cx="4015740" cy="76944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Every student in the class submitted the assignment.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D28C433-FA4A-6F40-988D-EBEAA0A644C1}"/>
                  </a:ext>
                </a:extLst>
              </p:cNvPr>
              <p:cNvSpPr txBox="1"/>
              <p:nvPr/>
            </p:nvSpPr>
            <p:spPr>
              <a:xfrm>
                <a:off x="5410200" y="5433590"/>
                <a:ext cx="621491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1200"/>
                  </a:spcAft>
                </a:pPr>
                <a:r>
                  <a:rPr lang="en-US" dirty="0"/>
                  <a:t>PL cannot handle </a:t>
                </a:r>
                <a:r>
                  <a:rPr lang="en-US" b="1" i="1" dirty="0">
                    <a:solidFill>
                      <a:srgbClr val="461D7C"/>
                    </a:solidFill>
                  </a:rPr>
                  <a:t>variables</a:t>
                </a:r>
                <a:r>
                  <a:rPr lang="en-US" dirty="0"/>
                  <a:t> or </a:t>
                </a:r>
                <a:r>
                  <a:rPr lang="en-US" b="1" i="1" dirty="0">
                    <a:solidFill>
                      <a:srgbClr val="461D7C"/>
                    </a:solidFill>
                  </a:rPr>
                  <a:t>object properties</a:t>
                </a:r>
                <a:r>
                  <a:rPr lang="en-US" dirty="0"/>
                  <a:t>. We would need a rule like</a:t>
                </a:r>
                <a:r>
                  <a:rPr lang="en-US" dirty="0">
                    <a:latin typeface="Consolas" panose="020B0609020204030204" pitchFamily="49" charset="0"/>
                  </a:rPr>
                  <a:t> Student(x)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>
                    <a:latin typeface="Consolas" panose="020B0609020204030204" pitchFamily="49" charset="0"/>
                  </a:rPr>
                  <a:t> </a:t>
                </a:r>
                <a:r>
                  <a:rPr lang="en-US" dirty="0" err="1">
                    <a:latin typeface="Consolas" panose="020B0609020204030204" pitchFamily="49" charset="0"/>
                  </a:rPr>
                  <a:t>HasAdvisor</a:t>
                </a:r>
                <a:r>
                  <a:rPr lang="en-US" dirty="0">
                    <a:latin typeface="Consolas" panose="020B0609020204030204" pitchFamily="49" charset="0"/>
                  </a:rPr>
                  <a:t>(x)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D28C433-FA4A-6F40-988D-EBEAA0A64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200" y="5433590"/>
                <a:ext cx="6214911" cy="646331"/>
              </a:xfrm>
              <a:prstGeom prst="rect">
                <a:avLst/>
              </a:prstGeom>
              <a:blipFill>
                <a:blip r:embed="rId2"/>
                <a:stretch>
                  <a:fillRect l="-883" t="-4717" r="-785" b="-1415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3921960B-256E-B2D3-2CAE-2829E766EFB9}"/>
              </a:ext>
            </a:extLst>
          </p:cNvPr>
          <p:cNvSpPr txBox="1"/>
          <p:nvPr/>
        </p:nvSpPr>
        <p:spPr>
          <a:xfrm>
            <a:off x="5410199" y="4072172"/>
            <a:ext cx="6082399" cy="9233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n-US" dirty="0"/>
              <a:t>PL cannot represent </a:t>
            </a:r>
            <a:r>
              <a:rPr lang="en-US" b="1" i="1" dirty="0">
                <a:solidFill>
                  <a:srgbClr val="461D7C"/>
                </a:solidFill>
              </a:rPr>
              <a:t>relationships</a:t>
            </a:r>
            <a:r>
              <a:rPr lang="en-US" dirty="0"/>
              <a:t> between objects (e.g., professors and courses). We need a predicate like</a:t>
            </a:r>
            <a:r>
              <a:rPr lang="en-US" dirty="0">
                <a:latin typeface="Consolas" panose="020B0609020204030204" pitchFamily="49" charset="0"/>
              </a:rPr>
              <a:t> Teaches(</a:t>
            </a:r>
            <a:r>
              <a:rPr lang="en-US" dirty="0" err="1">
                <a:latin typeface="Consolas" panose="020B0609020204030204" pitchFamily="49" charset="0"/>
              </a:rPr>
              <a:t>ProfX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CourseY</a:t>
            </a:r>
            <a:r>
              <a:rPr lang="en-US" dirty="0">
                <a:latin typeface="Consolas" panose="020B0609020204030204" pitchFamily="49" charset="0"/>
              </a:rPr>
              <a:t>)</a:t>
            </a:r>
            <a:r>
              <a:rPr lang="en-US" dirty="0"/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8B307D-231F-09AA-D5A5-811C5B8D3ADF}"/>
              </a:ext>
            </a:extLst>
          </p:cNvPr>
          <p:cNvSpPr txBox="1"/>
          <p:nvPr/>
        </p:nvSpPr>
        <p:spPr>
          <a:xfrm>
            <a:off x="5410200" y="2823161"/>
            <a:ext cx="6082399" cy="9233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n-US" dirty="0"/>
              <a:t>PL lacks </a:t>
            </a:r>
            <a:r>
              <a:rPr lang="en-US" b="1" i="1" dirty="0">
                <a:solidFill>
                  <a:srgbClr val="461D7C"/>
                </a:solidFill>
              </a:rPr>
              <a:t>quantifiers</a:t>
            </a:r>
            <a:r>
              <a:rPr lang="en-US" dirty="0"/>
              <a:t>: ‘every’. We would need a separate proposition for each student (e.g.,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Submitted_Alice</a:t>
            </a:r>
            <a:r>
              <a:rPr lang="en-US" dirty="0"/>
              <a:t>,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Submitted_Bob</a:t>
            </a:r>
            <a:r>
              <a:rPr lang="en-US" dirty="0"/>
              <a:t>). This does not scale or generalize.</a:t>
            </a:r>
          </a:p>
        </p:txBody>
      </p:sp>
    </p:spTree>
    <p:extLst>
      <p:ext uri="{BB962C8B-B14F-4D97-AF65-F5344CB8AC3E}">
        <p14:creationId xmlns:p14="http://schemas.microsoft.com/office/powerpoint/2010/main" val="442105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1" grpId="0"/>
      <p:bldP spid="12" grpId="0"/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C7775-2911-2ECD-C5B9-9DA917338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2">
            <a:extLst>
              <a:ext uri="{FF2B5EF4-FFF2-40B4-BE49-F238E27FC236}">
                <a16:creationId xmlns:a16="http://schemas.microsoft.com/office/drawing/2014/main" id="{5BE4FF22-F3B5-14F6-97B4-B28802C602B5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First-Order Logic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7E0F7C-40F1-E7BC-CFE9-9BC212A5CC3D}"/>
              </a:ext>
            </a:extLst>
          </p:cNvPr>
          <p:cNvSpPr txBox="1"/>
          <p:nvPr/>
        </p:nvSpPr>
        <p:spPr>
          <a:xfrm>
            <a:off x="604001" y="1073356"/>
            <a:ext cx="10888598" cy="76944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200" b="1" dirty="0"/>
              <a:t>First-Order Logic (FOL) </a:t>
            </a:r>
            <a:r>
              <a:rPr lang="en-US" sz="2200" dirty="0"/>
              <a:t>is a formal system for representing knowledge and reasoning about objects, their properties, and relationships between them.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EB7B79-43A7-0188-3D00-27900E4C8E2F}"/>
              </a:ext>
            </a:extLst>
          </p:cNvPr>
          <p:cNvSpPr txBox="1"/>
          <p:nvPr/>
        </p:nvSpPr>
        <p:spPr>
          <a:xfrm>
            <a:off x="2497540" y="2619439"/>
            <a:ext cx="1453487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200" dirty="0"/>
              <a:t>Properties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41E5E7-7B44-68E7-68FA-09B0C68D2297}"/>
              </a:ext>
            </a:extLst>
          </p:cNvPr>
          <p:cNvSpPr txBox="1"/>
          <p:nvPr/>
        </p:nvSpPr>
        <p:spPr>
          <a:xfrm>
            <a:off x="1265919" y="3267690"/>
            <a:ext cx="4309192" cy="14465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More expressive than propositional logic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Uses variables, predicates, and quantifiers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AA266E-6B99-A115-4D47-CCE978A1A302}"/>
              </a:ext>
            </a:extLst>
          </p:cNvPr>
          <p:cNvSpPr txBox="1"/>
          <p:nvPr/>
        </p:nvSpPr>
        <p:spPr>
          <a:xfrm>
            <a:off x="7843527" y="2619439"/>
            <a:ext cx="1525662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200" dirty="0"/>
              <a:t>Capabilities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3B85EF-79D4-E8FB-ACA2-67542D80D541}"/>
              </a:ext>
            </a:extLst>
          </p:cNvPr>
          <p:cNvSpPr txBox="1"/>
          <p:nvPr/>
        </p:nvSpPr>
        <p:spPr>
          <a:xfrm>
            <a:off x="6516806" y="3267690"/>
            <a:ext cx="4455995" cy="14465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Foundation for knowledge representation in AI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Enables reasoning about infinite domains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09A14C-E053-DE2A-E990-9BADC4F5EB66}"/>
              </a:ext>
            </a:extLst>
          </p:cNvPr>
          <p:cNvSpPr txBox="1"/>
          <p:nvPr/>
        </p:nvSpPr>
        <p:spPr>
          <a:xfrm>
            <a:off x="1300018" y="5921769"/>
            <a:ext cx="9591964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200" dirty="0"/>
              <a:t>First-Order Logic is</a:t>
            </a:r>
            <a:r>
              <a:rPr lang="en-US" sz="2200" b="1" dirty="0"/>
              <a:t> </a:t>
            </a:r>
            <a:r>
              <a:rPr lang="en-US" sz="2200" dirty="0"/>
              <a:t>sometimes </a:t>
            </a:r>
            <a:r>
              <a:rPr lang="en-US" sz="2200" dirty="0" err="1"/>
              <a:t>refered</a:t>
            </a:r>
            <a:r>
              <a:rPr lang="en-US" sz="2200" dirty="0"/>
              <a:t> to as </a:t>
            </a:r>
            <a:r>
              <a:rPr lang="en-US" sz="2200" i="1" dirty="0"/>
              <a:t>Predicate Logic</a:t>
            </a:r>
            <a:r>
              <a:rPr lang="en-US" sz="2200" dirty="0"/>
              <a:t> or </a:t>
            </a:r>
            <a:r>
              <a:rPr lang="en-US" sz="2200" i="1" dirty="0"/>
              <a:t>Predicate Calculus</a:t>
            </a:r>
            <a:r>
              <a:rPr lang="en-US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17302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0D239-EE9C-906E-CB26-B7CFABE0E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2">
            <a:extLst>
              <a:ext uri="{FF2B5EF4-FFF2-40B4-BE49-F238E27FC236}">
                <a16:creationId xmlns:a16="http://schemas.microsoft.com/office/drawing/2014/main" id="{AAA8B919-2954-9B0A-B68A-DDD87E11D0E3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Syntax: Terms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9982A1-69E5-CAAE-53D0-1BBA440124DB}"/>
              </a:ext>
            </a:extLst>
          </p:cNvPr>
          <p:cNvSpPr txBox="1"/>
          <p:nvPr/>
        </p:nvSpPr>
        <p:spPr>
          <a:xfrm>
            <a:off x="604001" y="921148"/>
            <a:ext cx="6375137" cy="43088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2200" b="1" i="1" dirty="0"/>
              <a:t>Definition. </a:t>
            </a:r>
            <a:r>
              <a:rPr lang="en-US" sz="2200" dirty="0"/>
              <a:t>A </a:t>
            </a:r>
            <a:r>
              <a:rPr lang="en-US" sz="2200" b="1" i="1" dirty="0"/>
              <a:t>term</a:t>
            </a:r>
            <a:r>
              <a:rPr lang="en-US" sz="2200" dirty="0"/>
              <a:t> represents an </a:t>
            </a:r>
            <a:r>
              <a:rPr lang="en-US" sz="2200" dirty="0">
                <a:solidFill>
                  <a:srgbClr val="1306BA"/>
                </a:solidFill>
              </a:rPr>
              <a:t>object</a:t>
            </a:r>
            <a:r>
              <a:rPr lang="en-US" sz="2200" dirty="0"/>
              <a:t> in the domain.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1962B8-C897-8FAF-2065-F48462C56AE1}"/>
              </a:ext>
            </a:extLst>
          </p:cNvPr>
          <p:cNvSpPr txBox="1"/>
          <p:nvPr/>
        </p:nvSpPr>
        <p:spPr>
          <a:xfrm>
            <a:off x="1059179" y="4648167"/>
            <a:ext cx="4351019" cy="76944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200" b="1" dirty="0">
                <a:solidFill>
                  <a:srgbClr val="1306BA"/>
                </a:solidFill>
              </a:rPr>
              <a:t>Functions</a:t>
            </a:r>
            <a:r>
              <a:rPr lang="en-US" sz="2200" dirty="0"/>
              <a:t>: computed objects (map objects to objects)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23C17B-721E-A17A-1699-6D9D6DC1E2EE}"/>
              </a:ext>
            </a:extLst>
          </p:cNvPr>
          <p:cNvSpPr txBox="1"/>
          <p:nvPr/>
        </p:nvSpPr>
        <p:spPr>
          <a:xfrm>
            <a:off x="1059180" y="3483287"/>
            <a:ext cx="4522754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200" b="1" dirty="0">
                <a:solidFill>
                  <a:srgbClr val="1306BA"/>
                </a:solidFill>
              </a:rPr>
              <a:t>Variables</a:t>
            </a:r>
            <a:r>
              <a:rPr lang="en-US" sz="2200" dirty="0"/>
              <a:t>: placeholders for objects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A902FF-0894-B066-65AB-F268DB032CDF}"/>
              </a:ext>
            </a:extLst>
          </p:cNvPr>
          <p:cNvSpPr txBox="1"/>
          <p:nvPr/>
        </p:nvSpPr>
        <p:spPr>
          <a:xfrm>
            <a:off x="1059180" y="2568131"/>
            <a:ext cx="3615178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200" b="1" dirty="0">
                <a:solidFill>
                  <a:srgbClr val="1306BA"/>
                </a:solidFill>
              </a:rPr>
              <a:t>Constants</a:t>
            </a:r>
            <a:r>
              <a:rPr lang="en-US" sz="2200" dirty="0"/>
              <a:t>: specific objects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7B2278A-4CC1-2F5F-957F-93A56009DD7F}"/>
                  </a:ext>
                </a:extLst>
              </p:cNvPr>
              <p:cNvSpPr txBox="1"/>
              <p:nvPr/>
            </p:nvSpPr>
            <p:spPr>
              <a:xfrm>
                <a:off x="8789158" y="4286036"/>
                <a:ext cx="2251882" cy="12311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1200"/>
                  </a:spcAft>
                </a:pPr>
                <a:r>
                  <a:rPr lang="en-US" dirty="0"/>
                  <a:t>The father of</a:t>
                </a:r>
                <a:r>
                  <a:rPr lang="en-US" dirty="0">
                    <a:solidFill>
                      <a:srgbClr val="C5050C"/>
                    </a:solidFill>
                    <a:latin typeface="Consolas" panose="020B0609020204030204" pitchFamily="49" charset="0"/>
                  </a:rPr>
                  <a:t> John</a:t>
                </a:r>
              </a:p>
              <a:p>
                <a:pPr algn="just">
                  <a:spcAft>
                    <a:spcPts val="1200"/>
                  </a:spcAft>
                </a:pPr>
                <a:r>
                  <a:rPr lang="en-US" dirty="0"/>
                  <a:t>The result of</a:t>
                </a:r>
                <a:r>
                  <a:rPr lang="en-US" dirty="0">
                    <a:solidFill>
                      <a:srgbClr val="C5050C"/>
                    </a:solidFill>
                    <a:latin typeface="Consolas" panose="020B0609020204030204" pitchFamily="49" charset="0"/>
                  </a:rPr>
                  <a:t> 2 </a:t>
                </a:r>
                <a:r>
                  <a:rPr lang="en-US" dirty="0">
                    <a:latin typeface="Consolas" panose="020B0609020204030204" pitchFamily="49" charset="0"/>
                  </a:rPr>
                  <a:t>+</a:t>
                </a:r>
                <a:r>
                  <a:rPr lang="en-US" dirty="0">
                    <a:solidFill>
                      <a:srgbClr val="C5050C"/>
                    </a:solidFill>
                    <a:latin typeface="Consolas" panose="020B0609020204030204" pitchFamily="49" charset="0"/>
                  </a:rPr>
                  <a:t> 3</a:t>
                </a:r>
              </a:p>
              <a:p>
                <a:pPr algn="just">
                  <a:spcAft>
                    <a:spcPts val="1200"/>
                  </a:spcAft>
                </a:pPr>
                <a:r>
                  <a:rPr lang="en-US" dirty="0"/>
                  <a:t>The left leg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7B2278A-4CC1-2F5F-957F-93A56009DD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9158" y="4286036"/>
                <a:ext cx="2251882" cy="1231106"/>
              </a:xfrm>
              <a:prstGeom prst="rect">
                <a:avLst/>
              </a:prstGeom>
              <a:blipFill>
                <a:blip r:embed="rId2"/>
                <a:stretch>
                  <a:fillRect l="-2439" t="-2475" b="-693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876AC66-0184-4F3B-4B69-9D99260493D2}"/>
                  </a:ext>
                </a:extLst>
              </p:cNvPr>
              <p:cNvSpPr txBox="1"/>
              <p:nvPr/>
            </p:nvSpPr>
            <p:spPr>
              <a:xfrm>
                <a:off x="7554036" y="3406342"/>
                <a:ext cx="236106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𝑝𝑒𝑟𝑠𝑜𝑛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𝑛𝑢𝑚𝑏𝑒𝑟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876AC66-0184-4F3B-4B69-9D9926049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4036" y="3406342"/>
                <a:ext cx="2361063" cy="369332"/>
              </a:xfrm>
              <a:prstGeom prst="rect">
                <a:avLst/>
              </a:prstGeom>
              <a:blipFill>
                <a:blip r:embed="rId3"/>
                <a:stretch>
                  <a:fillRect t="-10000" b="-2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494A014A-5500-F0AF-D302-5A57F2A3A4C4}"/>
              </a:ext>
            </a:extLst>
          </p:cNvPr>
          <p:cNvSpPr txBox="1"/>
          <p:nvPr/>
        </p:nvSpPr>
        <p:spPr>
          <a:xfrm>
            <a:off x="6632811" y="2526648"/>
            <a:ext cx="4203511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n-US" dirty="0">
                <a:solidFill>
                  <a:srgbClr val="C5050C"/>
                </a:solidFill>
                <a:latin typeface="Consolas" panose="020B0609020204030204" pitchFamily="49" charset="0"/>
              </a:rPr>
              <a:t>John</a:t>
            </a:r>
            <a:r>
              <a:rPr lang="en-US" dirty="0"/>
              <a:t>,</a:t>
            </a:r>
            <a:r>
              <a:rPr lang="en-US" dirty="0">
                <a:solidFill>
                  <a:srgbClr val="C5050C"/>
                </a:solidFill>
                <a:latin typeface="Consolas" panose="020B0609020204030204" pitchFamily="49" charset="0"/>
              </a:rPr>
              <a:t> 42</a:t>
            </a:r>
            <a:r>
              <a:rPr lang="en-US" dirty="0"/>
              <a:t>,</a:t>
            </a:r>
            <a:r>
              <a:rPr lang="en-US" dirty="0">
                <a:solidFill>
                  <a:srgbClr val="C5050C"/>
                </a:solidFill>
                <a:latin typeface="Consolas" panose="020B0609020204030204" pitchFamily="49" charset="0"/>
              </a:rPr>
              <a:t> Alice</a:t>
            </a:r>
            <a:r>
              <a:rPr lang="en-US" dirty="0"/>
              <a:t>,</a:t>
            </a:r>
            <a:r>
              <a:rPr lang="en-US" dirty="0">
                <a:solidFill>
                  <a:srgbClr val="C5050C"/>
                </a:solidFill>
                <a:latin typeface="Consolas" panose="020B0609020204030204" pitchFamily="49" charset="0"/>
              </a:rPr>
              <a:t> 2</a:t>
            </a:r>
            <a:r>
              <a:rPr lang="en-US" dirty="0"/>
              <a:t>,</a:t>
            </a:r>
            <a:r>
              <a:rPr lang="en-US" dirty="0">
                <a:solidFill>
                  <a:srgbClr val="C5050C"/>
                </a:solidFill>
                <a:latin typeface="Consolas" panose="020B0609020204030204" pitchFamily="49" charset="0"/>
              </a:rPr>
              <a:t> Madison</a:t>
            </a:r>
            <a:r>
              <a:rPr lang="en-US" dirty="0"/>
              <a:t>,</a:t>
            </a:r>
            <a:r>
              <a:rPr lang="en-US" dirty="0">
                <a:solidFill>
                  <a:srgbClr val="C5050C"/>
                </a:solidFill>
                <a:latin typeface="Consolas" panose="020B0609020204030204" pitchFamily="49" charset="0"/>
              </a:rPr>
              <a:t> Green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D9338D-7963-3052-1FA4-A11A0E108B30}"/>
              </a:ext>
            </a:extLst>
          </p:cNvPr>
          <p:cNvSpPr txBox="1"/>
          <p:nvPr/>
        </p:nvSpPr>
        <p:spPr>
          <a:xfrm>
            <a:off x="2517089" y="1883836"/>
            <a:ext cx="951844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200" dirty="0"/>
              <a:t>Types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02FB8F-CF45-7214-D0C1-0D5CF1EB30E9}"/>
              </a:ext>
            </a:extLst>
          </p:cNvPr>
          <p:cNvSpPr txBox="1"/>
          <p:nvPr/>
        </p:nvSpPr>
        <p:spPr>
          <a:xfrm>
            <a:off x="7921350" y="1883836"/>
            <a:ext cx="1325008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200" dirty="0"/>
              <a:t>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904F2F-8A89-1820-77DA-7CE5A59F811A}"/>
                  </a:ext>
                </a:extLst>
              </p:cNvPr>
              <p:cNvSpPr txBox="1"/>
              <p:nvPr/>
            </p:nvSpPr>
            <p:spPr>
              <a:xfrm>
                <a:off x="6781804" y="4286036"/>
                <a:ext cx="1857529" cy="12311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r">
                  <a:spcAft>
                    <a:spcPts val="1200"/>
                  </a:spcAft>
                </a:pPr>
                <a:r>
                  <a:rPr lang="en-US" dirty="0">
                    <a:solidFill>
                      <a:srgbClr val="1306BA"/>
                    </a:solidFill>
                    <a:latin typeface="Consolas" panose="020B0609020204030204" pitchFamily="49" charset="0"/>
                  </a:rPr>
                  <a:t>Father</a:t>
                </a:r>
                <a:r>
                  <a:rPr lang="en-US" dirty="0">
                    <a:latin typeface="Consolas" panose="020B0609020204030204" pitchFamily="49" charset="0"/>
                  </a:rPr>
                  <a:t>(</a:t>
                </a:r>
                <a:r>
                  <a:rPr lang="en-US" dirty="0">
                    <a:solidFill>
                      <a:srgbClr val="C5050C"/>
                    </a:solidFill>
                    <a:latin typeface="Consolas" panose="020B0609020204030204" pitchFamily="49" charset="0"/>
                  </a:rPr>
                  <a:t>John</a:t>
                </a:r>
                <a:r>
                  <a:rPr lang="en-US" dirty="0">
                    <a:latin typeface="Consolas" panose="020B0609020204030204" pitchFamily="49" charset="0"/>
                  </a:rPr>
                  <a:t>)</a:t>
                </a:r>
              </a:p>
              <a:p>
                <a:pPr algn="r">
                  <a:spcAft>
                    <a:spcPts val="1200"/>
                  </a:spcAft>
                </a:pPr>
                <a:r>
                  <a:rPr lang="en-US" dirty="0">
                    <a:solidFill>
                      <a:srgbClr val="1306BA"/>
                    </a:solidFill>
                    <a:latin typeface="Consolas" panose="020B0609020204030204" pitchFamily="49" charset="0"/>
                  </a:rPr>
                  <a:t>Plus</a:t>
                </a:r>
                <a:r>
                  <a:rPr lang="en-US" dirty="0">
                    <a:latin typeface="Consolas" panose="020B0609020204030204" pitchFamily="49" charset="0"/>
                  </a:rPr>
                  <a:t>(</a:t>
                </a:r>
                <a:r>
                  <a:rPr lang="en-US" dirty="0">
                    <a:solidFill>
                      <a:srgbClr val="C5050C"/>
                    </a:solidFill>
                    <a:latin typeface="Consolas" panose="020B0609020204030204" pitchFamily="49" charset="0"/>
                  </a:rPr>
                  <a:t>2</a:t>
                </a:r>
                <a:r>
                  <a:rPr lang="en-US" dirty="0">
                    <a:latin typeface="Consolas" panose="020B0609020204030204" pitchFamily="49" charset="0"/>
                  </a:rPr>
                  <a:t>,</a:t>
                </a:r>
                <a:r>
                  <a:rPr lang="en-US" dirty="0">
                    <a:solidFill>
                      <a:srgbClr val="C5050C"/>
                    </a:solidFill>
                    <a:latin typeface="Consolas" panose="020B0609020204030204" pitchFamily="49" charset="0"/>
                  </a:rPr>
                  <a:t>3</a:t>
                </a:r>
                <a:r>
                  <a:rPr lang="en-US" dirty="0">
                    <a:latin typeface="Consolas" panose="020B0609020204030204" pitchFamily="49" charset="0"/>
                  </a:rPr>
                  <a:t>)</a:t>
                </a:r>
              </a:p>
              <a:p>
                <a:pPr algn="r">
                  <a:spcAft>
                    <a:spcPts val="1200"/>
                  </a:spcAft>
                </a:pPr>
                <a:r>
                  <a:rPr lang="en-US" dirty="0" err="1">
                    <a:solidFill>
                      <a:srgbClr val="1306BA"/>
                    </a:solidFill>
                    <a:latin typeface="Consolas" panose="020B0609020204030204" pitchFamily="49" charset="0"/>
                  </a:rPr>
                  <a:t>LeftLeg</a:t>
                </a:r>
                <a:r>
                  <a:rPr lang="en-US" dirty="0">
                    <a:latin typeface="Consolas" panose="020B0609020204030204" pitchFamily="49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latin typeface="Consolas" panose="020B0609020204030204" pitchFamily="49" charset="0"/>
                  </a:rPr>
                  <a:t>)</a:t>
                </a:r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904F2F-8A89-1820-77DA-7CE5A59F8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804" y="4286036"/>
                <a:ext cx="1857529" cy="1231106"/>
              </a:xfrm>
              <a:prstGeom prst="rect">
                <a:avLst/>
              </a:prstGeom>
              <a:blipFill>
                <a:blip r:embed="rId4"/>
                <a:stretch>
                  <a:fillRect t="-2475" r="-2632" b="-693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75DFE72-CBBE-0A67-5E0C-F5366634A9D1}"/>
              </a:ext>
            </a:extLst>
          </p:cNvPr>
          <p:cNvSpPr txBox="1"/>
          <p:nvPr/>
        </p:nvSpPr>
        <p:spPr>
          <a:xfrm>
            <a:off x="5648481" y="6246579"/>
            <a:ext cx="6281353" cy="43088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2200" b="1" i="1" dirty="0"/>
              <a:t>Definition. </a:t>
            </a:r>
            <a:r>
              <a:rPr lang="en-US" sz="2200" dirty="0"/>
              <a:t>A </a:t>
            </a:r>
            <a:r>
              <a:rPr lang="en-US" sz="2200" b="1" i="1" dirty="0"/>
              <a:t>ground term</a:t>
            </a:r>
            <a:r>
              <a:rPr lang="en-US" sz="2200" dirty="0"/>
              <a:t> is a term with no variables.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2159D8-3B0F-C770-B7C2-A64A9C9A9ECD}"/>
              </a:ext>
            </a:extLst>
          </p:cNvPr>
          <p:cNvSpPr txBox="1"/>
          <p:nvPr/>
        </p:nvSpPr>
        <p:spPr>
          <a:xfrm>
            <a:off x="6979138" y="4329685"/>
            <a:ext cx="1571735" cy="74936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693839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5" grpId="0"/>
      <p:bldP spid="7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75538-3665-1569-C925-1D60B3E4D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2">
            <a:extLst>
              <a:ext uri="{FF2B5EF4-FFF2-40B4-BE49-F238E27FC236}">
                <a16:creationId xmlns:a16="http://schemas.microsoft.com/office/drawing/2014/main" id="{7CE9B83E-66B1-7CE3-A548-17E00CBF0C85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rgbClr val="461D7C"/>
                </a:solidFill>
              </a:rPr>
              <a:t>Terms</a:t>
            </a:r>
            <a:r>
              <a:rPr lang="en-US" sz="3600" dirty="0"/>
              <a:t> vs </a:t>
            </a:r>
            <a:r>
              <a:rPr lang="en-US" sz="3600" dirty="0">
                <a:solidFill>
                  <a:srgbClr val="FF6600"/>
                </a:solidFill>
              </a:rPr>
              <a:t>Sentences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5D7F10-B594-141B-C973-6B5A3DB11A33}"/>
              </a:ext>
            </a:extLst>
          </p:cNvPr>
          <p:cNvSpPr txBox="1"/>
          <p:nvPr/>
        </p:nvSpPr>
        <p:spPr>
          <a:xfrm>
            <a:off x="2351200" y="738404"/>
            <a:ext cx="1393600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461D7C"/>
                </a:solidFill>
              </a:rPr>
              <a:t>Terms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5FF63E-F2C8-C539-C8CF-BD50733D9003}"/>
              </a:ext>
            </a:extLst>
          </p:cNvPr>
          <p:cNvSpPr txBox="1"/>
          <p:nvPr/>
        </p:nvSpPr>
        <p:spPr>
          <a:xfrm>
            <a:off x="539974" y="1587037"/>
            <a:ext cx="3736751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200" dirty="0"/>
              <a:t>Refer to objects in the domain: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435499-FA4D-0BDD-D72A-A2ACE5038240}"/>
              </a:ext>
            </a:extLst>
          </p:cNvPr>
          <p:cNvSpPr txBox="1"/>
          <p:nvPr/>
        </p:nvSpPr>
        <p:spPr>
          <a:xfrm>
            <a:off x="1017700" y="4997944"/>
            <a:ext cx="4060599" cy="76944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200" dirty="0"/>
              <a:t>Terms are not true or false, they just name objects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C664BAB-E105-8771-B87C-453E6C1C4798}"/>
                  </a:ext>
                </a:extLst>
              </p:cNvPr>
              <p:cNvSpPr txBox="1"/>
              <p:nvPr/>
            </p:nvSpPr>
            <p:spPr>
              <a:xfrm>
                <a:off x="805536" y="2615382"/>
                <a:ext cx="1917476" cy="19389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000" dirty="0">
                    <a:solidFill>
                      <a:srgbClr val="C5050C"/>
                    </a:solidFill>
                    <a:latin typeface="Consolas" panose="020B0609020204030204" pitchFamily="49" charset="0"/>
                  </a:rPr>
                  <a:t>John</a:t>
                </a:r>
                <a:endParaRPr lang="en-US" sz="2000" dirty="0"/>
              </a:p>
              <a:p>
                <a:pPr>
                  <a:spcAft>
                    <a:spcPts val="1200"/>
                  </a:spcAft>
                </a:pPr>
                <a:r>
                  <a:rPr lang="en-US" sz="2000" dirty="0">
                    <a:solidFill>
                      <a:srgbClr val="C5050C"/>
                    </a:solidFill>
                    <a:latin typeface="Consolas" panose="020B0609020204030204" pitchFamily="49" charset="0"/>
                  </a:rPr>
                  <a:t>42</a:t>
                </a:r>
                <a:endParaRPr lang="en-US" sz="2000" dirty="0"/>
              </a:p>
              <a:p>
                <a:pPr>
                  <a:spcAft>
                    <a:spcPts val="1200"/>
                  </a:spcAft>
                </a:pPr>
                <a:r>
                  <a:rPr lang="en-US" sz="2000" dirty="0">
                    <a:solidFill>
                      <a:srgbClr val="1306BA"/>
                    </a:solidFill>
                    <a:latin typeface="Consolas" panose="020B0609020204030204" pitchFamily="49" charset="0"/>
                  </a:rPr>
                  <a:t>Father</a:t>
                </a:r>
                <a:r>
                  <a:rPr lang="en-US" sz="2000" dirty="0">
                    <a:latin typeface="Consolas" panose="020B0609020204030204" pitchFamily="49" charset="0"/>
                  </a:rPr>
                  <a:t>(</a:t>
                </a:r>
                <a:r>
                  <a:rPr lang="en-US" sz="2000" dirty="0">
                    <a:solidFill>
                      <a:srgbClr val="C5050C"/>
                    </a:solidFill>
                    <a:latin typeface="Consolas" panose="020B0609020204030204" pitchFamily="49" charset="0"/>
                  </a:rPr>
                  <a:t>John</a:t>
                </a:r>
                <a:r>
                  <a:rPr lang="en-US" sz="2000" dirty="0">
                    <a:latin typeface="Consolas" panose="020B0609020204030204" pitchFamily="49" charset="0"/>
                  </a:rPr>
                  <a:t>)</a:t>
                </a:r>
                <a:endParaRPr lang="en-US" sz="2000" dirty="0">
                  <a:solidFill>
                    <a:srgbClr val="C5050C"/>
                  </a:solidFill>
                  <a:latin typeface="Consolas" panose="020B0609020204030204" pitchFamily="49" charset="0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0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C664BAB-E105-8771-B87C-453E6C1C4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536" y="2615382"/>
                <a:ext cx="1917476" cy="1938992"/>
              </a:xfrm>
              <a:prstGeom prst="rect">
                <a:avLst/>
              </a:prstGeom>
              <a:blipFill>
                <a:blip r:embed="rId2"/>
                <a:stretch>
                  <a:fillRect l="-3175" t="-1572" r="-3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C14B553-C59D-06DA-5CC5-525A6E1BAABF}"/>
              </a:ext>
            </a:extLst>
          </p:cNvPr>
          <p:cNvSpPr txBox="1"/>
          <p:nvPr/>
        </p:nvSpPr>
        <p:spPr>
          <a:xfrm>
            <a:off x="2894461" y="2615382"/>
            <a:ext cx="2695575" cy="178510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000" dirty="0">
                <a:solidFill>
                  <a:schemeClr val="tx1"/>
                </a:solidFill>
              </a:rPr>
              <a:t>a specific person</a:t>
            </a:r>
          </a:p>
          <a:p>
            <a:pPr>
              <a:spcAft>
                <a:spcPts val="1200"/>
              </a:spcAft>
            </a:pPr>
            <a:r>
              <a:rPr lang="en-US" sz="2000" dirty="0"/>
              <a:t>a specific number</a:t>
            </a:r>
            <a:endParaRPr lang="en-US" sz="2000" dirty="0">
              <a:solidFill>
                <a:schemeClr val="tx1"/>
              </a:solidFill>
            </a:endParaRPr>
          </a:p>
          <a:p>
            <a:pPr>
              <a:spcAft>
                <a:spcPts val="1200"/>
              </a:spcAft>
            </a:pPr>
            <a:r>
              <a:rPr lang="en-US" sz="2000" dirty="0">
                <a:solidFill>
                  <a:schemeClr val="tx1"/>
                </a:solidFill>
              </a:rPr>
              <a:t>John’s father (a person)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solidFill>
                  <a:schemeClr val="tx1"/>
                </a:solidFill>
              </a:rPr>
              <a:t>any object (placeholder)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666F-B081-1061-552F-E75251D33E5C}"/>
              </a:ext>
            </a:extLst>
          </p:cNvPr>
          <p:cNvCxnSpPr>
            <a:cxnSpLocks/>
          </p:cNvCxnSpPr>
          <p:nvPr/>
        </p:nvCxnSpPr>
        <p:spPr>
          <a:xfrm>
            <a:off x="5757182" y="957489"/>
            <a:ext cx="0" cy="565313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3064B5B-5F47-7BFF-5CCB-49C448BF54C8}"/>
              </a:ext>
            </a:extLst>
          </p:cNvPr>
          <p:cNvSpPr txBox="1"/>
          <p:nvPr/>
        </p:nvSpPr>
        <p:spPr>
          <a:xfrm>
            <a:off x="7988524" y="738404"/>
            <a:ext cx="1631719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6600"/>
                </a:solidFill>
              </a:rPr>
              <a:t>Sentences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7D50CF-1596-B4D7-665E-E0C517D8FAB7}"/>
              </a:ext>
            </a:extLst>
          </p:cNvPr>
          <p:cNvSpPr txBox="1"/>
          <p:nvPr/>
        </p:nvSpPr>
        <p:spPr>
          <a:xfrm>
            <a:off x="6578824" y="1391834"/>
            <a:ext cx="5073201" cy="76944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200" dirty="0"/>
              <a:t>Sentences make claims that can be evaluated as true / false.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D03A43-28E2-6F26-35F3-1239AE75678D}"/>
              </a:ext>
            </a:extLst>
          </p:cNvPr>
          <p:cNvSpPr txBox="1"/>
          <p:nvPr/>
        </p:nvSpPr>
        <p:spPr>
          <a:xfrm>
            <a:off x="6774083" y="5070035"/>
            <a:ext cx="4060599" cy="76944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200" dirty="0"/>
              <a:t>Sentences are true / false: they make assertions.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6B4831-E144-691A-5313-CB685D3DD02F}"/>
              </a:ext>
            </a:extLst>
          </p:cNvPr>
          <p:cNvSpPr txBox="1"/>
          <p:nvPr/>
        </p:nvSpPr>
        <p:spPr>
          <a:xfrm>
            <a:off x="5958225" y="2615382"/>
            <a:ext cx="3030265" cy="1323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000" dirty="0">
                <a:solidFill>
                  <a:srgbClr val="FF6600"/>
                </a:solidFill>
                <a:latin typeface="Consolas" panose="020B0609020204030204" pitchFamily="49" charset="0"/>
              </a:rPr>
              <a:t>Student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C5050C"/>
                </a:solidFill>
                <a:latin typeface="Consolas" panose="020B0609020204030204" pitchFamily="49" charset="0"/>
              </a:rPr>
              <a:t>Alice</a:t>
            </a:r>
            <a:r>
              <a:rPr lang="en-US" sz="2000" dirty="0">
                <a:latin typeface="Consolas" panose="020B0609020204030204" pitchFamily="49" charset="0"/>
              </a:rPr>
              <a:t>)</a:t>
            </a:r>
            <a:endParaRPr lang="en-US" sz="2000" dirty="0">
              <a:solidFill>
                <a:srgbClr val="C5050C"/>
              </a:solidFill>
              <a:latin typeface="Consolas" panose="020B0609020204030204" pitchFamily="49" charset="0"/>
            </a:endParaRPr>
          </a:p>
          <a:p>
            <a:pPr>
              <a:spcAft>
                <a:spcPts val="1200"/>
              </a:spcAft>
            </a:pPr>
            <a:r>
              <a:rPr lang="en-US" sz="2000" dirty="0">
                <a:solidFill>
                  <a:srgbClr val="FF6600"/>
                </a:solidFill>
                <a:latin typeface="Consolas" panose="020B0609020204030204" pitchFamily="49" charset="0"/>
              </a:rPr>
              <a:t>Tall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C5050C"/>
                </a:solidFill>
                <a:latin typeface="Consolas" panose="020B0609020204030204" pitchFamily="49" charset="0"/>
              </a:rPr>
              <a:t>John</a:t>
            </a:r>
            <a:r>
              <a:rPr lang="en-US" sz="2000" dirty="0">
                <a:latin typeface="Consolas" panose="020B0609020204030204" pitchFamily="49" charset="0"/>
              </a:rPr>
              <a:t>)</a:t>
            </a:r>
            <a:endParaRPr lang="en-US" sz="2000" dirty="0">
              <a:solidFill>
                <a:srgbClr val="C5050C"/>
              </a:solidFill>
              <a:latin typeface="Consolas" panose="020B0609020204030204" pitchFamily="49" charset="0"/>
            </a:endParaRPr>
          </a:p>
          <a:p>
            <a:pPr>
              <a:spcAft>
                <a:spcPts val="1200"/>
              </a:spcAft>
            </a:pPr>
            <a:r>
              <a:rPr lang="en-US" sz="2000" dirty="0">
                <a:solidFill>
                  <a:srgbClr val="FF6600"/>
                </a:solidFill>
                <a:latin typeface="Consolas" panose="020B0609020204030204" pitchFamily="49" charset="0"/>
              </a:rPr>
              <a:t>Loves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C5050C"/>
                </a:solidFill>
                <a:latin typeface="Consolas" panose="020B0609020204030204" pitchFamily="49" charset="0"/>
              </a:rPr>
              <a:t>Jesse</a:t>
            </a:r>
            <a:r>
              <a:rPr lang="en-US" sz="2000" dirty="0"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C5050C"/>
                </a:solidFill>
                <a:latin typeface="Consolas" panose="020B0609020204030204" pitchFamily="49" charset="0"/>
              </a:rPr>
              <a:t> Jordan</a:t>
            </a:r>
            <a:r>
              <a:rPr lang="en-US" sz="20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58AEF9-4B88-6CBB-31A0-DCF4D81E8604}"/>
              </a:ext>
            </a:extLst>
          </p:cNvPr>
          <p:cNvSpPr txBox="1"/>
          <p:nvPr/>
        </p:nvSpPr>
        <p:spPr>
          <a:xfrm>
            <a:off x="9291633" y="2615382"/>
            <a:ext cx="2695575" cy="1323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000" dirty="0">
                <a:solidFill>
                  <a:schemeClr val="tx1"/>
                </a:solidFill>
              </a:rPr>
              <a:t>Is Alice a student?</a:t>
            </a:r>
          </a:p>
          <a:p>
            <a:pPr>
              <a:spcAft>
                <a:spcPts val="1200"/>
              </a:spcAft>
            </a:pPr>
            <a:r>
              <a:rPr lang="en-US" sz="2000" dirty="0"/>
              <a:t>Is John tall?</a:t>
            </a:r>
            <a:endParaRPr lang="en-US" sz="2000" dirty="0">
              <a:solidFill>
                <a:schemeClr val="tx1"/>
              </a:solidFill>
            </a:endParaRPr>
          </a:p>
          <a:p>
            <a:pPr>
              <a:spcAft>
                <a:spcPts val="1200"/>
              </a:spcAft>
            </a:pPr>
            <a:r>
              <a:rPr lang="en-US" sz="2000" dirty="0">
                <a:solidFill>
                  <a:schemeClr val="tx1"/>
                </a:solidFill>
              </a:rPr>
              <a:t>Does Jesse love Jordan?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EB98CC-38AC-AEEF-2F50-99C42FAC4539}"/>
              </a:ext>
            </a:extLst>
          </p:cNvPr>
          <p:cNvSpPr txBox="1"/>
          <p:nvPr/>
        </p:nvSpPr>
        <p:spPr>
          <a:xfrm>
            <a:off x="10375638" y="3996597"/>
            <a:ext cx="1611569" cy="101566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000" dirty="0">
                <a:solidFill>
                  <a:schemeClr val="tx1"/>
                </a:solidFill>
              </a:rPr>
              <a:t>Does every student have a laptop</a:t>
            </a:r>
            <a:r>
              <a:rPr lang="en-US" sz="2000" dirty="0"/>
              <a:t>?</a:t>
            </a:r>
            <a:endParaRPr lang="en-US" sz="2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FB4BE20-B1DC-EE63-9537-4DE3187D0363}"/>
                  </a:ext>
                </a:extLst>
              </p:cNvPr>
              <p:cNvSpPr txBox="1"/>
              <p:nvPr/>
            </p:nvSpPr>
            <p:spPr>
              <a:xfrm>
                <a:off x="5958225" y="4304373"/>
                <a:ext cx="4417413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solidFill>
                      <a:srgbClr val="1306BA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2000" dirty="0">
                    <a:solidFill>
                      <a:srgbClr val="FF6600"/>
                    </a:solidFill>
                    <a:latin typeface="Consolas" panose="020B0609020204030204" pitchFamily="49" charset="0"/>
                  </a:rPr>
                  <a:t>Student</a:t>
                </a:r>
                <a:r>
                  <a:rPr lang="en-US" sz="2000" dirty="0">
                    <a:latin typeface="Consolas" panose="020B0609020204030204" pitchFamily="49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Consolas" panose="020B0609020204030204" pitchFamily="49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000" dirty="0">
                    <a:solidFill>
                      <a:srgbClr val="FF6600"/>
                    </a:solidFill>
                    <a:latin typeface="Consolas" panose="020B0609020204030204" pitchFamily="49" charset="0"/>
                  </a:rPr>
                  <a:t> HasLaptop</a:t>
                </a:r>
                <a:r>
                  <a:rPr lang="en-US" sz="2000" dirty="0">
                    <a:latin typeface="Consolas" panose="020B0609020204030204" pitchFamily="49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Consolas" panose="020B0609020204030204" pitchFamily="49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FB4BE20-B1DC-EE63-9537-4DE3187D0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225" y="4304373"/>
                <a:ext cx="4417413" cy="400110"/>
              </a:xfrm>
              <a:prstGeom prst="rect">
                <a:avLst/>
              </a:prstGeom>
              <a:blipFill>
                <a:blip r:embed="rId3"/>
                <a:stretch>
                  <a:fillRect t="-7576" b="-2575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132C5F0-0285-33BD-EB06-69E3E806F3E8}"/>
              </a:ext>
            </a:extLst>
          </p:cNvPr>
          <p:cNvCxnSpPr>
            <a:cxnSpLocks/>
          </p:cNvCxnSpPr>
          <p:nvPr/>
        </p:nvCxnSpPr>
        <p:spPr>
          <a:xfrm flipH="1">
            <a:off x="644749" y="5938636"/>
            <a:ext cx="10851926" cy="4394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3F3A293-83A6-8ACE-5B79-12E3BAAD320E}"/>
              </a:ext>
            </a:extLst>
          </p:cNvPr>
          <p:cNvSpPr txBox="1"/>
          <p:nvPr/>
        </p:nvSpPr>
        <p:spPr>
          <a:xfrm>
            <a:off x="1349376" y="6200246"/>
            <a:ext cx="1917476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000" dirty="0">
                <a:solidFill>
                  <a:srgbClr val="1306BA"/>
                </a:solidFill>
                <a:latin typeface="Consolas" panose="020B0609020204030204" pitchFamily="49" charset="0"/>
              </a:rPr>
              <a:t>Father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C5050C"/>
                </a:solidFill>
                <a:latin typeface="Consolas" panose="020B0609020204030204" pitchFamily="49" charset="0"/>
              </a:rPr>
              <a:t>John</a:t>
            </a:r>
            <a:r>
              <a:rPr lang="en-US" sz="2000" dirty="0">
                <a:latin typeface="Consolas" panose="020B0609020204030204" pitchFamily="49" charset="0"/>
              </a:rPr>
              <a:t>)</a:t>
            </a:r>
            <a:endParaRPr lang="en-US" sz="2000" dirty="0">
              <a:solidFill>
                <a:srgbClr val="C5050C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6A349C-86C7-1A82-BFFA-8C86C4EA5A08}"/>
              </a:ext>
            </a:extLst>
          </p:cNvPr>
          <p:cNvSpPr txBox="1"/>
          <p:nvPr/>
        </p:nvSpPr>
        <p:spPr>
          <a:xfrm>
            <a:off x="6503028" y="6200246"/>
            <a:ext cx="2771768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000" dirty="0">
                <a:solidFill>
                  <a:srgbClr val="FF6600"/>
                </a:solidFill>
                <a:latin typeface="Consolas" panose="020B0609020204030204" pitchFamily="49" charset="0"/>
              </a:rPr>
              <a:t>Tall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1306BA"/>
                </a:solidFill>
                <a:latin typeface="Consolas" panose="020B0609020204030204" pitchFamily="49" charset="0"/>
              </a:rPr>
              <a:t>Father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C5050C"/>
                </a:solidFill>
                <a:latin typeface="Consolas" panose="020B0609020204030204" pitchFamily="49" charset="0"/>
              </a:rPr>
              <a:t>John</a:t>
            </a:r>
            <a:r>
              <a:rPr lang="en-US" sz="2000" dirty="0">
                <a:latin typeface="Consolas" panose="020B0609020204030204" pitchFamily="49" charset="0"/>
              </a:rPr>
              <a:t>))</a:t>
            </a:r>
            <a:endParaRPr lang="en-US" sz="2000" dirty="0">
              <a:solidFill>
                <a:srgbClr val="C5050C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2ADCB15-8392-97C2-7B47-40F54F5EFDF3}"/>
              </a:ext>
            </a:extLst>
          </p:cNvPr>
          <p:cNvSpPr txBox="1"/>
          <p:nvPr/>
        </p:nvSpPr>
        <p:spPr>
          <a:xfrm>
            <a:off x="3257252" y="6210509"/>
            <a:ext cx="2298888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000" dirty="0"/>
              <a:t>refers to someone.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83D464-8609-4E82-584C-49F2EF327160}"/>
              </a:ext>
            </a:extLst>
          </p:cNvPr>
          <p:cNvSpPr txBox="1"/>
          <p:nvPr/>
        </p:nvSpPr>
        <p:spPr>
          <a:xfrm>
            <a:off x="9342872" y="6210509"/>
            <a:ext cx="2065531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000" dirty="0"/>
              <a:t>claims something.</a:t>
            </a:r>
          </a:p>
        </p:txBody>
      </p:sp>
    </p:spTree>
    <p:extLst>
      <p:ext uri="{BB962C8B-B14F-4D97-AF65-F5344CB8AC3E}">
        <p14:creationId xmlns:p14="http://schemas.microsoft.com/office/powerpoint/2010/main" val="2335558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31" grpId="0"/>
      <p:bldP spid="32" grpId="0"/>
      <p:bldP spid="33" grpId="0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E1D7C-AB51-A8B7-E29E-7DE94857C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2">
            <a:extLst>
              <a:ext uri="{FF2B5EF4-FFF2-40B4-BE49-F238E27FC236}">
                <a16:creationId xmlns:a16="http://schemas.microsoft.com/office/drawing/2014/main" id="{91F92F0D-25FD-ECB7-81C1-10E739EDACD4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Distinguishing Functions from Predicates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2CB11B-F4FF-6552-F54C-0E11568B4861}"/>
              </a:ext>
            </a:extLst>
          </p:cNvPr>
          <p:cNvSpPr txBox="1"/>
          <p:nvPr/>
        </p:nvSpPr>
        <p:spPr>
          <a:xfrm>
            <a:off x="961725" y="4366550"/>
            <a:ext cx="4561483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lvl="1"/>
            <a:r>
              <a:rPr lang="en-US" sz="2000" dirty="0"/>
              <a:t>Note, functions appear inside predicates: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9D38C7-820B-20A2-B70C-E0A359D9B69B}"/>
              </a:ext>
            </a:extLst>
          </p:cNvPr>
          <p:cNvSpPr txBox="1"/>
          <p:nvPr/>
        </p:nvSpPr>
        <p:spPr>
          <a:xfrm>
            <a:off x="648692" y="899245"/>
            <a:ext cx="10976419" cy="1323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In FOL, predicates and functions use the same syntax</a:t>
            </a:r>
            <a:r>
              <a:rPr lang="en-US" sz="2000" dirty="0">
                <a:latin typeface="Consolas" panose="020B0609020204030204" pitchFamily="49" charset="0"/>
              </a:rPr>
              <a:t> (Symbol(</a:t>
            </a:r>
            <a:r>
              <a:rPr lang="en-US" sz="2000" dirty="0" err="1">
                <a:latin typeface="Consolas" panose="020B0609020204030204" pitchFamily="49" charset="0"/>
              </a:rPr>
              <a:t>arg</a:t>
            </a:r>
            <a:r>
              <a:rPr lang="en-US" sz="2000" dirty="0">
                <a:latin typeface="Consolas" panose="020B0609020204030204" pitchFamily="49" charset="0"/>
              </a:rPr>
              <a:t>₁, </a:t>
            </a:r>
            <a:r>
              <a:rPr lang="en-US" sz="2000" dirty="0" err="1">
                <a:latin typeface="Consolas" panose="020B0609020204030204" pitchFamily="49" charset="0"/>
              </a:rPr>
              <a:t>arg</a:t>
            </a:r>
            <a:r>
              <a:rPr lang="en-US" sz="2000" dirty="0">
                <a:latin typeface="Consolas" panose="020B0609020204030204" pitchFamily="49" charset="0"/>
              </a:rPr>
              <a:t>₂, ...))</a:t>
            </a:r>
            <a:r>
              <a:rPr lang="en-US" sz="2000" dirty="0"/>
              <a:t>, creating potential ambiguity: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  <a:t>Father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C5050C"/>
                </a:solidFill>
                <a:latin typeface="Consolas" panose="020B0609020204030204" pitchFamily="49" charset="0"/>
              </a:rPr>
              <a:t>John</a:t>
            </a:r>
            <a:r>
              <a:rPr lang="en-US" sz="2000" dirty="0">
                <a:latin typeface="Consolas" panose="020B0609020204030204" pitchFamily="49" charset="0"/>
              </a:rPr>
              <a:t>) </a:t>
            </a:r>
            <a:r>
              <a:rPr lang="en-US" sz="2000" dirty="0"/>
              <a:t>might be a function (term) or predicate (sentence) depending on how</a:t>
            </a:r>
            <a:r>
              <a:rPr 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  <a:t> Father </a:t>
            </a:r>
            <a:r>
              <a:rPr lang="en-US" sz="2000" dirty="0"/>
              <a:t>is defined, whereas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FF6600"/>
                </a:solidFill>
                <a:latin typeface="Consolas" panose="020B0609020204030204" pitchFamily="49" charset="0"/>
              </a:rPr>
              <a:t>IsFather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C5050C"/>
                </a:solidFill>
                <a:latin typeface="Consolas" panose="020B0609020204030204" pitchFamily="49" charset="0"/>
              </a:rPr>
              <a:t>John</a:t>
            </a:r>
            <a:r>
              <a:rPr lang="en-US" sz="2000" dirty="0">
                <a:latin typeface="Consolas" panose="020B0609020204030204" pitchFamily="49" charset="0"/>
              </a:rPr>
              <a:t>) </a:t>
            </a:r>
            <a:r>
              <a:rPr lang="en-US" sz="2000" dirty="0"/>
              <a:t>is clearly a predicate.</a:t>
            </a:r>
          </a:p>
          <a:p>
            <a:pPr algn="ctr"/>
            <a:r>
              <a:rPr lang="en-US" sz="2000" b="1" dirty="0"/>
              <a:t>Context and declaration are needed to disambiguate.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8DCDCD-0A22-4DB2-C403-3BCAC5450FDC}"/>
              </a:ext>
            </a:extLst>
          </p:cNvPr>
          <p:cNvSpPr txBox="1"/>
          <p:nvPr/>
        </p:nvSpPr>
        <p:spPr>
          <a:xfrm>
            <a:off x="8508735" y="2597935"/>
            <a:ext cx="1187714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Predicate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ED9ED1-445E-9DF1-0B0A-6E9B7EB3FD40}"/>
              </a:ext>
            </a:extLst>
          </p:cNvPr>
          <p:cNvSpPr txBox="1"/>
          <p:nvPr/>
        </p:nvSpPr>
        <p:spPr>
          <a:xfrm>
            <a:off x="2352675" y="2600514"/>
            <a:ext cx="1123950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Function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2B8970-8072-2092-2C40-A0882F26A924}"/>
              </a:ext>
            </a:extLst>
          </p:cNvPr>
          <p:cNvSpPr txBox="1"/>
          <p:nvPr/>
        </p:nvSpPr>
        <p:spPr>
          <a:xfrm>
            <a:off x="407986" y="3062090"/>
            <a:ext cx="2834481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06BA"/>
                </a:solidFill>
                <a:latin typeface="Consolas" panose="020B0609020204030204" pitchFamily="49" charset="0"/>
              </a:rPr>
              <a:t>Father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C5050C"/>
                </a:solidFill>
                <a:latin typeface="Consolas" panose="020B0609020204030204" pitchFamily="49" charset="0"/>
              </a:rPr>
              <a:t>John</a:t>
            </a:r>
            <a:r>
              <a:rPr lang="en-US" sz="20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ED8DC09-B90C-0950-AC85-66FF4A7F5798}"/>
              </a:ext>
            </a:extLst>
          </p:cNvPr>
          <p:cNvSpPr txBox="1"/>
          <p:nvPr/>
        </p:nvSpPr>
        <p:spPr>
          <a:xfrm>
            <a:off x="3242467" y="3062090"/>
            <a:ext cx="2490259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Returns John's father.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B5DB8E-9608-35C5-9877-EC6F09DA075A}"/>
              </a:ext>
            </a:extLst>
          </p:cNvPr>
          <p:cNvSpPr txBox="1"/>
          <p:nvPr/>
        </p:nvSpPr>
        <p:spPr>
          <a:xfrm>
            <a:off x="407986" y="3458011"/>
            <a:ext cx="2834481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6600"/>
                </a:solidFill>
                <a:latin typeface="Consolas" panose="020B0609020204030204" pitchFamily="49" charset="0"/>
              </a:rPr>
              <a:t>Tall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1306BA"/>
                </a:solidFill>
                <a:latin typeface="Consolas" panose="020B0609020204030204" pitchFamily="49" charset="0"/>
              </a:rPr>
              <a:t>Father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C5050C"/>
                </a:solidFill>
                <a:latin typeface="Consolas" panose="020B0609020204030204" pitchFamily="49" charset="0"/>
              </a:rPr>
              <a:t>John</a:t>
            </a:r>
            <a:r>
              <a:rPr lang="en-US" sz="2000" dirty="0">
                <a:latin typeface="Consolas" panose="020B0609020204030204" pitchFamily="49" charset="0"/>
              </a:rPr>
              <a:t>))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D50CAE-F58B-0663-E464-1977FCF5A90C}"/>
              </a:ext>
            </a:extLst>
          </p:cNvPr>
          <p:cNvSpPr txBox="1"/>
          <p:nvPr/>
        </p:nvSpPr>
        <p:spPr>
          <a:xfrm>
            <a:off x="3242467" y="3458011"/>
            <a:ext cx="2834481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Is the father of John tall?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BA5FDB7-75CC-C0AC-D245-2063338C768A}"/>
              </a:ext>
            </a:extLst>
          </p:cNvPr>
          <p:cNvSpPr txBox="1"/>
          <p:nvPr/>
        </p:nvSpPr>
        <p:spPr>
          <a:xfrm>
            <a:off x="6268111" y="3272888"/>
            <a:ext cx="2834481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FF6600"/>
                </a:solidFill>
                <a:latin typeface="Consolas" panose="020B0609020204030204" pitchFamily="49" charset="0"/>
              </a:rPr>
              <a:t>IsFather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C5050C"/>
                </a:solidFill>
                <a:latin typeface="Consolas" panose="020B0609020204030204" pitchFamily="49" charset="0"/>
              </a:rPr>
              <a:t>John</a:t>
            </a:r>
            <a:r>
              <a:rPr lang="en-US" sz="20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997B4F2-D87D-579F-01DF-A72C8929D666}"/>
              </a:ext>
            </a:extLst>
          </p:cNvPr>
          <p:cNvSpPr txBox="1"/>
          <p:nvPr/>
        </p:nvSpPr>
        <p:spPr>
          <a:xfrm>
            <a:off x="9254330" y="3272888"/>
            <a:ext cx="2490259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Is John a father?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8674DF7-6F3C-8CB5-5F1B-88FCC4324308}"/>
                  </a:ext>
                </a:extLst>
              </p:cNvPr>
              <p:cNvSpPr txBox="1"/>
              <p:nvPr/>
            </p:nvSpPr>
            <p:spPr>
              <a:xfrm>
                <a:off x="6268111" y="3668809"/>
                <a:ext cx="421851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solidFill>
                      <a:srgbClr val="FF6600"/>
                    </a:solidFill>
                    <a:latin typeface="Consolas" panose="020B0609020204030204" pitchFamily="49" charset="0"/>
                  </a:rPr>
                  <a:t>IsFather</a:t>
                </a:r>
                <a:r>
                  <a:rPr lang="en-US" sz="2000" dirty="0">
                    <a:latin typeface="Consolas" panose="020B0609020204030204" pitchFamily="49" charset="0"/>
                  </a:rPr>
                  <a:t>(</a:t>
                </a:r>
                <a:r>
                  <a:rPr lang="en-US" sz="2000" dirty="0">
                    <a:solidFill>
                      <a:srgbClr val="C5050C"/>
                    </a:solidFill>
                    <a:latin typeface="Consolas" panose="020B0609020204030204" pitchFamily="49" charset="0"/>
                  </a:rPr>
                  <a:t>John</a:t>
                </a:r>
                <a:r>
                  <a:rPr lang="en-US" sz="2000" dirty="0">
                    <a:latin typeface="Consolas" panose="020B0609020204030204" pitchFamily="49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sz="2000" dirty="0">
                    <a:solidFill>
                      <a:srgbClr val="FF6600"/>
                    </a:solidFill>
                    <a:latin typeface="Consolas" panose="020B0609020204030204" pitchFamily="49" charset="0"/>
                  </a:rPr>
                  <a:t> Doctor</a:t>
                </a:r>
                <a:r>
                  <a:rPr lang="en-US" sz="2000" dirty="0">
                    <a:latin typeface="Consolas" panose="020B0609020204030204" pitchFamily="49" charset="0"/>
                  </a:rPr>
                  <a:t>(</a:t>
                </a:r>
                <a:r>
                  <a:rPr lang="en-US" sz="2000" dirty="0">
                    <a:solidFill>
                      <a:srgbClr val="C5050C"/>
                    </a:solidFill>
                    <a:latin typeface="Consolas" panose="020B0609020204030204" pitchFamily="49" charset="0"/>
                  </a:rPr>
                  <a:t>John</a:t>
                </a:r>
                <a:r>
                  <a:rPr lang="en-US" sz="2000" dirty="0">
                    <a:latin typeface="Consolas" panose="020B0609020204030204" pitchFamily="49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8674DF7-6F3C-8CB5-5F1B-88FCC4324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8111" y="3668809"/>
                <a:ext cx="4218517" cy="400110"/>
              </a:xfrm>
              <a:prstGeom prst="rect">
                <a:avLst/>
              </a:prstGeom>
              <a:blipFill>
                <a:blip r:embed="rId2"/>
                <a:stretch>
                  <a:fillRect l="-1445" t="-9231" b="-2769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5EFFD225-3CCB-A99B-4A45-80B2B198E9B3}"/>
              </a:ext>
            </a:extLst>
          </p:cNvPr>
          <p:cNvSpPr txBox="1"/>
          <p:nvPr/>
        </p:nvSpPr>
        <p:spPr>
          <a:xfrm>
            <a:off x="8715376" y="4008380"/>
            <a:ext cx="3184923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Compound claim: Is John a father and is John a doctor?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12E0489-13F7-3AE8-E568-A586F81634F2}"/>
              </a:ext>
            </a:extLst>
          </p:cNvPr>
          <p:cNvSpPr txBox="1"/>
          <p:nvPr/>
        </p:nvSpPr>
        <p:spPr>
          <a:xfrm>
            <a:off x="1930974" y="4732505"/>
            <a:ext cx="2799953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lvl="1"/>
            <a:r>
              <a:rPr lang="en-US" sz="2000" dirty="0">
                <a:solidFill>
                  <a:srgbClr val="FF6600"/>
                </a:solidFill>
                <a:latin typeface="Consolas" panose="020B0609020204030204" pitchFamily="49" charset="0"/>
              </a:rPr>
              <a:t>Tall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1306BA"/>
                </a:solidFill>
                <a:latin typeface="Consolas" panose="020B0609020204030204" pitchFamily="49" charset="0"/>
              </a:rPr>
              <a:t>Father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C5050C"/>
                </a:solidFill>
                <a:latin typeface="Consolas" panose="020B0609020204030204" pitchFamily="49" charset="0"/>
              </a:rPr>
              <a:t>John</a:t>
            </a:r>
            <a:r>
              <a:rPr lang="en-US" sz="2000" dirty="0">
                <a:latin typeface="Consolas" panose="020B0609020204030204" pitchFamily="49" charset="0"/>
              </a:rPr>
              <a:t>))</a:t>
            </a:r>
            <a:endParaRPr lang="en-US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ED1A52C-1EE5-4883-A904-001AB48874AE}"/>
              </a:ext>
            </a:extLst>
          </p:cNvPr>
          <p:cNvSpPr txBox="1"/>
          <p:nvPr/>
        </p:nvSpPr>
        <p:spPr>
          <a:xfrm>
            <a:off x="6819900" y="5700176"/>
            <a:ext cx="4314861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lvl="1"/>
            <a:r>
              <a:rPr lang="en-US" sz="2000" dirty="0"/>
              <a:t>No. </a:t>
            </a:r>
            <a:r>
              <a:rPr lang="en-US" sz="2000" dirty="0">
                <a:solidFill>
                  <a:srgbClr val="1306BA"/>
                </a:solidFill>
                <a:latin typeface="Consolas" panose="020B0609020204030204" pitchFamily="49" charset="0"/>
              </a:rPr>
              <a:t>Father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C5050C"/>
                </a:solidFill>
                <a:latin typeface="Consolas" panose="020B0609020204030204" pitchFamily="49" charset="0"/>
              </a:rPr>
              <a:t>John</a:t>
            </a:r>
            <a:r>
              <a:rPr lang="en-US" sz="2000" dirty="0">
                <a:latin typeface="Consolas" panose="020B0609020204030204" pitchFamily="49" charset="0"/>
              </a:rPr>
              <a:t>) </a:t>
            </a:r>
            <a:r>
              <a:rPr lang="en-US" sz="2000" dirty="0"/>
              <a:t>is not a sentence.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0737DAA-2C74-F384-BA53-848397223A79}"/>
              </a:ext>
            </a:extLst>
          </p:cNvPr>
          <p:cNvSpPr txBox="1"/>
          <p:nvPr/>
        </p:nvSpPr>
        <p:spPr>
          <a:xfrm>
            <a:off x="1085035" y="5704356"/>
            <a:ext cx="4314862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Is </a:t>
            </a:r>
            <a:r>
              <a:rPr lang="en-US" sz="2000" dirty="0">
                <a:solidFill>
                  <a:srgbClr val="1306BA"/>
                </a:solidFill>
                <a:latin typeface="Consolas" panose="020B0609020204030204" pitchFamily="49" charset="0"/>
              </a:rPr>
              <a:t>Father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C5050C"/>
                </a:solidFill>
                <a:latin typeface="Consolas" panose="020B0609020204030204" pitchFamily="49" charset="0"/>
              </a:rPr>
              <a:t>John</a:t>
            </a:r>
            <a:r>
              <a:rPr lang="en-US" sz="2000" dirty="0">
                <a:latin typeface="Consolas" panose="020B0609020204030204" pitchFamily="49" charset="0"/>
              </a:rPr>
              <a:t>) </a:t>
            </a:r>
            <a:r>
              <a:rPr lang="en-US" sz="2000" dirty="0"/>
              <a:t>∧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6600"/>
                </a:solidFill>
                <a:latin typeface="Consolas" panose="020B0609020204030204" pitchFamily="49" charset="0"/>
              </a:rPr>
              <a:t>Doctor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C5050C"/>
                </a:solidFill>
                <a:latin typeface="Consolas" panose="020B0609020204030204" pitchFamily="49" charset="0"/>
              </a:rPr>
              <a:t>John</a:t>
            </a:r>
            <a:r>
              <a:rPr lang="en-US" sz="2000" dirty="0">
                <a:latin typeface="Consolas" panose="020B0609020204030204" pitchFamily="49" charset="0"/>
              </a:rPr>
              <a:t>)</a:t>
            </a:r>
            <a:r>
              <a:rPr lang="en-US" sz="2000" dirty="0"/>
              <a:t> a valid compound sentence?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2276143-45C5-F834-DAB2-7E764EB61747}"/>
                  </a:ext>
                </a:extLst>
              </p:cNvPr>
              <p:cNvSpPr txBox="1"/>
              <p:nvPr/>
            </p:nvSpPr>
            <p:spPr>
              <a:xfrm>
                <a:off x="5844092" y="6231977"/>
                <a:ext cx="6219253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0" lvl="1"/>
                <a:r>
                  <a:rPr lang="en-US" sz="2000" dirty="0"/>
                  <a:t>You might write: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olidFill>
                      <a:srgbClr val="1306BA"/>
                    </a:solidFill>
                    <a:latin typeface="Consolas" panose="020B0609020204030204" pitchFamily="49" charset="0"/>
                  </a:rPr>
                  <a:t>Father</a:t>
                </a:r>
                <a:r>
                  <a:rPr lang="en-US" sz="2000" dirty="0">
                    <a:latin typeface="Consolas" panose="020B0609020204030204" pitchFamily="49" charset="0"/>
                  </a:rPr>
                  <a:t>(</a:t>
                </a:r>
                <a:r>
                  <a:rPr lang="en-US" sz="2000" dirty="0">
                    <a:solidFill>
                      <a:srgbClr val="C5050C"/>
                    </a:solidFill>
                    <a:latin typeface="Consolas" panose="020B0609020204030204" pitchFamily="49" charset="0"/>
                  </a:rPr>
                  <a:t>John</a:t>
                </a:r>
                <a:r>
                  <a:rPr lang="en-US" sz="2000" dirty="0">
                    <a:latin typeface="Consolas" panose="020B0609020204030204" pitchFamily="49" charset="0"/>
                  </a:rPr>
                  <a:t>)</a:t>
                </a:r>
                <a:r>
                  <a:rPr lang="en-US" sz="2000" dirty="0"/>
                  <a:t> ∧ </a:t>
                </a:r>
                <a:r>
                  <a:rPr lang="en-US" sz="2000" dirty="0">
                    <a:latin typeface="Consolas" panose="020B0609020204030204" pitchFamily="49" charset="0"/>
                  </a:rPr>
                  <a:t>Doctor(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Consolas" panose="020B0609020204030204" pitchFamily="49" charset="0"/>
                  </a:rPr>
                  <a:t>))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2276143-45C5-F834-DAB2-7E764EB617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4092" y="6231977"/>
                <a:ext cx="6219253" cy="400110"/>
              </a:xfrm>
              <a:prstGeom prst="rect">
                <a:avLst/>
              </a:prstGeom>
              <a:blipFill>
                <a:blip r:embed="rId3"/>
                <a:stretch>
                  <a:fillRect l="-1078" t="-10606" b="-2575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D5353CF-E968-134B-2AAA-465AF7A42E7E}"/>
              </a:ext>
            </a:extLst>
          </p:cNvPr>
          <p:cNvCxnSpPr>
            <a:cxnSpLocks/>
          </p:cNvCxnSpPr>
          <p:nvPr/>
        </p:nvCxnSpPr>
        <p:spPr>
          <a:xfrm>
            <a:off x="6096000" y="2618604"/>
            <a:ext cx="0" cy="266207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6DC2730-25C3-F063-2149-915F94121B2A}"/>
              </a:ext>
            </a:extLst>
          </p:cNvPr>
          <p:cNvCxnSpPr>
            <a:cxnSpLocks/>
          </p:cNvCxnSpPr>
          <p:nvPr/>
        </p:nvCxnSpPr>
        <p:spPr>
          <a:xfrm flipH="1">
            <a:off x="644749" y="2596634"/>
            <a:ext cx="10851926" cy="4394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62104DF-5F99-4CC3-CEB3-978258EDC9AF}"/>
              </a:ext>
            </a:extLst>
          </p:cNvPr>
          <p:cNvCxnSpPr>
            <a:cxnSpLocks/>
          </p:cNvCxnSpPr>
          <p:nvPr/>
        </p:nvCxnSpPr>
        <p:spPr>
          <a:xfrm flipH="1">
            <a:off x="644749" y="5260014"/>
            <a:ext cx="10851926" cy="4394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6134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4" grpId="0"/>
      <p:bldP spid="25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6" grpId="0"/>
      <p:bldP spid="37" grpId="0"/>
      <p:bldP spid="39" grpId="0" animBg="1"/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E09D-2EAC-E237-73E6-5B544C20D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2">
            <a:extLst>
              <a:ext uri="{FF2B5EF4-FFF2-40B4-BE49-F238E27FC236}">
                <a16:creationId xmlns:a16="http://schemas.microsoft.com/office/drawing/2014/main" id="{3D3A1BED-F439-2B1B-64FE-F40F986F4842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Syntax: Atomic Sentences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7EB37E8-A81E-874E-DD62-EE95F78D8FDD}"/>
                  </a:ext>
                </a:extLst>
              </p:cNvPr>
              <p:cNvSpPr txBox="1"/>
              <p:nvPr/>
            </p:nvSpPr>
            <p:spPr>
              <a:xfrm>
                <a:off x="645069" y="1036377"/>
                <a:ext cx="10806461" cy="1200329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200" b="1" i="1" dirty="0"/>
                  <a:t>Intuitive Definition. </a:t>
                </a:r>
                <a:r>
                  <a:rPr lang="en-US" sz="2200" dirty="0"/>
                  <a:t>An </a:t>
                </a:r>
                <a:r>
                  <a:rPr lang="en-US" sz="2200" b="1" i="1" dirty="0"/>
                  <a:t>atomic sentence</a:t>
                </a:r>
                <a:r>
                  <a:rPr lang="en-US" sz="2200" dirty="0"/>
                  <a:t> </a:t>
                </a:r>
                <a:r>
                  <a:rPr lang="en-US" sz="2400" dirty="0"/>
                  <a:t>is the simplest sentence in FOL: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66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, …,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66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/>
                  <a:t> is a predicate symbol and each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ᵢ</m:t>
                    </m:r>
                  </m:oMath>
                </a14:m>
                <a:r>
                  <a:rPr lang="en-US" sz="2400" dirty="0"/>
                  <a:t> is a term.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7EB37E8-A81E-874E-DD62-EE95F78D8F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69" y="1036377"/>
                <a:ext cx="10806461" cy="1200329"/>
              </a:xfrm>
              <a:prstGeom prst="rect">
                <a:avLst/>
              </a:prstGeom>
              <a:blipFill>
                <a:blip r:embed="rId2"/>
                <a:stretch>
                  <a:fillRect l="-676" t="-3500" b="-9500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C07D2B2-AF32-5012-2F09-A2A4C371DF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6792753"/>
                  </p:ext>
                </p:extLst>
              </p:nvPr>
            </p:nvGraphicFramePr>
            <p:xfrm>
              <a:off x="519190" y="3913409"/>
              <a:ext cx="11153620" cy="2286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96241">
                      <a:extLst>
                        <a:ext uri="{9D8B030D-6E8A-4147-A177-3AD203B41FA5}">
                          <a16:colId xmlns:a16="http://schemas.microsoft.com/office/drawing/2014/main" val="3264623975"/>
                        </a:ext>
                      </a:extLst>
                    </a:gridCol>
                    <a:gridCol w="5711558">
                      <a:extLst>
                        <a:ext uri="{9D8B030D-6E8A-4147-A177-3AD203B41FA5}">
                          <a16:colId xmlns:a16="http://schemas.microsoft.com/office/drawing/2014/main" val="2204357413"/>
                        </a:ext>
                      </a:extLst>
                    </a:gridCol>
                    <a:gridCol w="4245821">
                      <a:extLst>
                        <a:ext uri="{9D8B030D-6E8A-4147-A177-3AD203B41FA5}">
                          <a16:colId xmlns:a16="http://schemas.microsoft.com/office/drawing/2014/main" val="775099585"/>
                        </a:ext>
                      </a:extLst>
                    </a:gridCol>
                  </a:tblGrid>
                  <a:tr h="370840"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i="1" dirty="0"/>
                            <a:t>Arity</a:t>
                          </a:r>
                          <a:r>
                            <a:rPr lang="en-US" sz="2000" dirty="0"/>
                            <a:t> refers to the number of arguments a predicate takes.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l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09513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Unary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rgbClr val="FF6600"/>
                              </a:solidFill>
                              <a:latin typeface="Consolas" panose="020B0609020204030204" pitchFamily="49" charset="0"/>
                            </a:rPr>
                            <a:t>Tall</a:t>
                          </a:r>
                          <a:r>
                            <a:rPr lang="en-US" sz="2000" dirty="0">
                              <a:latin typeface="Consolas" panose="020B0609020204030204" pitchFamily="49" charset="0"/>
                            </a:rPr>
                            <a:t>(</a:t>
                          </a:r>
                          <a:r>
                            <a:rPr lang="en-US" sz="2000" dirty="0">
                              <a:solidFill>
                                <a:srgbClr val="C5050C"/>
                              </a:solidFill>
                              <a:latin typeface="Consolas" panose="020B0609020204030204" pitchFamily="49" charset="0"/>
                            </a:rPr>
                            <a:t>John</a:t>
                          </a:r>
                          <a:r>
                            <a:rPr lang="en-US" sz="2000" dirty="0">
                              <a:latin typeface="Consolas" panose="020B0609020204030204" pitchFamily="49" charset="0"/>
                            </a:rPr>
                            <a:t>)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/>
                            <a:t>Property of an object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300812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Binary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rgbClr val="FF6600"/>
                              </a:solidFill>
                              <a:latin typeface="Consolas" panose="020B0609020204030204" pitchFamily="49" charset="0"/>
                            </a:rPr>
                            <a:t>Loves</a:t>
                          </a:r>
                          <a:r>
                            <a:rPr lang="en-US" sz="2000" dirty="0">
                              <a:latin typeface="Consolas" panose="020B0609020204030204" pitchFamily="49" charset="0"/>
                            </a:rPr>
                            <a:t>(</a:t>
                          </a:r>
                          <a:r>
                            <a:rPr lang="en-US" sz="2000" dirty="0">
                              <a:solidFill>
                                <a:srgbClr val="C5050C"/>
                              </a:solidFill>
                              <a:latin typeface="Consolas" panose="020B0609020204030204" pitchFamily="49" charset="0"/>
                            </a:rPr>
                            <a:t>Alice</a:t>
                          </a:r>
                          <a:r>
                            <a:rPr lang="en-US" sz="2000" dirty="0">
                              <a:latin typeface="Consolas" panose="020B0609020204030204" pitchFamily="49" charset="0"/>
                            </a:rPr>
                            <a:t>, </a:t>
                          </a:r>
                          <a:r>
                            <a:rPr lang="en-US" sz="2000" dirty="0">
                              <a:solidFill>
                                <a:srgbClr val="C5050C"/>
                              </a:solidFill>
                              <a:latin typeface="Consolas" panose="020B0609020204030204" pitchFamily="49" charset="0"/>
                            </a:rPr>
                            <a:t>Bob</a:t>
                          </a:r>
                          <a:r>
                            <a:rPr lang="en-US" sz="2000" dirty="0">
                              <a:latin typeface="Consolas" panose="020B0609020204030204" pitchFamily="49" charset="0"/>
                            </a:rPr>
                            <a:t>) 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/>
                            <a:t>Relation between two objects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5287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Ternary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rgbClr val="FF6600"/>
                              </a:solidFill>
                              <a:latin typeface="Consolas" panose="020B0609020204030204" pitchFamily="49" charset="0"/>
                            </a:rPr>
                            <a:t>Between</a:t>
                          </a:r>
                          <a:r>
                            <a:rPr lang="en-US" sz="2000" dirty="0">
                              <a:latin typeface="Consolas" panose="020B0609020204030204" pitchFamily="49" charset="0"/>
                            </a:rPr>
                            <a:t>(</a:t>
                          </a:r>
                          <a:r>
                            <a:rPr lang="en-US" sz="2000" dirty="0">
                              <a:solidFill>
                                <a:srgbClr val="C5050C"/>
                              </a:solidFill>
                              <a:latin typeface="Consolas" panose="020B0609020204030204" pitchFamily="49" charset="0"/>
                            </a:rPr>
                            <a:t>Madison</a:t>
                          </a:r>
                          <a:r>
                            <a:rPr lang="en-US" sz="2000" dirty="0">
                              <a:latin typeface="Consolas" panose="020B0609020204030204" pitchFamily="49" charset="0"/>
                            </a:rPr>
                            <a:t>, </a:t>
                          </a:r>
                          <a:r>
                            <a:rPr lang="en-US" sz="2000" dirty="0">
                              <a:solidFill>
                                <a:srgbClr val="C5050C"/>
                              </a:solidFill>
                              <a:latin typeface="Consolas" panose="020B0609020204030204" pitchFamily="49" charset="0"/>
                            </a:rPr>
                            <a:t>Chicago</a:t>
                          </a:r>
                          <a:r>
                            <a:rPr lang="en-US" sz="2000" dirty="0">
                              <a:latin typeface="Consolas" panose="020B0609020204030204" pitchFamily="49" charset="0"/>
                            </a:rPr>
                            <a:t>, </a:t>
                          </a:r>
                          <a:r>
                            <a:rPr lang="en-US" sz="2000" dirty="0">
                              <a:solidFill>
                                <a:srgbClr val="C5050C"/>
                              </a:solidFill>
                              <a:latin typeface="Consolas" panose="020B0609020204030204" pitchFamily="49" charset="0"/>
                            </a:rPr>
                            <a:t>Milwaukee</a:t>
                          </a:r>
                          <a:r>
                            <a:rPr lang="en-US" sz="2000" dirty="0">
                              <a:latin typeface="Consolas" panose="020B0609020204030204" pitchFamily="49" charset="0"/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/>
                            <a:t>Relation among three objects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58078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oMath>
                          </a14:m>
                          <a:r>
                            <a:rPr lang="en-US" sz="2000" b="1" dirty="0"/>
                            <a:t>-</a:t>
                          </a:r>
                          <a:r>
                            <a:rPr lang="en-US" sz="2000" b="1" dirty="0" err="1"/>
                            <a:t>ary</a:t>
                          </a:r>
                          <a:endParaRPr lang="en-US" sz="2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rgbClr val="FF6600"/>
                              </a:solidFill>
                              <a:latin typeface="Consolas" panose="020B0609020204030204" pitchFamily="49" charset="0"/>
                            </a:rPr>
                            <a:t>Grade</a:t>
                          </a:r>
                          <a:r>
                            <a:rPr lang="en-US" sz="2000" dirty="0">
                              <a:latin typeface="Consolas" panose="020B0609020204030204" pitchFamily="49" charset="0"/>
                            </a:rPr>
                            <a:t>(</a:t>
                          </a:r>
                          <a:r>
                            <a:rPr lang="en-US" sz="2000" dirty="0">
                              <a:solidFill>
                                <a:srgbClr val="C5050C"/>
                              </a:solidFill>
                              <a:latin typeface="Consolas" panose="020B0609020204030204" pitchFamily="49" charset="0"/>
                            </a:rPr>
                            <a:t>Alice</a:t>
                          </a:r>
                          <a:r>
                            <a:rPr lang="en-US" sz="2000" dirty="0">
                              <a:latin typeface="Consolas" panose="020B0609020204030204" pitchFamily="49" charset="0"/>
                            </a:rPr>
                            <a:t>, </a:t>
                          </a:r>
                          <a:r>
                            <a:rPr lang="en-US" sz="2000" dirty="0">
                              <a:solidFill>
                                <a:srgbClr val="C5050C"/>
                              </a:solidFill>
                              <a:latin typeface="Consolas" panose="020B0609020204030204" pitchFamily="49" charset="0"/>
                            </a:rPr>
                            <a:t>CSC-343</a:t>
                          </a:r>
                          <a:r>
                            <a:rPr lang="en-US" sz="2000" dirty="0">
                              <a:latin typeface="Consolas" panose="020B0609020204030204" pitchFamily="49" charset="0"/>
                            </a:rPr>
                            <a:t>, </a:t>
                          </a:r>
                          <a:r>
                            <a:rPr lang="en-US" sz="2000" dirty="0">
                              <a:solidFill>
                                <a:srgbClr val="C5050C"/>
                              </a:solidFill>
                              <a:latin typeface="Consolas" panose="020B0609020204030204" pitchFamily="49" charset="0"/>
                            </a:rPr>
                            <a:t>Fall</a:t>
                          </a:r>
                          <a:r>
                            <a:rPr lang="en-US" sz="2000" dirty="0">
                              <a:latin typeface="Consolas" panose="020B0609020204030204" pitchFamily="49" charset="0"/>
                            </a:rPr>
                            <a:t>, </a:t>
                          </a:r>
                          <a:r>
                            <a:rPr lang="en-US" sz="2000" dirty="0">
                              <a:solidFill>
                                <a:srgbClr val="C5050C"/>
                              </a:solidFill>
                              <a:latin typeface="Consolas" panose="020B0609020204030204" pitchFamily="49" charset="0"/>
                            </a:rPr>
                            <a:t>2026</a:t>
                          </a:r>
                          <a:r>
                            <a:rPr lang="en-US" sz="2000" dirty="0">
                              <a:latin typeface="Consolas" panose="020B0609020204030204" pitchFamily="49" charset="0"/>
                            </a:rPr>
                            <a:t>, </a:t>
                          </a:r>
                          <a:r>
                            <a:rPr lang="en-US" sz="2000" dirty="0">
                              <a:solidFill>
                                <a:srgbClr val="C5050C"/>
                              </a:solidFill>
                              <a:latin typeface="Consolas" panose="020B0609020204030204" pitchFamily="49" charset="0"/>
                            </a:rPr>
                            <a:t>A</a:t>
                          </a:r>
                          <a:r>
                            <a:rPr lang="en-US" sz="2000" dirty="0">
                              <a:latin typeface="Consolas" panose="020B0609020204030204" pitchFamily="49" charset="0"/>
                            </a:rPr>
                            <a:t>, …)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/>
                            <a:t>In general, predicates can take any number of arguments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6050430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C07D2B2-AF32-5012-2F09-A2A4C371DF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6792753"/>
                  </p:ext>
                </p:extLst>
              </p:nvPr>
            </p:nvGraphicFramePr>
            <p:xfrm>
              <a:off x="519190" y="3913409"/>
              <a:ext cx="11153620" cy="2286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96241">
                      <a:extLst>
                        <a:ext uri="{9D8B030D-6E8A-4147-A177-3AD203B41FA5}">
                          <a16:colId xmlns:a16="http://schemas.microsoft.com/office/drawing/2014/main" val="3264623975"/>
                        </a:ext>
                      </a:extLst>
                    </a:gridCol>
                    <a:gridCol w="5711558">
                      <a:extLst>
                        <a:ext uri="{9D8B030D-6E8A-4147-A177-3AD203B41FA5}">
                          <a16:colId xmlns:a16="http://schemas.microsoft.com/office/drawing/2014/main" val="2204357413"/>
                        </a:ext>
                      </a:extLst>
                    </a:gridCol>
                    <a:gridCol w="4245821">
                      <a:extLst>
                        <a:ext uri="{9D8B030D-6E8A-4147-A177-3AD203B41FA5}">
                          <a16:colId xmlns:a16="http://schemas.microsoft.com/office/drawing/2014/main" val="775099585"/>
                        </a:ext>
                      </a:extLst>
                    </a:gridCol>
                  </a:tblGrid>
                  <a:tr h="396240"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i="1" dirty="0"/>
                            <a:t>Arity</a:t>
                          </a:r>
                          <a:r>
                            <a:rPr lang="en-US" sz="2000" dirty="0"/>
                            <a:t> refers to the number of arguments a predicate takes.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l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095135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Unary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rgbClr val="FF6600"/>
                              </a:solidFill>
                              <a:latin typeface="Consolas" panose="020B0609020204030204" pitchFamily="49" charset="0"/>
                            </a:rPr>
                            <a:t>Tall</a:t>
                          </a:r>
                          <a:r>
                            <a:rPr lang="en-US" sz="2000" dirty="0">
                              <a:latin typeface="Consolas" panose="020B0609020204030204" pitchFamily="49" charset="0"/>
                            </a:rPr>
                            <a:t>(</a:t>
                          </a:r>
                          <a:r>
                            <a:rPr lang="en-US" sz="2000" dirty="0">
                              <a:solidFill>
                                <a:srgbClr val="C5050C"/>
                              </a:solidFill>
                              <a:latin typeface="Consolas" panose="020B0609020204030204" pitchFamily="49" charset="0"/>
                            </a:rPr>
                            <a:t>John</a:t>
                          </a:r>
                          <a:r>
                            <a:rPr lang="en-US" sz="2000" dirty="0">
                              <a:latin typeface="Consolas" panose="020B0609020204030204" pitchFamily="49" charset="0"/>
                            </a:rPr>
                            <a:t>)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/>
                            <a:t>Property of an object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3008123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Binary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rgbClr val="FF6600"/>
                              </a:solidFill>
                              <a:latin typeface="Consolas" panose="020B0609020204030204" pitchFamily="49" charset="0"/>
                            </a:rPr>
                            <a:t>Loves</a:t>
                          </a:r>
                          <a:r>
                            <a:rPr lang="en-US" sz="2000" dirty="0">
                              <a:latin typeface="Consolas" panose="020B0609020204030204" pitchFamily="49" charset="0"/>
                            </a:rPr>
                            <a:t>(</a:t>
                          </a:r>
                          <a:r>
                            <a:rPr lang="en-US" sz="2000" dirty="0">
                              <a:solidFill>
                                <a:srgbClr val="C5050C"/>
                              </a:solidFill>
                              <a:latin typeface="Consolas" panose="020B0609020204030204" pitchFamily="49" charset="0"/>
                            </a:rPr>
                            <a:t>Alice</a:t>
                          </a:r>
                          <a:r>
                            <a:rPr lang="en-US" sz="2000" dirty="0">
                              <a:latin typeface="Consolas" panose="020B0609020204030204" pitchFamily="49" charset="0"/>
                            </a:rPr>
                            <a:t>, </a:t>
                          </a:r>
                          <a:r>
                            <a:rPr lang="en-US" sz="2000" dirty="0">
                              <a:solidFill>
                                <a:srgbClr val="C5050C"/>
                              </a:solidFill>
                              <a:latin typeface="Consolas" panose="020B0609020204030204" pitchFamily="49" charset="0"/>
                            </a:rPr>
                            <a:t>Bob</a:t>
                          </a:r>
                          <a:r>
                            <a:rPr lang="en-US" sz="2000" dirty="0">
                              <a:latin typeface="Consolas" panose="020B0609020204030204" pitchFamily="49" charset="0"/>
                            </a:rPr>
                            <a:t>) 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/>
                            <a:t>Relation between two objects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528702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Ternary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rgbClr val="FF6600"/>
                              </a:solidFill>
                              <a:latin typeface="Consolas" panose="020B0609020204030204" pitchFamily="49" charset="0"/>
                            </a:rPr>
                            <a:t>Between</a:t>
                          </a:r>
                          <a:r>
                            <a:rPr lang="en-US" sz="2000" dirty="0">
                              <a:latin typeface="Consolas" panose="020B0609020204030204" pitchFamily="49" charset="0"/>
                            </a:rPr>
                            <a:t>(</a:t>
                          </a:r>
                          <a:r>
                            <a:rPr lang="en-US" sz="2000" dirty="0">
                              <a:solidFill>
                                <a:srgbClr val="C5050C"/>
                              </a:solidFill>
                              <a:latin typeface="Consolas" panose="020B0609020204030204" pitchFamily="49" charset="0"/>
                            </a:rPr>
                            <a:t>Madison</a:t>
                          </a:r>
                          <a:r>
                            <a:rPr lang="en-US" sz="2000" dirty="0">
                              <a:latin typeface="Consolas" panose="020B0609020204030204" pitchFamily="49" charset="0"/>
                            </a:rPr>
                            <a:t>, </a:t>
                          </a:r>
                          <a:r>
                            <a:rPr lang="en-US" sz="2000" dirty="0">
                              <a:solidFill>
                                <a:srgbClr val="C5050C"/>
                              </a:solidFill>
                              <a:latin typeface="Consolas" panose="020B0609020204030204" pitchFamily="49" charset="0"/>
                            </a:rPr>
                            <a:t>Chicago</a:t>
                          </a:r>
                          <a:r>
                            <a:rPr lang="en-US" sz="2000" dirty="0">
                              <a:latin typeface="Consolas" panose="020B0609020204030204" pitchFamily="49" charset="0"/>
                            </a:rPr>
                            <a:t>, </a:t>
                          </a:r>
                          <a:r>
                            <a:rPr lang="en-US" sz="2000" dirty="0">
                              <a:solidFill>
                                <a:srgbClr val="C5050C"/>
                              </a:solidFill>
                              <a:latin typeface="Consolas" panose="020B0609020204030204" pitchFamily="49" charset="0"/>
                            </a:rPr>
                            <a:t>Milwaukee</a:t>
                          </a:r>
                          <a:r>
                            <a:rPr lang="en-US" sz="2000" dirty="0">
                              <a:latin typeface="Consolas" panose="020B0609020204030204" pitchFamily="49" charset="0"/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/>
                            <a:t>Relation among three objects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5807879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10" t="-231304" r="-834694" b="-156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rgbClr val="FF6600"/>
                              </a:solidFill>
                              <a:latin typeface="Consolas" panose="020B0609020204030204" pitchFamily="49" charset="0"/>
                            </a:rPr>
                            <a:t>Grade</a:t>
                          </a:r>
                          <a:r>
                            <a:rPr lang="en-US" sz="2000" dirty="0">
                              <a:latin typeface="Consolas" panose="020B0609020204030204" pitchFamily="49" charset="0"/>
                            </a:rPr>
                            <a:t>(</a:t>
                          </a:r>
                          <a:r>
                            <a:rPr lang="en-US" sz="2000" dirty="0">
                              <a:solidFill>
                                <a:srgbClr val="C5050C"/>
                              </a:solidFill>
                              <a:latin typeface="Consolas" panose="020B0609020204030204" pitchFamily="49" charset="0"/>
                            </a:rPr>
                            <a:t>Alice</a:t>
                          </a:r>
                          <a:r>
                            <a:rPr lang="en-US" sz="2000" dirty="0">
                              <a:latin typeface="Consolas" panose="020B0609020204030204" pitchFamily="49" charset="0"/>
                            </a:rPr>
                            <a:t>, </a:t>
                          </a:r>
                          <a:r>
                            <a:rPr lang="en-US" sz="2000" dirty="0">
                              <a:solidFill>
                                <a:srgbClr val="C5050C"/>
                              </a:solidFill>
                              <a:latin typeface="Consolas" panose="020B0609020204030204" pitchFamily="49" charset="0"/>
                            </a:rPr>
                            <a:t>CSC-343</a:t>
                          </a:r>
                          <a:r>
                            <a:rPr lang="en-US" sz="2000" dirty="0">
                              <a:latin typeface="Consolas" panose="020B0609020204030204" pitchFamily="49" charset="0"/>
                            </a:rPr>
                            <a:t>, </a:t>
                          </a:r>
                          <a:r>
                            <a:rPr lang="en-US" sz="2000" dirty="0">
                              <a:solidFill>
                                <a:srgbClr val="C5050C"/>
                              </a:solidFill>
                              <a:latin typeface="Consolas" panose="020B0609020204030204" pitchFamily="49" charset="0"/>
                            </a:rPr>
                            <a:t>Fall</a:t>
                          </a:r>
                          <a:r>
                            <a:rPr lang="en-US" sz="2000" dirty="0">
                              <a:latin typeface="Consolas" panose="020B0609020204030204" pitchFamily="49" charset="0"/>
                            </a:rPr>
                            <a:t>, </a:t>
                          </a:r>
                          <a:r>
                            <a:rPr lang="en-US" sz="2000" dirty="0">
                              <a:solidFill>
                                <a:srgbClr val="C5050C"/>
                              </a:solidFill>
                              <a:latin typeface="Consolas" panose="020B0609020204030204" pitchFamily="49" charset="0"/>
                            </a:rPr>
                            <a:t>2026</a:t>
                          </a:r>
                          <a:r>
                            <a:rPr lang="en-US" sz="2000" dirty="0">
                              <a:latin typeface="Consolas" panose="020B0609020204030204" pitchFamily="49" charset="0"/>
                            </a:rPr>
                            <a:t>, </a:t>
                          </a:r>
                          <a:r>
                            <a:rPr lang="en-US" sz="2000" dirty="0">
                              <a:solidFill>
                                <a:srgbClr val="C5050C"/>
                              </a:solidFill>
                              <a:latin typeface="Consolas" panose="020B0609020204030204" pitchFamily="49" charset="0"/>
                            </a:rPr>
                            <a:t>A</a:t>
                          </a:r>
                          <a:r>
                            <a:rPr lang="en-US" sz="2000" dirty="0">
                              <a:latin typeface="Consolas" panose="020B0609020204030204" pitchFamily="49" charset="0"/>
                            </a:rPr>
                            <a:t>, …)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/>
                            <a:t>In general, predicates can take any number of arguments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605043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E8740F3-1CD4-0325-748B-0F07C3ED1696}"/>
                  </a:ext>
                </a:extLst>
              </p:cNvPr>
              <p:cNvSpPr txBox="1"/>
              <p:nvPr/>
            </p:nvSpPr>
            <p:spPr>
              <a:xfrm>
                <a:off x="645069" y="2236706"/>
                <a:ext cx="10806461" cy="707886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dirty="0"/>
                  <a:t>Atomic sentences make a single assertion without logical connectives (∧, ∨, ¬,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000" dirty="0"/>
                  <a:t>) or quantifiers 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sz="2000" dirty="0"/>
                  <a:t>), and can be evaluated as true or false. 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E8740F3-1CD4-0325-748B-0F07C3ED16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69" y="2236706"/>
                <a:ext cx="10806461" cy="707886"/>
              </a:xfrm>
              <a:prstGeom prst="rect">
                <a:avLst/>
              </a:prstGeom>
              <a:blipFill>
                <a:blip r:embed="rId4"/>
                <a:stretch>
                  <a:fillRect l="-563" t="-5882" r="-450" b="-1260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41F69DC-372F-3019-28C7-E9226794D165}"/>
                  </a:ext>
                </a:extLst>
              </p:cNvPr>
              <p:cNvSpPr txBox="1"/>
              <p:nvPr/>
            </p:nvSpPr>
            <p:spPr>
              <a:xfrm>
                <a:off x="8477099" y="3006148"/>
                <a:ext cx="3555456" cy="43088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200" dirty="0">
                    <a:solidFill>
                      <a:srgbClr val="00B0F0"/>
                    </a:solidFill>
                  </a:rPr>
                  <a:t>Why can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FF66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200" dirty="0">
                    <a:solidFill>
                      <a:srgbClr val="00B0F0"/>
                    </a:solidFill>
                  </a:rPr>
                  <a:t> not be a function?</a:t>
                </a:r>
                <a:endParaRPr lang="en-US" sz="2400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41F69DC-372F-3019-28C7-E9226794D1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7099" y="3006148"/>
                <a:ext cx="3555456" cy="430887"/>
              </a:xfrm>
              <a:prstGeom prst="rect">
                <a:avLst/>
              </a:prstGeom>
              <a:blipFill>
                <a:blip r:embed="rId5"/>
                <a:stretch>
                  <a:fillRect l="-2230" t="-9859" r="-1715" b="-28169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3834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76DF1-4727-0594-2106-5BED3FD74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2">
            <a:extLst>
              <a:ext uri="{FF2B5EF4-FFF2-40B4-BE49-F238E27FC236}">
                <a16:creationId xmlns:a16="http://schemas.microsoft.com/office/drawing/2014/main" id="{D8D9F473-1734-982B-65D5-141EDC23595D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Syntax: Complex Sentences (Quantifiers)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3441B5-8FB6-D7A6-E1A9-8C65B96B62CF}"/>
              </a:ext>
            </a:extLst>
          </p:cNvPr>
          <p:cNvSpPr txBox="1"/>
          <p:nvPr/>
        </p:nvSpPr>
        <p:spPr>
          <a:xfrm>
            <a:off x="604001" y="1193248"/>
            <a:ext cx="6689144" cy="36933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Logical Connectives </a:t>
            </a:r>
            <a:r>
              <a:rPr lang="en-US" dirty="0"/>
              <a:t>(same interpretation as with propositional logic)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464E15-652D-5141-312D-DD85E80D9B42}"/>
              </a:ext>
            </a:extLst>
          </p:cNvPr>
          <p:cNvSpPr txBox="1"/>
          <p:nvPr/>
        </p:nvSpPr>
        <p:spPr>
          <a:xfrm>
            <a:off x="4825033" y="2595805"/>
            <a:ext cx="2446533" cy="36933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Quantified Statements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95B075C-911A-E9D6-D834-A264FCA2D3A5}"/>
                  </a:ext>
                </a:extLst>
              </p:cNvPr>
              <p:cNvSpPr txBox="1"/>
              <p:nvPr/>
            </p:nvSpPr>
            <p:spPr>
              <a:xfrm>
                <a:off x="7544646" y="779958"/>
                <a:ext cx="1310184" cy="1231106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 marL="0" lvl="1" algn="just">
                  <a:spcBef>
                    <a:spcPts val="1200"/>
                  </a:spcBef>
                </a:pPr>
                <a:r>
                  <a:rPr lang="en-US" altLang="en-US" dirty="0">
                    <a:solidFill>
                      <a:srgbClr val="0070C0"/>
                    </a:solidFill>
                  </a:rPr>
                  <a:t>Not</a:t>
                </a:r>
                <a:r>
                  <a:rPr lang="en-US" altLang="en-US" dirty="0"/>
                  <a:t>: </a:t>
                </a:r>
                <a14:m>
                  <m:oMath xmlns:m="http://schemas.openxmlformats.org/officeDocument/2006/math">
                    <m:r>
                      <a:rPr lang="en-US" altLang="en-US" b="0" i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en-US" altLang="en-US" dirty="0">
                  <a:solidFill>
                    <a:srgbClr val="0070C0"/>
                  </a:solidFill>
                </a:endParaRPr>
              </a:p>
              <a:p>
                <a:pPr marL="0" lvl="1" algn="just">
                  <a:spcBef>
                    <a:spcPts val="1200"/>
                  </a:spcBef>
                </a:pPr>
                <a:r>
                  <a:rPr lang="en-US" altLang="en-US" dirty="0">
                    <a:solidFill>
                      <a:srgbClr val="0070C0"/>
                    </a:solidFill>
                  </a:rPr>
                  <a:t>And</a:t>
                </a:r>
                <a:r>
                  <a:rPr lang="en-US" altLang="en-US" dirty="0"/>
                  <a:t>: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𝜓</m:t>
                    </m:r>
                  </m:oMath>
                </a14:m>
                <a:endParaRPr lang="en-US" altLang="en-US" dirty="0"/>
              </a:p>
              <a:p>
                <a:pPr marL="0" lvl="1" algn="just">
                  <a:spcBef>
                    <a:spcPts val="1200"/>
                  </a:spcBef>
                </a:pPr>
                <a:r>
                  <a:rPr lang="en-US" altLang="en-US" dirty="0">
                    <a:solidFill>
                      <a:srgbClr val="0070C0"/>
                    </a:solidFill>
                  </a:rPr>
                  <a:t>Or</a:t>
                </a:r>
                <a:r>
                  <a:rPr lang="en-US" altLang="en-US" dirty="0"/>
                  <a:t>: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∨ </m:t>
                    </m:r>
                    <m:r>
                      <a:rPr lang="en-US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𝜓</m:t>
                    </m:r>
                  </m:oMath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95B075C-911A-E9D6-D834-A264FCA2D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4646" y="779958"/>
                <a:ext cx="1310184" cy="1231106"/>
              </a:xfrm>
              <a:prstGeom prst="rect">
                <a:avLst/>
              </a:prstGeom>
              <a:blipFill>
                <a:blip r:embed="rId2"/>
                <a:stretch>
                  <a:fillRect l="-4186" t="-2970" b="-6931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D4B4AAA-E821-2243-A026-30048654C0C6}"/>
                  </a:ext>
                </a:extLst>
              </p:cNvPr>
              <p:cNvSpPr txBox="1"/>
              <p:nvPr/>
            </p:nvSpPr>
            <p:spPr>
              <a:xfrm>
                <a:off x="9234177" y="1008695"/>
                <a:ext cx="1754253" cy="80021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 marL="0" lvl="1" algn="just">
                  <a:spcBef>
                    <a:spcPts val="1200"/>
                  </a:spcBef>
                </a:pPr>
                <a:r>
                  <a:rPr lang="en-US" altLang="en-US" dirty="0">
                    <a:solidFill>
                      <a:srgbClr val="0070C0"/>
                    </a:solidFill>
                  </a:rPr>
                  <a:t>Implies</a:t>
                </a:r>
                <a:r>
                  <a:rPr lang="en-US" altLang="en-US" dirty="0"/>
                  <a:t>: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𝜓</m:t>
                    </m:r>
                  </m:oMath>
                </a14:m>
                <a:endParaRPr lang="en-US" altLang="en-US" dirty="0"/>
              </a:p>
              <a:p>
                <a:pPr marL="0" lvl="1" algn="just">
                  <a:spcBef>
                    <a:spcPts val="1200"/>
                  </a:spcBef>
                </a:pPr>
                <a:r>
                  <a:rPr lang="en-US" altLang="en-US" dirty="0" err="1">
                    <a:solidFill>
                      <a:srgbClr val="0070C0"/>
                    </a:solidFill>
                  </a:rPr>
                  <a:t>Iff</a:t>
                </a:r>
                <a:r>
                  <a:rPr lang="en-US" altLang="en-US" dirty="0"/>
                  <a:t>: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  <m:r>
                      <a:rPr lang="en-US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𝜓</m:t>
                    </m:r>
                  </m:oMath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D4B4AAA-E821-2243-A026-30048654C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4177" y="1008695"/>
                <a:ext cx="1754253" cy="800219"/>
              </a:xfrm>
              <a:prstGeom prst="rect">
                <a:avLst/>
              </a:prstGeom>
              <a:blipFill>
                <a:blip r:embed="rId3"/>
                <a:stretch>
                  <a:fillRect l="-3125" t="-3788" b="-10606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0CCBB45-B418-B48E-9A5B-C45C9DBD55F9}"/>
                  </a:ext>
                </a:extLst>
              </p:cNvPr>
              <p:cNvSpPr txBox="1"/>
              <p:nvPr/>
            </p:nvSpPr>
            <p:spPr>
              <a:xfrm>
                <a:off x="812799" y="3123612"/>
                <a:ext cx="4712677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 marL="0" lvl="1" algn="just">
                  <a:spcBef>
                    <a:spcPts val="1200"/>
                  </a:spcBef>
                </a:pPr>
                <a:r>
                  <a:rPr lang="en-US" altLang="en-US" dirty="0">
                    <a:solidFill>
                      <a:srgbClr val="0070C0"/>
                    </a:solidFill>
                  </a:rPr>
                  <a:t>Universal</a:t>
                </a:r>
                <a:r>
                  <a:rPr lang="en-US" altLang="en-US" dirty="0">
                    <a:solidFill>
                      <a:schemeClr val="tx1"/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en-US" altLang="en-US" dirty="0">
                    <a:solidFill>
                      <a:schemeClr val="tx1"/>
                    </a:solidFill>
                  </a:rPr>
                  <a:t>): Statement holds for </a:t>
                </a:r>
                <a:r>
                  <a:rPr lang="en-US" altLang="en-US" b="1" i="1" dirty="0">
                    <a:solidFill>
                      <a:schemeClr val="tx1"/>
                    </a:solidFill>
                  </a:rPr>
                  <a:t>all</a:t>
                </a:r>
                <a:r>
                  <a:rPr lang="en-US" altLang="en-US" dirty="0">
                    <a:solidFill>
                      <a:schemeClr val="tx1"/>
                    </a:solidFill>
                  </a:rPr>
                  <a:t> objects</a:t>
                </a:r>
                <a:r>
                  <a:rPr lang="en-US" altLang="en-US" dirty="0"/>
                  <a:t> </a:t>
                </a:r>
                <a:endParaRPr lang="en-US" alt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0CCBB45-B418-B48E-9A5B-C45C9DBD5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799" y="3123612"/>
                <a:ext cx="4712677" cy="369332"/>
              </a:xfrm>
              <a:prstGeom prst="rect">
                <a:avLst/>
              </a:prstGeom>
              <a:blipFill>
                <a:blip r:embed="rId4"/>
                <a:stretch>
                  <a:fillRect l="-1035" t="-8197" b="-24590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C8C4BF9-EA04-AC17-BAD7-81856038F2FC}"/>
                  </a:ext>
                </a:extLst>
              </p:cNvPr>
              <p:cNvSpPr txBox="1"/>
              <p:nvPr/>
            </p:nvSpPr>
            <p:spPr>
              <a:xfrm>
                <a:off x="6189375" y="3110306"/>
                <a:ext cx="5252347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 marL="0" lvl="1">
                  <a:spcBef>
                    <a:spcPts val="1200"/>
                  </a:spcBef>
                </a:pPr>
                <a:r>
                  <a:rPr lang="en-US" altLang="en-US" dirty="0">
                    <a:solidFill>
                      <a:srgbClr val="0070C0"/>
                    </a:solidFill>
                  </a:rPr>
                  <a:t>Existential</a:t>
                </a:r>
                <a:r>
                  <a:rPr lang="en-US" altLang="en-US" dirty="0">
                    <a:solidFill>
                      <a:schemeClr val="tx1"/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altLang="en-US" dirty="0">
                    <a:solidFill>
                      <a:schemeClr val="tx1"/>
                    </a:solidFill>
                  </a:rPr>
                  <a:t>): Statement holds for</a:t>
                </a:r>
                <a:r>
                  <a:rPr lang="en-US" altLang="en-US" b="1" i="1" dirty="0">
                    <a:solidFill>
                      <a:schemeClr val="tx1"/>
                    </a:solidFill>
                  </a:rPr>
                  <a:t> at least one </a:t>
                </a:r>
                <a:r>
                  <a:rPr lang="en-US" altLang="en-US" dirty="0">
                    <a:solidFill>
                      <a:schemeClr val="tx1"/>
                    </a:solidFill>
                  </a:rPr>
                  <a:t>object</a:t>
                </a:r>
                <a:endParaRPr lang="en-US" alt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C8C4BF9-EA04-AC17-BAD7-81856038F2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375" y="3110306"/>
                <a:ext cx="5252347" cy="369332"/>
              </a:xfrm>
              <a:prstGeom prst="rect">
                <a:avLst/>
              </a:prstGeom>
              <a:blipFill>
                <a:blip r:embed="rId5"/>
                <a:stretch>
                  <a:fillRect l="-928" t="-8197" r="-348" b="-24590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4C6D931-2602-5D1E-8DAF-0E2A188D084D}"/>
                  </a:ext>
                </a:extLst>
              </p:cNvPr>
              <p:cNvSpPr txBox="1"/>
              <p:nvPr/>
            </p:nvSpPr>
            <p:spPr>
              <a:xfrm>
                <a:off x="1000369" y="3777862"/>
                <a:ext cx="3632350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 marL="0" lvl="1"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en-US" b="0" i="0" smtClean="0">
                          <a:solidFill>
                            <a:srgbClr val="FF6600"/>
                          </a:solidFill>
                          <a:latin typeface="Cambria Math" panose="02040503050406030204" pitchFamily="18" charset="0"/>
                        </a:rPr>
                        <m:t>Student</m:t>
                      </m:r>
                      <m:d>
                        <m:d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altLang="en-US" b="0" i="0" smtClean="0">
                          <a:solidFill>
                            <a:srgbClr val="FF6600"/>
                          </a:solidFill>
                          <a:latin typeface="Cambria Math" panose="02040503050406030204" pitchFamily="18" charset="0"/>
                        </a:rPr>
                        <m:t>HasLaptop</m:t>
                      </m:r>
                      <m:d>
                        <m:dPr>
                          <m:ctrlPr>
                            <a:rPr lang="en-US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4C6D931-2602-5D1E-8DAF-0E2A188D0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369" y="3777862"/>
                <a:ext cx="3632350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743D2A38-DC9B-5CBC-6647-E6C1AB8E9C30}"/>
              </a:ext>
            </a:extLst>
          </p:cNvPr>
          <p:cNvSpPr txBox="1"/>
          <p:nvPr/>
        </p:nvSpPr>
        <p:spPr>
          <a:xfrm>
            <a:off x="2816543" y="4218167"/>
            <a:ext cx="2833979" cy="36933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marL="0" lvl="1">
              <a:spcBef>
                <a:spcPts val="1200"/>
              </a:spcBef>
            </a:pPr>
            <a:r>
              <a:rPr lang="en-US" altLang="en-US" dirty="0"/>
              <a:t>All students have a laptop.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EC874C6-C38E-36C6-A00C-108A70F24847}"/>
                  </a:ext>
                </a:extLst>
              </p:cNvPr>
              <p:cNvSpPr txBox="1"/>
              <p:nvPr/>
            </p:nvSpPr>
            <p:spPr>
              <a:xfrm>
                <a:off x="6786949" y="3777862"/>
                <a:ext cx="3935347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 marL="0" lvl="1" algn="just"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en-US" b="0" i="0" smtClean="0">
                          <a:solidFill>
                            <a:srgbClr val="FF6600"/>
                          </a:solidFill>
                          <a:latin typeface="Cambria Math" panose="02040503050406030204" pitchFamily="18" charset="0"/>
                        </a:rPr>
                        <m:t>Student</m:t>
                      </m:r>
                      <m:d>
                        <m:d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m:rPr>
                          <m:sty m:val="p"/>
                        </m:rPr>
                        <a:rPr lang="en-US" altLang="en-US" b="0" i="0" smtClean="0">
                          <a:solidFill>
                            <a:srgbClr val="FF6600"/>
                          </a:solidFill>
                          <a:latin typeface="Cambria Math" panose="02040503050406030204" pitchFamily="18" charset="0"/>
                        </a:rPr>
                        <m:t>GPA</m:t>
                      </m:r>
                      <m:d>
                        <m:dPr>
                          <m:ctrlPr>
                            <a:rPr lang="en-US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en-US" b="0" i="1" smtClean="0">
                              <a:solidFill>
                                <a:srgbClr val="C5050C"/>
                              </a:solidFill>
                              <a:latin typeface="Cambria Math" panose="02040503050406030204" pitchFamily="18" charset="0"/>
                            </a:rPr>
                            <m:t>4.0</m:t>
                          </m:r>
                        </m:e>
                      </m:d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EC874C6-C38E-36C6-A00C-108A70F248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6949" y="3777862"/>
                <a:ext cx="393534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91491A4E-A1E1-8AF0-7F38-9D55C44A277C}"/>
              </a:ext>
            </a:extLst>
          </p:cNvPr>
          <p:cNvSpPr txBox="1"/>
          <p:nvPr/>
        </p:nvSpPr>
        <p:spPr>
          <a:xfrm>
            <a:off x="8367495" y="4218167"/>
            <a:ext cx="2833979" cy="36933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marL="0" lvl="1">
              <a:spcBef>
                <a:spcPts val="1200"/>
              </a:spcBef>
            </a:pPr>
            <a:r>
              <a:rPr lang="en-US" altLang="en-US" dirty="0"/>
              <a:t>Some student has a 4.0 GPA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8E69A2-34F3-F225-07F5-A45D8280560B}"/>
              </a:ext>
            </a:extLst>
          </p:cNvPr>
          <p:cNvSpPr txBox="1"/>
          <p:nvPr/>
        </p:nvSpPr>
        <p:spPr>
          <a:xfrm>
            <a:off x="2757611" y="5600589"/>
            <a:ext cx="3862604" cy="36933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marL="0" lvl="1">
              <a:spcBef>
                <a:spcPts val="1200"/>
              </a:spcBef>
            </a:pPr>
            <a:r>
              <a:rPr lang="en-US" altLang="en-US" dirty="0"/>
              <a:t>All CS majors must take CSC-223.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7909A5E-92D4-2B27-992C-BAAFBED48DD3}"/>
                  </a:ext>
                </a:extLst>
              </p:cNvPr>
              <p:cNvSpPr txBox="1"/>
              <p:nvPr/>
            </p:nvSpPr>
            <p:spPr>
              <a:xfrm>
                <a:off x="6786949" y="4837020"/>
                <a:ext cx="4080655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 marL="0" lvl="1" algn="just"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en-US" b="0" i="0" smtClean="0">
                          <a:solidFill>
                            <a:srgbClr val="FF6600"/>
                          </a:solidFill>
                          <a:latin typeface="Cambria Math" panose="02040503050406030204" pitchFamily="18" charset="0"/>
                        </a:rPr>
                        <m:t>Student</m:t>
                      </m:r>
                      <m:d>
                        <m:d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m:rPr>
                          <m:sty m:val="p"/>
                        </m:rPr>
                        <a:rPr lang="en-US" altLang="en-US" b="0" i="0" smtClean="0">
                          <a:solidFill>
                            <a:srgbClr val="FF6600"/>
                          </a:solidFill>
                          <a:latin typeface="Cambria Math" panose="02040503050406030204" pitchFamily="18" charset="0"/>
                        </a:rPr>
                        <m:t>Equals</m:t>
                      </m:r>
                      <m:d>
                        <m:dPr>
                          <m:ctrlPr>
                            <a:rPr lang="en-US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en-US" smtClean="0">
                              <a:solidFill>
                                <a:srgbClr val="1306BA"/>
                              </a:solidFill>
                              <a:latin typeface="Cambria Math" panose="02040503050406030204" pitchFamily="18" charset="0"/>
                            </a:rPr>
                            <m:t>GPA</m:t>
                          </m:r>
                          <m:d>
                            <m:dPr>
                              <m:ctrlPr>
                                <a:rPr lang="en-US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en-US" b="0" i="1" smtClean="0">
                              <a:solidFill>
                                <a:srgbClr val="C5050C"/>
                              </a:solidFill>
                              <a:latin typeface="Cambria Math" panose="02040503050406030204" pitchFamily="18" charset="0"/>
                            </a:rPr>
                            <m:t>4.0</m:t>
                          </m:r>
                        </m:e>
                      </m:d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7909A5E-92D4-2B27-992C-BAAFBED48D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6949" y="4837020"/>
                <a:ext cx="4080655" cy="369332"/>
              </a:xfrm>
              <a:prstGeom prst="rect">
                <a:avLst/>
              </a:prstGeom>
              <a:blipFill>
                <a:blip r:embed="rId8"/>
                <a:stretch>
                  <a:fillRect b="-13115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E695D849-7347-1ECA-CCFF-6B9737D73C4E}"/>
              </a:ext>
            </a:extLst>
          </p:cNvPr>
          <p:cNvSpPr txBox="1"/>
          <p:nvPr/>
        </p:nvSpPr>
        <p:spPr>
          <a:xfrm>
            <a:off x="8367495" y="5343565"/>
            <a:ext cx="2949181" cy="36933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marL="0" lvl="1">
              <a:spcBef>
                <a:spcPts val="1200"/>
              </a:spcBef>
            </a:pPr>
            <a:r>
              <a:rPr lang="en-US" altLang="en-US" dirty="0"/>
              <a:t>Some student has a 4.0 GPA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1645101-4EFA-CBFB-225A-60B1DCA6C531}"/>
              </a:ext>
            </a:extLst>
          </p:cNvPr>
          <p:cNvCxnSpPr/>
          <p:nvPr/>
        </p:nvCxnSpPr>
        <p:spPr>
          <a:xfrm>
            <a:off x="726831" y="2442008"/>
            <a:ext cx="10589846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81DE70F-8D59-7097-40E2-DA663E557E9D}"/>
                  </a:ext>
                </a:extLst>
              </p:cNvPr>
              <p:cNvSpPr txBox="1"/>
              <p:nvPr/>
            </p:nvSpPr>
            <p:spPr>
              <a:xfrm>
                <a:off x="1121189" y="5094044"/>
                <a:ext cx="4712677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 marL="0" lvl="1"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en-US" b="0" i="0" smtClean="0">
                          <a:solidFill>
                            <a:srgbClr val="FF6600"/>
                          </a:solidFill>
                          <a:latin typeface="Cambria Math" panose="02040503050406030204" pitchFamily="18" charset="0"/>
                        </a:rPr>
                        <m:t>CS</m:t>
                      </m:r>
                      <m:r>
                        <a:rPr lang="en-US" altLang="en-US" b="0" i="0" smtClean="0">
                          <a:solidFill>
                            <a:srgbClr val="FF6600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US" altLang="en-US" b="0" i="0" smtClean="0">
                          <a:solidFill>
                            <a:srgbClr val="FF6600"/>
                          </a:solidFill>
                          <a:latin typeface="Cambria Math" panose="02040503050406030204" pitchFamily="18" charset="0"/>
                        </a:rPr>
                        <m:t>Major</m:t>
                      </m:r>
                      <m:d>
                        <m:d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altLang="en-US" b="0" i="0" smtClean="0">
                          <a:solidFill>
                            <a:srgbClr val="FF6600"/>
                          </a:solidFill>
                          <a:latin typeface="Cambria Math" panose="02040503050406030204" pitchFamily="18" charset="0"/>
                        </a:rPr>
                        <m:t>Take</m:t>
                      </m:r>
                      <m:d>
                        <m:dPr>
                          <m:ctrlPr>
                            <a:rPr lang="en-US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en-US" b="0" i="1" smtClean="0">
                              <a:solidFill>
                                <a:srgbClr val="C5050C"/>
                              </a:solidFill>
                              <a:latin typeface="Cambria Math" panose="02040503050406030204" pitchFamily="18" charset="0"/>
                            </a:rPr>
                            <m:t>𝐶𝑆𝐶</m:t>
                          </m:r>
                          <m:r>
                            <a:rPr lang="en-US" altLang="en-US" b="0" i="1" smtClean="0">
                              <a:solidFill>
                                <a:srgbClr val="C5050C"/>
                              </a:solidFill>
                              <a:latin typeface="Cambria Math" panose="02040503050406030204" pitchFamily="18" charset="0"/>
                            </a:rPr>
                            <m:t>_223</m:t>
                          </m:r>
                        </m:e>
                      </m:d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81DE70F-8D59-7097-40E2-DA663E557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189" y="5094044"/>
                <a:ext cx="4712677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58DC436-F137-7D1A-A1C6-B284F0878C9F}"/>
                  </a:ext>
                </a:extLst>
              </p:cNvPr>
              <p:cNvSpPr txBox="1"/>
              <p:nvPr/>
            </p:nvSpPr>
            <p:spPr>
              <a:xfrm>
                <a:off x="6786949" y="5893376"/>
                <a:ext cx="3935347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 marL="0" lvl="1" algn="just"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en-US">
                          <a:solidFill>
                            <a:srgbClr val="FF6600"/>
                          </a:solidFill>
                          <a:latin typeface="Cambria Math" panose="02040503050406030204" pitchFamily="18" charset="0"/>
                        </a:rPr>
                        <m:t>Student</m:t>
                      </m:r>
                      <m:d>
                        <m:d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en-US" b="0" i="0" smtClean="0">
                              <a:solidFill>
                                <a:srgbClr val="C5050C"/>
                              </a:solidFill>
                              <a:latin typeface="Cambria Math" panose="02040503050406030204" pitchFamily="18" charset="0"/>
                            </a:rPr>
                            <m:t>John</m:t>
                          </m:r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m:rPr>
                          <m:sty m:val="p"/>
                        </m:rPr>
                        <a:rPr lang="en-US" altLang="en-US" b="0" i="0" smtClean="0">
                          <a:solidFill>
                            <a:srgbClr val="FF6600"/>
                          </a:solidFill>
                          <a:latin typeface="Cambria Math" panose="02040503050406030204" pitchFamily="18" charset="0"/>
                        </a:rPr>
                        <m:t>Doctor</m:t>
                      </m:r>
                      <m:d>
                        <m:dPr>
                          <m:ctrlPr>
                            <a:rPr lang="en-US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58DC436-F137-7D1A-A1C6-B284F0878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6949" y="5893376"/>
                <a:ext cx="3935347" cy="369332"/>
              </a:xfrm>
              <a:prstGeom prst="rect">
                <a:avLst/>
              </a:prstGeom>
              <a:blipFill>
                <a:blip r:embed="rId10"/>
                <a:stretch>
                  <a:fillRect b="-11667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EEF6B1C4-1379-A01E-EC08-A6CDD813D620}"/>
              </a:ext>
            </a:extLst>
          </p:cNvPr>
          <p:cNvSpPr txBox="1"/>
          <p:nvPr/>
        </p:nvSpPr>
        <p:spPr>
          <a:xfrm>
            <a:off x="8367495" y="6399921"/>
            <a:ext cx="3433735" cy="36933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marL="0" lvl="1">
              <a:spcBef>
                <a:spcPts val="1200"/>
              </a:spcBef>
            </a:pPr>
            <a:r>
              <a:rPr lang="en-US" altLang="en-US" dirty="0"/>
              <a:t>John has a parent who is a doctor.</a:t>
            </a:r>
          </a:p>
        </p:txBody>
      </p:sp>
    </p:spTree>
    <p:extLst>
      <p:ext uri="{BB962C8B-B14F-4D97-AF65-F5344CB8AC3E}">
        <p14:creationId xmlns:p14="http://schemas.microsoft.com/office/powerpoint/2010/main" val="1102129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  <p:bldP spid="16" grpId="0"/>
      <p:bldP spid="18" grpId="0"/>
      <p:bldP spid="19" grpId="0"/>
      <p:bldP spid="20" grpId="0"/>
      <p:bldP spid="24" grpId="0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EF27D-2E77-576B-EDCE-226370C48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2">
            <a:extLst>
              <a:ext uri="{FF2B5EF4-FFF2-40B4-BE49-F238E27FC236}">
                <a16:creationId xmlns:a16="http://schemas.microsoft.com/office/drawing/2014/main" id="{DEF0A70F-C110-9A74-7CAE-68F870651073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Syntax: Mixed Quantifiers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3DB30A6-5CB8-66C1-E9D3-5325AE70D3FC}"/>
                  </a:ext>
                </a:extLst>
              </p:cNvPr>
              <p:cNvSpPr txBox="1"/>
              <p:nvPr/>
            </p:nvSpPr>
            <p:spPr>
              <a:xfrm>
                <a:off x="1573432" y="1985956"/>
                <a:ext cx="2876647" cy="46166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 marL="0" lvl="1" algn="just"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sz="2400" i="1" dirty="0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en-US" sz="24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en-US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2400" i="1" dirty="0" smtClean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altLang="en-US" sz="2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en-US" sz="24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Enrolled</m:t>
                      </m:r>
                      <m:d>
                        <m:dPr>
                          <m:ctrlPr>
                            <a:rPr lang="en-US" alt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4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en-US" sz="24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alt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3DB30A6-5CB8-66C1-E9D3-5325AE70D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3432" y="1985956"/>
                <a:ext cx="2876647" cy="461665"/>
              </a:xfrm>
              <a:prstGeom prst="rect">
                <a:avLst/>
              </a:prstGeom>
              <a:blipFill>
                <a:blip r:embed="rId2"/>
                <a:stretch>
                  <a:fillRect l="-212" b="-9211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C5F18799-2705-78FF-958F-4D5129DD2B01}"/>
              </a:ext>
            </a:extLst>
          </p:cNvPr>
          <p:cNvSpPr txBox="1"/>
          <p:nvPr/>
        </p:nvSpPr>
        <p:spPr>
          <a:xfrm>
            <a:off x="9970432" y="121599"/>
            <a:ext cx="2076976" cy="461665"/>
          </a:xfrm>
          <a:prstGeom prst="rect">
            <a:avLst/>
          </a:prstGeom>
          <a:solidFill>
            <a:srgbClr val="C00000"/>
          </a:solidFill>
          <a:ln w="1905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FFFF00"/>
                </a:solidFill>
              </a:rPr>
              <a:t>Order matters!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341777-5C13-9C0D-A1A3-4066AED9C666}"/>
              </a:ext>
            </a:extLst>
          </p:cNvPr>
          <p:cNvSpPr txBox="1"/>
          <p:nvPr/>
        </p:nvSpPr>
        <p:spPr>
          <a:xfrm>
            <a:off x="1986475" y="3381309"/>
            <a:ext cx="1831145" cy="36933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marL="0" lvl="1" algn="just">
              <a:spcBef>
                <a:spcPts val="1200"/>
              </a:spcBef>
            </a:pPr>
            <a:r>
              <a:rPr lang="en-US" altLang="en-US" dirty="0"/>
              <a:t>For all </a:t>
            </a:r>
            <a:r>
              <a:rPr lang="en-US" altLang="en-US" dirty="0">
                <a:solidFill>
                  <a:srgbClr val="00B050"/>
                </a:solidFill>
              </a:rPr>
              <a:t>students</a:t>
            </a:r>
            <a:r>
              <a:rPr lang="en-US" altLang="en-US" dirty="0"/>
              <a:t>…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3EBFC62-A2A2-5542-7A3D-E1C0AA15D2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592" y="121599"/>
            <a:ext cx="1089981" cy="1089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EF5F99-DDF9-A994-3C18-904E9CF5D8BA}"/>
              </a:ext>
            </a:extLst>
          </p:cNvPr>
          <p:cNvCxnSpPr>
            <a:cxnSpLocks/>
            <a:stCxn id="27" idx="1"/>
          </p:cNvCxnSpPr>
          <p:nvPr/>
        </p:nvCxnSpPr>
        <p:spPr>
          <a:xfrm rot="10800000">
            <a:off x="1828821" y="2369837"/>
            <a:ext cx="157655" cy="1196139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6605059-890F-BCBE-FFE3-30B0A7393AF2}"/>
                  </a:ext>
                </a:extLst>
              </p:cNvPr>
              <p:cNvSpPr txBox="1"/>
              <p:nvPr/>
            </p:nvSpPr>
            <p:spPr>
              <a:xfrm>
                <a:off x="2408211" y="2983805"/>
                <a:ext cx="4068789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 marL="0" lvl="1" algn="just">
                  <a:spcBef>
                    <a:spcPts val="1200"/>
                  </a:spcBef>
                </a:pPr>
                <a:r>
                  <a:rPr lang="en-US" dirty="0"/>
                  <a:t>For each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we can choose a different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6605059-890F-BCBE-FFE3-30B0A7393A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8211" y="2983805"/>
                <a:ext cx="4068789" cy="369332"/>
              </a:xfrm>
              <a:prstGeom prst="rect">
                <a:avLst/>
              </a:prstGeom>
              <a:blipFill>
                <a:blip r:embed="rId4"/>
                <a:stretch>
                  <a:fillRect l="-1198" t="-8197" b="-24590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5">
            <a:extLst>
              <a:ext uri="{FF2B5EF4-FFF2-40B4-BE49-F238E27FC236}">
                <a16:creationId xmlns:a16="http://schemas.microsoft.com/office/drawing/2014/main" id="{6328AB9C-2663-8C94-EC4B-7020B501641A}"/>
              </a:ext>
            </a:extLst>
          </p:cNvPr>
          <p:cNvCxnSpPr>
            <a:cxnSpLocks/>
            <a:stCxn id="11" idx="1"/>
          </p:cNvCxnSpPr>
          <p:nvPr/>
        </p:nvCxnSpPr>
        <p:spPr>
          <a:xfrm rot="10800000">
            <a:off x="2241863" y="2369825"/>
            <a:ext cx="166349" cy="798646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4DB46CE-5FC0-219C-FEF6-62F138EA0E96}"/>
              </a:ext>
            </a:extLst>
          </p:cNvPr>
          <p:cNvSpPr txBox="1"/>
          <p:nvPr/>
        </p:nvSpPr>
        <p:spPr>
          <a:xfrm>
            <a:off x="7147560" y="2429146"/>
            <a:ext cx="4175760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Every </a:t>
            </a:r>
            <a:r>
              <a:rPr lang="en-US" dirty="0">
                <a:solidFill>
                  <a:srgbClr val="00B050"/>
                </a:solidFill>
              </a:rPr>
              <a:t>student</a:t>
            </a:r>
            <a:r>
              <a:rPr lang="en-US" dirty="0"/>
              <a:t> is enrolled in some </a:t>
            </a:r>
            <a:r>
              <a:rPr lang="en-US" dirty="0">
                <a:solidFill>
                  <a:srgbClr val="FF0000"/>
                </a:solidFill>
              </a:rPr>
              <a:t>course</a:t>
            </a:r>
            <a:r>
              <a:rPr lang="en-US" dirty="0"/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BD1CA9-E28C-8389-04B2-E41B07859C5B}"/>
              </a:ext>
            </a:extLst>
          </p:cNvPr>
          <p:cNvSpPr txBox="1"/>
          <p:nvPr/>
        </p:nvSpPr>
        <p:spPr>
          <a:xfrm>
            <a:off x="7147560" y="3253555"/>
            <a:ext cx="4175760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(Each </a:t>
            </a:r>
            <a:r>
              <a:rPr lang="en-US" dirty="0">
                <a:solidFill>
                  <a:srgbClr val="00B050"/>
                </a:solidFill>
              </a:rPr>
              <a:t>student</a:t>
            </a:r>
            <a:r>
              <a:rPr lang="en-US" dirty="0"/>
              <a:t> can be in a different </a:t>
            </a:r>
            <a:r>
              <a:rPr lang="en-US" dirty="0">
                <a:solidFill>
                  <a:srgbClr val="FF0000"/>
                </a:solidFill>
              </a:rPr>
              <a:t>course</a:t>
            </a:r>
            <a:r>
              <a:rPr lang="en-US" dirty="0"/>
              <a:t>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E4160CA-A7E1-2239-26B8-9B231982EE34}"/>
                  </a:ext>
                </a:extLst>
              </p:cNvPr>
              <p:cNvSpPr txBox="1"/>
              <p:nvPr/>
            </p:nvSpPr>
            <p:spPr>
              <a:xfrm>
                <a:off x="1573432" y="4442619"/>
                <a:ext cx="2876647" cy="46166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 marL="0" lvl="1" algn="just"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sz="2400" i="1" dirty="0" smtClean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alt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en-US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2400" i="1" dirty="0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en-US" sz="24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en-US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en-US" sz="24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Enrolled</m:t>
                      </m:r>
                      <m:d>
                        <m:dPr>
                          <m:ctrlPr>
                            <a:rPr lang="en-US" alt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4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en-US" sz="24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altLang="en-US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E4160CA-A7E1-2239-26B8-9B231982EE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3432" y="4442619"/>
                <a:ext cx="2876647" cy="461665"/>
              </a:xfrm>
              <a:prstGeom prst="rect">
                <a:avLst/>
              </a:prstGeom>
              <a:blipFill>
                <a:blip r:embed="rId5"/>
                <a:stretch>
                  <a:fillRect l="-212" b="-9211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AD7A413F-70E4-AA36-C92C-F7321847EFB7}"/>
              </a:ext>
            </a:extLst>
          </p:cNvPr>
          <p:cNvSpPr txBox="1"/>
          <p:nvPr/>
        </p:nvSpPr>
        <p:spPr>
          <a:xfrm>
            <a:off x="1986475" y="5837972"/>
            <a:ext cx="4383845" cy="36933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marL="0" lvl="1" algn="just">
              <a:spcBef>
                <a:spcPts val="1200"/>
              </a:spcBef>
            </a:pPr>
            <a:r>
              <a:rPr lang="en-US" altLang="en-US" dirty="0"/>
              <a:t>There exists a </a:t>
            </a:r>
            <a:r>
              <a:rPr lang="en-US" altLang="en-US" dirty="0">
                <a:solidFill>
                  <a:srgbClr val="FF0000"/>
                </a:solidFill>
              </a:rPr>
              <a:t>course</a:t>
            </a:r>
            <a:r>
              <a:rPr lang="en-US" altLang="en-US" dirty="0"/>
              <a:t>…</a:t>
            </a:r>
          </a:p>
        </p:txBody>
      </p:sp>
      <p:cxnSp>
        <p:nvCxnSpPr>
          <p:cNvPr id="22" name="Straight Arrow Connector 5">
            <a:extLst>
              <a:ext uri="{FF2B5EF4-FFF2-40B4-BE49-F238E27FC236}">
                <a16:creationId xmlns:a16="http://schemas.microsoft.com/office/drawing/2014/main" id="{1A91CD53-9396-2A40-D9CC-8C8C38CD1731}"/>
              </a:ext>
            </a:extLst>
          </p:cNvPr>
          <p:cNvCxnSpPr>
            <a:cxnSpLocks/>
            <a:stCxn id="21" idx="1"/>
          </p:cNvCxnSpPr>
          <p:nvPr/>
        </p:nvCxnSpPr>
        <p:spPr>
          <a:xfrm rot="10800000">
            <a:off x="1828813" y="4826492"/>
            <a:ext cx="157663" cy="1196147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3E80D2A-8C76-5469-96DE-6DD48821FFF1}"/>
                  </a:ext>
                </a:extLst>
              </p:cNvPr>
              <p:cNvSpPr txBox="1"/>
              <p:nvPr/>
            </p:nvSpPr>
            <p:spPr>
              <a:xfrm>
                <a:off x="2408211" y="5440468"/>
                <a:ext cx="4068789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 marL="0" lvl="1" algn="just">
                  <a:spcBef>
                    <a:spcPts val="1200"/>
                  </a:spcBef>
                </a:pPr>
                <a:r>
                  <a:rPr lang="en-US" dirty="0"/>
                  <a:t>This same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must work for all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3E80D2A-8C76-5469-96DE-6DD48821FF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8211" y="5440468"/>
                <a:ext cx="4068789" cy="369332"/>
              </a:xfrm>
              <a:prstGeom prst="rect">
                <a:avLst/>
              </a:prstGeom>
              <a:blipFill>
                <a:blip r:embed="rId6"/>
                <a:stretch>
                  <a:fillRect l="-1198" t="-8197" b="-24590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5">
            <a:extLst>
              <a:ext uri="{FF2B5EF4-FFF2-40B4-BE49-F238E27FC236}">
                <a16:creationId xmlns:a16="http://schemas.microsoft.com/office/drawing/2014/main" id="{FD266F4F-05AE-9E31-85E3-5A230D9DB079}"/>
              </a:ext>
            </a:extLst>
          </p:cNvPr>
          <p:cNvCxnSpPr>
            <a:cxnSpLocks/>
            <a:stCxn id="30" idx="1"/>
          </p:cNvCxnSpPr>
          <p:nvPr/>
        </p:nvCxnSpPr>
        <p:spPr>
          <a:xfrm rot="10800000">
            <a:off x="2241867" y="4826488"/>
            <a:ext cx="166345" cy="798646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BC28074-2D7D-0D34-AAFA-FCA77EFAB076}"/>
              </a:ext>
            </a:extLst>
          </p:cNvPr>
          <p:cNvSpPr txBox="1"/>
          <p:nvPr/>
        </p:nvSpPr>
        <p:spPr>
          <a:xfrm>
            <a:off x="7147560" y="4885809"/>
            <a:ext cx="4175760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There's a </a:t>
            </a:r>
            <a:r>
              <a:rPr lang="en-US" dirty="0">
                <a:solidFill>
                  <a:srgbClr val="FF0000"/>
                </a:solidFill>
              </a:rPr>
              <a:t>course</a:t>
            </a:r>
            <a:r>
              <a:rPr lang="en-US" dirty="0"/>
              <a:t> that every </a:t>
            </a:r>
            <a:r>
              <a:rPr lang="en-US" dirty="0">
                <a:solidFill>
                  <a:srgbClr val="00B050"/>
                </a:solidFill>
              </a:rPr>
              <a:t>student</a:t>
            </a:r>
            <a:r>
              <a:rPr lang="en-US" dirty="0"/>
              <a:t> is enrolled in.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0A090A-AF65-F16F-D67C-D4B448E83C5D}"/>
              </a:ext>
            </a:extLst>
          </p:cNvPr>
          <p:cNvSpPr txBox="1"/>
          <p:nvPr/>
        </p:nvSpPr>
        <p:spPr>
          <a:xfrm>
            <a:off x="6939475" y="5710218"/>
            <a:ext cx="4383845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 (One specific </a:t>
            </a:r>
            <a:r>
              <a:rPr lang="en-US" dirty="0">
                <a:solidFill>
                  <a:srgbClr val="FF0000"/>
                </a:solidFill>
              </a:rPr>
              <a:t>course</a:t>
            </a:r>
            <a:r>
              <a:rPr lang="en-US" dirty="0"/>
              <a:t> contains all </a:t>
            </a:r>
            <a:r>
              <a:rPr lang="en-US" dirty="0">
                <a:solidFill>
                  <a:srgbClr val="00B050"/>
                </a:solidFill>
              </a:rPr>
              <a:t>students</a:t>
            </a:r>
            <a:r>
              <a:rPr lang="en-US" dirty="0"/>
              <a:t>.)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92AA8D6-495D-8705-75EE-6EFF19ABF27F}"/>
              </a:ext>
            </a:extLst>
          </p:cNvPr>
          <p:cNvCxnSpPr/>
          <p:nvPr/>
        </p:nvCxnSpPr>
        <p:spPr>
          <a:xfrm>
            <a:off x="726831" y="4078919"/>
            <a:ext cx="10589846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3791C57-1865-971A-CAB9-58CEA9ADA78F}"/>
                  </a:ext>
                </a:extLst>
              </p:cNvPr>
              <p:cNvSpPr txBox="1"/>
              <p:nvPr/>
            </p:nvSpPr>
            <p:spPr>
              <a:xfrm>
                <a:off x="1363980" y="978209"/>
                <a:ext cx="73914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We assume a domain 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ranges over </a:t>
                </a:r>
                <a:r>
                  <a:rPr lang="en-US" dirty="0">
                    <a:solidFill>
                      <a:srgbClr val="00B050"/>
                    </a:solidFill>
                  </a:rPr>
                  <a:t>students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ranges over </a:t>
                </a:r>
                <a:r>
                  <a:rPr lang="en-US" dirty="0">
                    <a:solidFill>
                      <a:srgbClr val="FF0000"/>
                    </a:solidFill>
                  </a:rPr>
                  <a:t>courses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3791C57-1865-971A-CAB9-58CEA9ADA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3980" y="978209"/>
                <a:ext cx="7391400" cy="369332"/>
              </a:xfrm>
              <a:prstGeom prst="rect">
                <a:avLst/>
              </a:prstGeom>
              <a:blipFill>
                <a:blip r:embed="rId7"/>
                <a:stretch>
                  <a:fillRect l="-743" t="-8197" b="-245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8096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702B3-74D4-D7DF-64E6-FE18602A5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81C00F8-4A1D-5177-2394-E2A7CB5A626A}"/>
                  </a:ext>
                </a:extLst>
              </p:cNvPr>
              <p:cNvSpPr txBox="1"/>
              <p:nvPr/>
            </p:nvSpPr>
            <p:spPr>
              <a:xfrm>
                <a:off x="1753525" y="1085280"/>
                <a:ext cx="2516257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4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∃</m:t>
                      </m:r>
                      <m:r>
                        <a:rPr lang="en-US" sz="2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𝐿𝑜𝑣𝑒𝑠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81C00F8-4A1D-5177-2394-E2A7CB5A6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3525" y="1085280"/>
                <a:ext cx="2516257" cy="461665"/>
              </a:xfrm>
              <a:prstGeom prst="rect">
                <a:avLst/>
              </a:prstGeom>
              <a:blipFill>
                <a:blip r:embed="rId2"/>
                <a:stretch>
                  <a:fillRect l="-243" r="-2913" b="-171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2">
            <a:extLst>
              <a:ext uri="{FF2B5EF4-FFF2-40B4-BE49-F238E27FC236}">
                <a16:creationId xmlns:a16="http://schemas.microsoft.com/office/drawing/2014/main" id="{1A13BAB8-B8DD-6867-C61E-951FCF1E34D3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Syntax: Mixed Quantifiers II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7BD528-4D0A-B1F2-A1F0-AC4E06BDAA73}"/>
              </a:ext>
            </a:extLst>
          </p:cNvPr>
          <p:cNvSpPr txBox="1"/>
          <p:nvPr/>
        </p:nvSpPr>
        <p:spPr>
          <a:xfrm>
            <a:off x="1348353" y="2782669"/>
            <a:ext cx="3458081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(Each person loves at least one person; could be different people.)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2893BD-5F53-9AB2-2076-F4EB912F9158}"/>
              </a:ext>
            </a:extLst>
          </p:cNvPr>
          <p:cNvSpPr txBox="1"/>
          <p:nvPr/>
        </p:nvSpPr>
        <p:spPr>
          <a:xfrm>
            <a:off x="6199323" y="2901021"/>
            <a:ext cx="4866468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(There is one specific person that everyone loves.)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ADC281-47E7-5863-C9DF-41549CC9B915}"/>
              </a:ext>
            </a:extLst>
          </p:cNvPr>
          <p:cNvSpPr txBox="1"/>
          <p:nvPr/>
        </p:nvSpPr>
        <p:spPr>
          <a:xfrm>
            <a:off x="1642583" y="1906187"/>
            <a:ext cx="2840585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“Everyone loves someone”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FAB291-2634-ED52-4B81-298E93E525E1}"/>
              </a:ext>
            </a:extLst>
          </p:cNvPr>
          <p:cNvSpPr txBox="1"/>
          <p:nvPr/>
        </p:nvSpPr>
        <p:spPr>
          <a:xfrm>
            <a:off x="6886254" y="1969971"/>
            <a:ext cx="3231397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“Someone is loved by everyone”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E6EC979-AE9D-923C-0E13-7400D05A30BD}"/>
                  </a:ext>
                </a:extLst>
              </p:cNvPr>
              <p:cNvSpPr txBox="1"/>
              <p:nvPr/>
            </p:nvSpPr>
            <p:spPr>
              <a:xfrm>
                <a:off x="7243825" y="1085280"/>
                <a:ext cx="2516257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∀</m:t>
                      </m:r>
                      <m:r>
                        <a:rPr lang="en-US" sz="24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𝐿𝑜𝑣𝑒𝑠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E6EC979-AE9D-923C-0E13-7400D05A30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3825" y="1085280"/>
                <a:ext cx="2516257" cy="461665"/>
              </a:xfrm>
              <a:prstGeom prst="rect">
                <a:avLst/>
              </a:prstGeom>
              <a:blipFill>
                <a:blip r:embed="rId3"/>
                <a:stretch>
                  <a:fillRect l="-242" r="-2906" b="-171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37F08A92-46DB-6423-08BA-42D98EC29BAE}"/>
              </a:ext>
            </a:extLst>
          </p:cNvPr>
          <p:cNvSpPr txBox="1"/>
          <p:nvPr/>
        </p:nvSpPr>
        <p:spPr>
          <a:xfrm>
            <a:off x="643181" y="4111230"/>
            <a:ext cx="6946340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Read mixed quantifiers left to right, thinking about dependency: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00FE91B-D8EC-D20C-A523-541BB755042C}"/>
              </a:ext>
            </a:extLst>
          </p:cNvPr>
          <p:cNvCxnSpPr/>
          <p:nvPr/>
        </p:nvCxnSpPr>
        <p:spPr>
          <a:xfrm>
            <a:off x="726831" y="3836856"/>
            <a:ext cx="10589846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AB61D96-53F7-3BEF-8095-68FAAA9505EB}"/>
                  </a:ext>
                </a:extLst>
              </p:cNvPr>
              <p:cNvSpPr txBox="1"/>
              <p:nvPr/>
            </p:nvSpPr>
            <p:spPr>
              <a:xfrm>
                <a:off x="1176630" y="4863756"/>
                <a:ext cx="1210109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4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∃</m:t>
                      </m:r>
                      <m:r>
                        <a:rPr lang="en-US" sz="2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AB61D96-53F7-3BEF-8095-68FAAA950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630" y="4863756"/>
                <a:ext cx="1210109" cy="461665"/>
              </a:xfrm>
              <a:prstGeom prst="rect">
                <a:avLst/>
              </a:prstGeom>
              <a:blipFill>
                <a:blip r:embed="rId4"/>
                <a:stretch>
                  <a:fillRect b="-92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CE3D5F4-CAD8-26C5-FF76-6AF1A50D9980}"/>
                  </a:ext>
                </a:extLst>
              </p:cNvPr>
              <p:cNvSpPr txBox="1"/>
              <p:nvPr/>
            </p:nvSpPr>
            <p:spPr>
              <a:xfrm>
                <a:off x="7243825" y="5887943"/>
                <a:ext cx="329738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must be the same for all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CE3D5F4-CAD8-26C5-FF76-6AF1A50D99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3825" y="5887943"/>
                <a:ext cx="3297389" cy="369332"/>
              </a:xfrm>
              <a:prstGeom prst="rect">
                <a:avLst/>
              </a:prstGeom>
              <a:blipFill>
                <a:blip r:embed="rId5"/>
                <a:stretch>
                  <a:fillRect l="-1479" t="-10000" r="-370" b="-2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5048545-A432-1916-B1EE-041788D60735}"/>
                  </a:ext>
                </a:extLst>
              </p:cNvPr>
              <p:cNvSpPr txBox="1"/>
              <p:nvPr/>
            </p:nvSpPr>
            <p:spPr>
              <a:xfrm>
                <a:off x="1288333" y="5887943"/>
                <a:ext cx="341540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can be different for each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5048545-A432-1916-B1EE-041788D60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8333" y="5887943"/>
                <a:ext cx="3415401" cy="369332"/>
              </a:xfrm>
              <a:prstGeom prst="rect">
                <a:avLst/>
              </a:prstGeom>
              <a:blipFill>
                <a:blip r:embed="rId6"/>
                <a:stretch>
                  <a:fillRect l="-1426" t="-10000" b="-2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6A6AFEB-BB0A-C48C-7F51-C29BD1381F28}"/>
                  </a:ext>
                </a:extLst>
              </p:cNvPr>
              <p:cNvSpPr txBox="1"/>
              <p:nvPr/>
            </p:nvSpPr>
            <p:spPr>
              <a:xfrm>
                <a:off x="2303545" y="4898796"/>
                <a:ext cx="2400189" cy="707886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“for each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, find a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”</a:t>
                </a:r>
              </a:p>
              <a:p>
                <a:pPr algn="ctr"/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 depends on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)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6A6AFEB-BB0A-C48C-7F51-C29BD1381F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3545" y="4898796"/>
                <a:ext cx="2400189" cy="707886"/>
              </a:xfrm>
              <a:prstGeom prst="rect">
                <a:avLst/>
              </a:prstGeom>
              <a:blipFill>
                <a:blip r:embed="rId7"/>
                <a:stretch>
                  <a:fillRect l="-2525" t="-4237" b="-13559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63A330F-A00A-317F-A285-9DCB60C1FC4F}"/>
                  </a:ext>
                </a:extLst>
              </p:cNvPr>
              <p:cNvSpPr txBox="1"/>
              <p:nvPr/>
            </p:nvSpPr>
            <p:spPr>
              <a:xfrm>
                <a:off x="6587223" y="4863756"/>
                <a:ext cx="1210109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∀</m:t>
                      </m:r>
                      <m:r>
                        <a:rPr lang="en-US" sz="24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63A330F-A00A-317F-A285-9DCB60C1FC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7223" y="4863756"/>
                <a:ext cx="1210109" cy="461665"/>
              </a:xfrm>
              <a:prstGeom prst="rect">
                <a:avLst/>
              </a:prstGeom>
              <a:blipFill>
                <a:blip r:embed="rId8"/>
                <a:stretch>
                  <a:fillRect b="-92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968BD49-2C8F-7746-4608-1DF338101986}"/>
                  </a:ext>
                </a:extLst>
              </p:cNvPr>
              <p:cNvSpPr txBox="1"/>
              <p:nvPr/>
            </p:nvSpPr>
            <p:spPr>
              <a:xfrm>
                <a:off x="7797332" y="4898796"/>
                <a:ext cx="361194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“find one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 that works for all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”</a:t>
                </a: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968BD49-2C8F-7746-4608-1DF3381019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7332" y="4898796"/>
                <a:ext cx="3611942" cy="400110"/>
              </a:xfrm>
              <a:prstGeom prst="rect">
                <a:avLst/>
              </a:prstGeom>
              <a:blipFill>
                <a:blip r:embed="rId9"/>
                <a:stretch>
                  <a:fillRect l="-1686" t="-9231" b="-2769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6592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3" grpId="0" animBg="1"/>
      <p:bldP spid="15" grpId="0"/>
      <p:bldP spid="17" grpId="0"/>
      <p:bldP spid="18" grpId="0" animBg="1"/>
      <p:bldP spid="19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7D774-A385-72A5-695C-2C2C6727C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2">
            <a:extLst>
              <a:ext uri="{FF2B5EF4-FFF2-40B4-BE49-F238E27FC236}">
                <a16:creationId xmlns:a16="http://schemas.microsoft.com/office/drawing/2014/main" id="{D53C5D61-ACE0-E046-2300-BD2C8FE93C5C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Question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214B27D-C534-B02C-FF4E-8F0D1C85085A}"/>
              </a:ext>
            </a:extLst>
          </p:cNvPr>
          <p:cNvSpPr txBox="1">
            <a:spLocks/>
          </p:cNvSpPr>
          <p:nvPr/>
        </p:nvSpPr>
        <p:spPr>
          <a:xfrm>
            <a:off x="765907" y="929141"/>
            <a:ext cx="9311154" cy="4689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/>
              <a:t>Translate each FOL sentence to natural English; </a:t>
            </a:r>
            <a:r>
              <a:rPr lang="en-US" sz="2200" b="1" dirty="0"/>
              <a:t>Domain: People</a:t>
            </a:r>
            <a:r>
              <a:rPr lang="en-US" sz="22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09899965-569F-2642-BD27-FD03CD5B044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8979401"/>
                  </p:ext>
                </p:extLst>
              </p:nvPr>
            </p:nvGraphicFramePr>
            <p:xfrm>
              <a:off x="560064" y="2042673"/>
              <a:ext cx="2430272" cy="296351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30272">
                      <a:extLst>
                        <a:ext uri="{9D8B030D-6E8A-4147-A177-3AD203B41FA5}">
                          <a16:colId xmlns:a16="http://schemas.microsoft.com/office/drawing/2014/main" val="2692349497"/>
                        </a:ext>
                      </a:extLst>
                    </a:gridCol>
                  </a:tblGrid>
                  <a:tr h="49391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∀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∃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𝐿𝑖𝑘𝑒𝑠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 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7450009"/>
                      </a:ext>
                    </a:extLst>
                  </a:tr>
                  <a:tr h="49391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∃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∀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𝐿𝑖𝑘𝑒𝑠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 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731745"/>
                      </a:ext>
                    </a:extLst>
                  </a:tr>
                  <a:tr h="49391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∀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∃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𝐾𝑛𝑜𝑤𝑠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 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15138570"/>
                      </a:ext>
                    </a:extLst>
                  </a:tr>
                  <a:tr h="49391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∃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∀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𝐾𝑛𝑜𝑤𝑠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 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201460"/>
                      </a:ext>
                    </a:extLst>
                  </a:tr>
                  <a:tr h="49391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∀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∀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𝐿𝑖𝑘𝑒𝑠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 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128744"/>
                      </a:ext>
                    </a:extLst>
                  </a:tr>
                  <a:tr h="49391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∃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∃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𝐿𝑖𝑘𝑒𝑠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 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  <m:r>
                                  <a:rPr lang="en-US" sz="200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28833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09899965-569F-2642-BD27-FD03CD5B044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8979401"/>
                  </p:ext>
                </p:extLst>
              </p:nvPr>
            </p:nvGraphicFramePr>
            <p:xfrm>
              <a:off x="560064" y="2042673"/>
              <a:ext cx="2430272" cy="296351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30272">
                      <a:extLst>
                        <a:ext uri="{9D8B030D-6E8A-4147-A177-3AD203B41FA5}">
                          <a16:colId xmlns:a16="http://schemas.microsoft.com/office/drawing/2014/main" val="2692349497"/>
                        </a:ext>
                      </a:extLst>
                    </a:gridCol>
                  </a:tblGrid>
                  <a:tr h="4939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50" t="-6173" r="-500" b="-50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77450009"/>
                      </a:ext>
                    </a:extLst>
                  </a:tr>
                  <a:tr h="4939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50" t="-106173" r="-500" b="-40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731745"/>
                      </a:ext>
                    </a:extLst>
                  </a:tr>
                  <a:tr h="4939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50" t="-203659" r="-500" b="-2987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5138570"/>
                      </a:ext>
                    </a:extLst>
                  </a:tr>
                  <a:tr h="4939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50" t="-307407" r="-500" b="-20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201460"/>
                      </a:ext>
                    </a:extLst>
                  </a:tr>
                  <a:tr h="4939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50" t="-407407" r="-500" b="-10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128744"/>
                      </a:ext>
                    </a:extLst>
                  </a:tr>
                  <a:tr h="4939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50" t="-507407" r="-500" b="-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288336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F2A65B9B-359D-9D6A-0507-98CB5D58E4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7706866"/>
                  </p:ext>
                </p:extLst>
              </p:nvPr>
            </p:nvGraphicFramePr>
            <p:xfrm>
              <a:off x="3145452" y="2042673"/>
              <a:ext cx="4306595" cy="296351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306595">
                      <a:extLst>
                        <a:ext uri="{9D8B030D-6E8A-4147-A177-3AD203B41FA5}">
                          <a16:colId xmlns:a16="http://schemas.microsoft.com/office/drawing/2014/main" val="3344387845"/>
                        </a:ext>
                      </a:extLst>
                    </a:gridCol>
                  </a:tblGrid>
                  <a:tr h="493919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/>
                            <a:t>Everyone likes someone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00629584"/>
                      </a:ext>
                    </a:extLst>
                  </a:tr>
                  <a:tr h="493919">
                    <a:tc>
                      <a:txBody>
                        <a:bodyPr/>
                        <a:lstStyle/>
                        <a:p>
                          <a:pPr marL="0" indent="0"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smtClean="0"/>
                                  <m:t>There</m:t>
                                </m:r>
                                <m:r>
                                  <m:rPr>
                                    <m:nor/>
                                  </m:rPr>
                                  <a:rPr lang="en-US" sz="2000" smtClean="0"/>
                                  <m:t>′</m:t>
                                </m:r>
                                <m:r>
                                  <m:rPr>
                                    <m:nor/>
                                  </m:rPr>
                                  <a:rPr lang="en-US" sz="2000" smtClean="0"/>
                                  <m:t>s</m:t>
                                </m:r>
                                <m:r>
                                  <m:rPr>
                                    <m:nor/>
                                  </m:rPr>
                                  <a:rPr lang="en-US" sz="2000" smtClean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000" smtClean="0"/>
                                  <m:t>someone</m:t>
                                </m:r>
                                <m:r>
                                  <m:rPr>
                                    <m:nor/>
                                  </m:rPr>
                                  <a:rPr lang="en-US" sz="2000" smtClean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000" smtClean="0"/>
                                  <m:t>everyone</m:t>
                                </m:r>
                                <m:r>
                                  <m:rPr>
                                    <m:nor/>
                                  </m:rPr>
                                  <a:rPr lang="en-US" sz="2000" smtClean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000" smtClean="0"/>
                                  <m:t>likes</m:t>
                                </m:r>
                                <m:r>
                                  <m:rPr>
                                    <m:nor/>
                                  </m:rPr>
                                  <a:rPr lang="en-US" sz="2000" smtClean="0"/>
                                  <m:t> </m:t>
                                </m:r>
                              </m:oMath>
                            </m:oMathPara>
                          </a14:m>
                          <a:endParaRPr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80796519"/>
                      </a:ext>
                    </a:extLst>
                  </a:tr>
                  <a:tr h="493919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smtClean="0"/>
                                  <m:t>Everyone</m:t>
                                </m:r>
                                <m:r>
                                  <m:rPr>
                                    <m:nor/>
                                  </m:rPr>
                                  <a:rPr lang="en-US" sz="2000" smtClean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000" smtClean="0"/>
                                  <m:t>is</m:t>
                                </m:r>
                                <m:r>
                                  <m:rPr>
                                    <m:nor/>
                                  </m:rPr>
                                  <a:rPr lang="en-US" sz="2000" smtClean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000" smtClean="0"/>
                                  <m:t>known</m:t>
                                </m:r>
                                <m:r>
                                  <m:rPr>
                                    <m:nor/>
                                  </m:rPr>
                                  <a:rPr lang="en-US" sz="2000" smtClean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000" smtClean="0"/>
                                  <m:t>by</m:t>
                                </m:r>
                                <m:r>
                                  <m:rPr>
                                    <m:nor/>
                                  </m:rPr>
                                  <a:rPr lang="en-US" sz="2000" smtClean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000" smtClean="0"/>
                                  <m:t>someone</m:t>
                                </m:r>
                              </m:oMath>
                            </m:oMathPara>
                          </a14:m>
                          <a:endParaRPr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3953645"/>
                      </a:ext>
                    </a:extLst>
                  </a:tr>
                  <a:tr h="493919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smtClean="0"/>
                                  <m:t>There</m:t>
                                </m:r>
                                <m:r>
                                  <m:rPr>
                                    <m:nor/>
                                  </m:rPr>
                                  <a:rPr lang="en-US" sz="2000" smtClean="0"/>
                                  <m:t>′</m:t>
                                </m:r>
                                <m:r>
                                  <m:rPr>
                                    <m:nor/>
                                  </m:rPr>
                                  <a:rPr lang="en-US" sz="2000" smtClean="0"/>
                                  <m:t>s</m:t>
                                </m:r>
                                <m:r>
                                  <m:rPr>
                                    <m:nor/>
                                  </m:rPr>
                                  <a:rPr lang="en-US" sz="2000" smtClean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000" smtClean="0"/>
                                  <m:t>someone</m:t>
                                </m:r>
                                <m:r>
                                  <m:rPr>
                                    <m:nor/>
                                  </m:rPr>
                                  <a:rPr lang="en-US" sz="2000" smtClean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000" smtClean="0"/>
                                  <m:t>who</m:t>
                                </m:r>
                                <m:r>
                                  <m:rPr>
                                    <m:nor/>
                                  </m:rPr>
                                  <a:rPr lang="en-US" sz="2000" smtClean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000" smtClean="0"/>
                                  <m:t>knows</m:t>
                                </m:r>
                                <m:r>
                                  <m:rPr>
                                    <m:nor/>
                                  </m:rPr>
                                  <a:rPr lang="en-US" sz="2000" smtClean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000" smtClean="0"/>
                                  <m:t>everyone</m:t>
                                </m:r>
                              </m:oMath>
                            </m:oMathPara>
                          </a14:m>
                          <a:endParaRPr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41909802"/>
                      </a:ext>
                    </a:extLst>
                  </a:tr>
                  <a:tr h="493919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smtClean="0"/>
                                  <m:t>Everyone</m:t>
                                </m:r>
                                <m:r>
                                  <m:rPr>
                                    <m:nor/>
                                  </m:rPr>
                                  <a:rPr lang="en-US" sz="2000" smtClean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000" smtClean="0"/>
                                  <m:t>likes</m:t>
                                </m:r>
                                <m:r>
                                  <m:rPr>
                                    <m:nor/>
                                  </m:rPr>
                                  <a:rPr lang="en-US" sz="2000" smtClean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000" smtClean="0"/>
                                  <m:t>everyone</m:t>
                                </m:r>
                              </m:oMath>
                            </m:oMathPara>
                          </a14:m>
                          <a:endParaRPr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40328915"/>
                      </a:ext>
                    </a:extLst>
                  </a:tr>
                  <a:tr h="493919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smtClean="0"/>
                                  <m:t>Someone</m:t>
                                </m:r>
                                <m:r>
                                  <m:rPr>
                                    <m:nor/>
                                  </m:rPr>
                                  <a:rPr lang="en-US" sz="2000" smtClean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000" smtClean="0"/>
                                  <m:t>likes</m:t>
                                </m:r>
                                <m:r>
                                  <m:rPr>
                                    <m:nor/>
                                  </m:rPr>
                                  <a:rPr lang="en-US" sz="2000" smtClean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000" smtClean="0"/>
                                  <m:t>someone</m:t>
                                </m:r>
                              </m:oMath>
                            </m:oMathPara>
                          </a14:m>
                          <a:endParaRPr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6519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F2A65B9B-359D-9D6A-0507-98CB5D58E4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7706866"/>
                  </p:ext>
                </p:extLst>
              </p:nvPr>
            </p:nvGraphicFramePr>
            <p:xfrm>
              <a:off x="3145452" y="2042673"/>
              <a:ext cx="4306595" cy="296351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306595">
                      <a:extLst>
                        <a:ext uri="{9D8B030D-6E8A-4147-A177-3AD203B41FA5}">
                          <a16:colId xmlns:a16="http://schemas.microsoft.com/office/drawing/2014/main" val="3344387845"/>
                        </a:ext>
                      </a:extLst>
                    </a:gridCol>
                  </a:tblGrid>
                  <a:tr h="493919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/>
                            <a:t>Everyone likes someone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00629584"/>
                      </a:ext>
                    </a:extLst>
                  </a:tr>
                  <a:tr h="4939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1" t="-106173" r="-282" b="-40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0796519"/>
                      </a:ext>
                    </a:extLst>
                  </a:tr>
                  <a:tr h="4939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1" t="-203659" r="-282" b="-2987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3953645"/>
                      </a:ext>
                    </a:extLst>
                  </a:tr>
                  <a:tr h="4939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1" t="-307407" r="-282" b="-20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1909802"/>
                      </a:ext>
                    </a:extLst>
                  </a:tr>
                  <a:tr h="4939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1" t="-407407" r="-282" b="-10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0328915"/>
                      </a:ext>
                    </a:extLst>
                  </a:tr>
                  <a:tr h="4939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1" t="-507407" r="-282" b="-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565195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2B2786E0-51E4-BC40-B9F6-E79BB261CAF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0053381"/>
                  </p:ext>
                </p:extLst>
              </p:nvPr>
            </p:nvGraphicFramePr>
            <p:xfrm>
              <a:off x="7607163" y="2042674"/>
              <a:ext cx="4224053" cy="302038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224053">
                      <a:extLst>
                        <a:ext uri="{9D8B030D-6E8A-4147-A177-3AD203B41FA5}">
                          <a16:colId xmlns:a16="http://schemas.microsoft.com/office/drawing/2014/main" val="3344387845"/>
                        </a:ext>
                      </a:extLst>
                    </a:gridCol>
                  </a:tblGrid>
                  <a:tr h="62099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>
                              <a:latin typeface="+mn-lt"/>
                            </a:rPr>
                            <a:t>Each person likes at least one person, possibly different people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00629584"/>
                      </a:ext>
                    </a:extLst>
                  </a:tr>
                  <a:tr h="370906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One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specific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person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is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liked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by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everyone</m:t>
                                </m:r>
                              </m:oMath>
                            </m:oMathPara>
                          </a14:m>
                          <a:endParaRPr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80796519"/>
                      </a:ext>
                    </a:extLst>
                  </a:tr>
                  <a:tr h="614899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Each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person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has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at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least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one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person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who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knows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them</m:t>
                                </m:r>
                              </m:oMath>
                            </m:oMathPara>
                          </a14:m>
                          <a:endParaRPr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3953645"/>
                      </a:ext>
                    </a:extLst>
                  </a:tr>
                  <a:tr h="370906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O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ne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person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knows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all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people</m:t>
                                </m:r>
                              </m:oMath>
                            </m:oMathPara>
                          </a14:m>
                          <a:endParaRPr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41909802"/>
                      </a:ext>
                    </a:extLst>
                  </a:tr>
                  <a:tr h="370906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+mn-lt"/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ll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people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like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all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people</m:t>
                                </m:r>
                              </m:oMath>
                            </m:oMathPara>
                          </a14:m>
                          <a:endParaRPr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40328915"/>
                      </a:ext>
                    </a:extLst>
                  </a:tr>
                  <a:tr h="614899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+mn-lt"/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t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least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one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person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likes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at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least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one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mtClean="0">
                                    <a:latin typeface="+mn-lt"/>
                                  </a:rPr>
                                  <m:t>person</m:t>
                                </m:r>
                              </m:oMath>
                            </m:oMathPara>
                          </a14:m>
                          <a:endParaRPr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6519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2B2786E0-51E4-BC40-B9F6-E79BB261CAF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0053381"/>
                  </p:ext>
                </p:extLst>
              </p:nvPr>
            </p:nvGraphicFramePr>
            <p:xfrm>
              <a:off x="7607163" y="2042674"/>
              <a:ext cx="4224053" cy="302038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224053">
                      <a:extLst>
                        <a:ext uri="{9D8B030D-6E8A-4147-A177-3AD203B41FA5}">
                          <a16:colId xmlns:a16="http://schemas.microsoft.com/office/drawing/2014/main" val="3344387845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>
                              <a:latin typeface="+mn-lt"/>
                            </a:rPr>
                            <a:t>Each person likes at least one person, possibly different people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00629584"/>
                      </a:ext>
                    </a:extLst>
                  </a:tr>
                  <a:tr h="3709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" t="-180328" r="-288" b="-5442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0796519"/>
                      </a:ext>
                    </a:extLst>
                  </a:tr>
                  <a:tr h="63379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" t="-164423" r="-288" b="-219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3953645"/>
                      </a:ext>
                    </a:extLst>
                  </a:tr>
                  <a:tr h="3709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" t="-450820" r="-288" b="-2737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1909802"/>
                      </a:ext>
                    </a:extLst>
                  </a:tr>
                  <a:tr h="3709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" t="-550820" r="-288" b="-1737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0328915"/>
                      </a:ext>
                    </a:extLst>
                  </a:tr>
                  <a:tr h="63379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" t="-381731" r="-288" b="-19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565195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3F8C328-02A8-DE94-982D-72721323889F}"/>
                  </a:ext>
                </a:extLst>
              </p:cNvPr>
              <p:cNvSpPr txBox="1"/>
              <p:nvPr/>
            </p:nvSpPr>
            <p:spPr>
              <a:xfrm>
                <a:off x="566890" y="5489506"/>
                <a:ext cx="4409731" cy="7078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000" dirty="0"/>
                  <a:t>Assume we read left to right:</a:t>
                </a:r>
              </a:p>
              <a:p>
                <a:pPr algn="ctr">
                  <a:buNone/>
                </a:pP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𝐿𝑖𝑘𝑒𝑠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means “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likes y”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3F8C328-02A8-DE94-982D-7272132388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90" y="5489506"/>
                <a:ext cx="4409731" cy="707886"/>
              </a:xfrm>
              <a:prstGeom prst="rect">
                <a:avLst/>
              </a:prstGeom>
              <a:blipFill>
                <a:blip r:embed="rId5"/>
                <a:stretch>
                  <a:fillRect l="-1521" t="-5172" b="-146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4418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EF809-154C-8590-36A0-B0C094A3F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2">
            <a:extLst>
              <a:ext uri="{FF2B5EF4-FFF2-40B4-BE49-F238E27FC236}">
                <a16:creationId xmlns:a16="http://schemas.microsoft.com/office/drawing/2014/main" id="{6832B73A-E540-3287-D3EA-01DA0B28A260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Question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931CF56-837E-D063-2A6B-AA41EEC8CDE5}"/>
                  </a:ext>
                </a:extLst>
              </p:cNvPr>
              <p:cNvSpPr txBox="1"/>
              <p:nvPr/>
            </p:nvSpPr>
            <p:spPr>
              <a:xfrm>
                <a:off x="577516" y="1358050"/>
                <a:ext cx="5261810" cy="28623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000" b="1" dirty="0"/>
                  <a:t>Consider the following domain:</a:t>
                </a:r>
              </a:p>
              <a:p>
                <a:pPr>
                  <a:buNone/>
                </a:pPr>
                <a:endParaRPr lang="en-US" sz="20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People: {Alice, Bob, Carol}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𝐾𝑛𝑜𝑤𝑠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𝐴𝑙𝑖𝑐𝑒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𝐵𝑜𝑏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𝑡𝑟𝑢𝑒</m:t>
                    </m:r>
                  </m:oMath>
                </a14:m>
                <a:endParaRPr lang="en-US" sz="20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𝐾𝑛𝑜𝑤𝑠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𝐵𝑜𝑏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𝐶𝑎𝑟𝑜𝑙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𝑡𝑟𝑢𝑒</m:t>
                    </m:r>
                  </m:oMath>
                </a14:m>
                <a:endParaRPr lang="en-US" sz="20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𝐾𝑛𝑜𝑤𝑠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𝐶𝑎𝑟𝑜𝑙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𝐴𝑙𝑖𝑐𝑒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𝑡𝑟𝑢𝑒</m:t>
                    </m:r>
                  </m:oMath>
                </a14:m>
                <a:endParaRPr lang="en-US" sz="20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(All other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𝐾𝑛𝑜𝑤𝑠</m:t>
                    </m:r>
                  </m:oMath>
                </a14:m>
                <a:r>
                  <a:rPr lang="en-US" sz="2000" dirty="0"/>
                  <a:t> relationships are false.)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931CF56-837E-D063-2A6B-AA41EEC8C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516" y="1358050"/>
                <a:ext cx="5261810" cy="2862322"/>
              </a:xfrm>
              <a:prstGeom prst="rect">
                <a:avLst/>
              </a:prstGeom>
              <a:blipFill>
                <a:blip r:embed="rId2"/>
                <a:stretch>
                  <a:fillRect l="-1275" t="-1279" b="-29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B3DD3A6-F978-CA65-7D91-0ABD3104C0AC}"/>
              </a:ext>
            </a:extLst>
          </p:cNvPr>
          <p:cNvSpPr txBox="1"/>
          <p:nvPr/>
        </p:nvSpPr>
        <p:spPr>
          <a:xfrm>
            <a:off x="577515" y="5371405"/>
            <a:ext cx="4409731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Evaluate each statement as true or false.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805C5C-1802-E8CE-BC17-FD9921E26A9D}"/>
                  </a:ext>
                </a:extLst>
              </p:cNvPr>
              <p:cNvSpPr txBox="1"/>
              <p:nvPr/>
            </p:nvSpPr>
            <p:spPr>
              <a:xfrm>
                <a:off x="6256421" y="821976"/>
                <a:ext cx="214162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∃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𝐾𝑛𝑜𝑤𝑠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805C5C-1802-E8CE-BC17-FD9921E26A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421" y="821976"/>
                <a:ext cx="2141621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5434442B-4289-45F0-8425-EFA6335CFC3A}"/>
              </a:ext>
            </a:extLst>
          </p:cNvPr>
          <p:cNvSpPr txBox="1"/>
          <p:nvPr/>
        </p:nvSpPr>
        <p:spPr>
          <a:xfrm>
            <a:off x="7058526" y="1284368"/>
            <a:ext cx="4566584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Every person knows at least one other person.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BC96CD-9750-14CF-800F-DF7B3A3B6504}"/>
              </a:ext>
            </a:extLst>
          </p:cNvPr>
          <p:cNvSpPr txBox="1"/>
          <p:nvPr/>
        </p:nvSpPr>
        <p:spPr>
          <a:xfrm>
            <a:off x="10828420" y="819570"/>
            <a:ext cx="665748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00B050"/>
                </a:solidFill>
              </a:rPr>
              <a:t>True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8F7A337-AEE7-7BBE-247E-9A76F1F690ED}"/>
                  </a:ext>
                </a:extLst>
              </p:cNvPr>
              <p:cNvSpPr txBox="1"/>
              <p:nvPr/>
            </p:nvSpPr>
            <p:spPr>
              <a:xfrm>
                <a:off x="6256421" y="2391637"/>
                <a:ext cx="214162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∀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𝐾𝑛𝑜𝑤𝑠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8F7A337-AEE7-7BBE-247E-9A76F1F690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421" y="2391637"/>
                <a:ext cx="2141621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0FB0F5CF-77A8-1C80-90D2-1F91B9F1313A}"/>
              </a:ext>
            </a:extLst>
          </p:cNvPr>
          <p:cNvSpPr txBox="1"/>
          <p:nvPr/>
        </p:nvSpPr>
        <p:spPr>
          <a:xfrm>
            <a:off x="7058525" y="2880089"/>
            <a:ext cx="4566585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There is no single person that everyone knows.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2A42B7-4B01-B963-70A9-D5FB72275EE9}"/>
              </a:ext>
            </a:extLst>
          </p:cNvPr>
          <p:cNvSpPr txBox="1"/>
          <p:nvPr/>
        </p:nvSpPr>
        <p:spPr>
          <a:xfrm>
            <a:off x="10828420" y="2419879"/>
            <a:ext cx="665748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False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90938D2-EE10-47A6-308D-C49671251488}"/>
                  </a:ext>
                </a:extLst>
              </p:cNvPr>
              <p:cNvSpPr txBox="1"/>
              <p:nvPr/>
            </p:nvSpPr>
            <p:spPr>
              <a:xfrm>
                <a:off x="6256421" y="3907522"/>
                <a:ext cx="214162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∃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𝐾𝑛𝑜𝑤𝑠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90938D2-EE10-47A6-308D-C496712514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421" y="3907522"/>
                <a:ext cx="2141621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46628299-E96E-4961-D6E9-5236E13D0885}"/>
              </a:ext>
            </a:extLst>
          </p:cNvPr>
          <p:cNvSpPr txBox="1"/>
          <p:nvPr/>
        </p:nvSpPr>
        <p:spPr>
          <a:xfrm>
            <a:off x="7058526" y="4369914"/>
            <a:ext cx="4435642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Everyone is known by someone.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470B96-1621-1CFF-EDDA-495A07139001}"/>
              </a:ext>
            </a:extLst>
          </p:cNvPr>
          <p:cNvSpPr txBox="1"/>
          <p:nvPr/>
        </p:nvSpPr>
        <p:spPr>
          <a:xfrm>
            <a:off x="10828420" y="3902198"/>
            <a:ext cx="665748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00B050"/>
                </a:solidFill>
              </a:rPr>
              <a:t>True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864CB5D-E011-1F0F-D168-5F38287A58CC}"/>
                  </a:ext>
                </a:extLst>
              </p:cNvPr>
              <p:cNvSpPr txBox="1"/>
              <p:nvPr/>
            </p:nvSpPr>
            <p:spPr>
              <a:xfrm>
                <a:off x="6256421" y="5204300"/>
                <a:ext cx="214162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∀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𝐾𝑛𝑜𝑤𝑠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864CB5D-E011-1F0F-D168-5F38287A5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421" y="5204300"/>
                <a:ext cx="2141621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37487360-6A22-75A5-7594-C16AF897B8C7}"/>
              </a:ext>
            </a:extLst>
          </p:cNvPr>
          <p:cNvSpPr txBox="1"/>
          <p:nvPr/>
        </p:nvSpPr>
        <p:spPr>
          <a:xfrm>
            <a:off x="7058525" y="5666692"/>
            <a:ext cx="4566585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There is no person who knows everyone.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60EF75-02DC-B34A-36CF-50F7F3202B43}"/>
              </a:ext>
            </a:extLst>
          </p:cNvPr>
          <p:cNvSpPr txBox="1"/>
          <p:nvPr/>
        </p:nvSpPr>
        <p:spPr>
          <a:xfrm>
            <a:off x="10828420" y="5204300"/>
            <a:ext cx="665748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False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6841A96-09F8-ADD2-2022-3A11F697D41D}"/>
                  </a:ext>
                </a:extLst>
              </p:cNvPr>
              <p:cNvSpPr txBox="1"/>
              <p:nvPr/>
            </p:nvSpPr>
            <p:spPr>
              <a:xfrm>
                <a:off x="566890" y="4478853"/>
                <a:ext cx="4409731" cy="7078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000" dirty="0"/>
                  <a:t>Assume we read left to right:</a:t>
                </a:r>
              </a:p>
              <a:p>
                <a:pPr algn="ctr">
                  <a:buNone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𝐾𝑛𝑜𝑤𝑠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means “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knows y”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6841A96-09F8-ADD2-2022-3A11F697D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90" y="4478853"/>
                <a:ext cx="4409731" cy="707886"/>
              </a:xfrm>
              <a:prstGeom prst="rect">
                <a:avLst/>
              </a:prstGeom>
              <a:blipFill>
                <a:blip r:embed="rId7"/>
                <a:stretch>
                  <a:fillRect l="-1521" t="-5172" b="-146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45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4" grpId="0"/>
      <p:bldP spid="15" grpId="0"/>
      <p:bldP spid="16" grpId="0"/>
      <p:bldP spid="19" grpId="0"/>
      <p:bldP spid="20" grpId="0"/>
      <p:bldP spid="22" grpId="0"/>
      <p:bldP spid="26" grpId="0"/>
      <p:bldP spid="27" grpId="0"/>
      <p:bldP spid="28" grpId="0"/>
      <p:bldP spid="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C1F27-9D10-CCB9-A076-6255456A0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2">
            <a:extLst>
              <a:ext uri="{FF2B5EF4-FFF2-40B4-BE49-F238E27FC236}">
                <a16:creationId xmlns:a16="http://schemas.microsoft.com/office/drawing/2014/main" id="{897F82F5-A43C-2F98-6E67-7EA8350B9353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Question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DC966E-C1D3-0C71-1B0A-FE57097403E8}"/>
              </a:ext>
            </a:extLst>
          </p:cNvPr>
          <p:cNvSpPr txBox="1">
            <a:spLocks/>
          </p:cNvSpPr>
          <p:nvPr/>
        </p:nvSpPr>
        <p:spPr>
          <a:xfrm>
            <a:off x="1487802" y="1959611"/>
            <a:ext cx="3300766" cy="6552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Every student has an advisor who advises them.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1A60FA-91E1-6D6A-998D-8795FF38675B}"/>
              </a:ext>
            </a:extLst>
          </p:cNvPr>
          <p:cNvSpPr txBox="1"/>
          <p:nvPr/>
        </p:nvSpPr>
        <p:spPr>
          <a:xfrm>
            <a:off x="765906" y="1007648"/>
            <a:ext cx="7960999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Each sentence below has an error in the FOL translation. Identify and fix it: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1D2725A-2AA1-E4B2-DD82-45BAFBE9C279}"/>
                  </a:ext>
                </a:extLst>
              </p:cNvPr>
              <p:cNvSpPr txBox="1"/>
              <p:nvPr/>
            </p:nvSpPr>
            <p:spPr>
              <a:xfrm>
                <a:off x="5285874" y="1959611"/>
                <a:ext cx="593558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𝑆𝑡𝑢𝑑𝑒𝑛𝑡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)⇒∃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𝐴𝑑𝑣𝑖𝑠𝑜𝑟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) ∧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𝐴𝑑𝑣𝑖𝑠𝑒𝑠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1D2725A-2AA1-E4B2-DD82-45BAFBE9C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5874" y="1959611"/>
                <a:ext cx="5935580" cy="400110"/>
              </a:xfrm>
              <a:prstGeom prst="rect">
                <a:avLst/>
              </a:prstGeom>
              <a:blipFill>
                <a:blip r:embed="rId2"/>
                <a:stretch>
                  <a:fillRect b="-1515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4665A42-3ACB-12AE-D53D-B1F0B14F73C6}"/>
                  </a:ext>
                </a:extLst>
              </p:cNvPr>
              <p:cNvSpPr txBox="1"/>
              <p:nvPr/>
            </p:nvSpPr>
            <p:spPr>
              <a:xfrm>
                <a:off x="6833937" y="2732101"/>
                <a:ext cx="2630905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Uses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instead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4665A42-3ACB-12AE-D53D-B1F0B14F73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3937" y="2732101"/>
                <a:ext cx="2630905" cy="400110"/>
              </a:xfrm>
              <a:prstGeom prst="rect">
                <a:avLst/>
              </a:prstGeom>
              <a:blipFill>
                <a:blip r:embed="rId3"/>
                <a:stretch>
                  <a:fillRect l="-2315" t="-7576" b="-2575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978D862-3120-48F3-58D9-D78A41B157E2}"/>
              </a:ext>
            </a:extLst>
          </p:cNvPr>
          <p:cNvSpPr txBox="1">
            <a:spLocks/>
          </p:cNvSpPr>
          <p:nvPr/>
        </p:nvSpPr>
        <p:spPr>
          <a:xfrm>
            <a:off x="1487802" y="3535011"/>
            <a:ext cx="3300766" cy="4001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Every professor teaches at least one course.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32BCF1E-C63E-7CE9-EA14-763CEA1B2223}"/>
                  </a:ext>
                </a:extLst>
              </p:cNvPr>
              <p:cNvSpPr txBox="1"/>
              <p:nvPr/>
            </p:nvSpPr>
            <p:spPr>
              <a:xfrm>
                <a:off x="5285874" y="3535011"/>
                <a:ext cx="593558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∃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𝑃𝑟𝑜𝑓𝑒𝑠𝑠𝑜𝑟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) ∧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𝐶𝑜𝑢𝑟𝑠𝑒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)⇒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𝑇𝑒𝑎𝑐h𝑒𝑠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32BCF1E-C63E-7CE9-EA14-763CEA1B2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5874" y="3535011"/>
                <a:ext cx="5935580" cy="400110"/>
              </a:xfrm>
              <a:prstGeom prst="rect">
                <a:avLst/>
              </a:prstGeom>
              <a:blipFill>
                <a:blip r:embed="rId4"/>
                <a:stretch>
                  <a:fillRect b="-1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F14455E-988C-FA66-92A7-F549D88EC87B}"/>
                  </a:ext>
                </a:extLst>
              </p:cNvPr>
              <p:cNvSpPr txBox="1"/>
              <p:nvPr/>
            </p:nvSpPr>
            <p:spPr>
              <a:xfrm>
                <a:off x="5454317" y="5850352"/>
                <a:ext cx="579922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Correct Form: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𝑃𝑟𝑜𝑓𝑒𝑠𝑠𝑜𝑟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)⇒∃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𝐶𝑜𝑢𝑟𝑠𝑒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 ∧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𝑇𝑒𝑎𝑐h𝑒𝑠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F14455E-988C-FA66-92A7-F549D88EC8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4317" y="5850352"/>
                <a:ext cx="5799221" cy="646331"/>
              </a:xfrm>
              <a:prstGeom prst="rect">
                <a:avLst/>
              </a:prstGeom>
              <a:blipFill>
                <a:blip r:embed="rId5"/>
                <a:stretch>
                  <a:fillRect l="-946" t="-5660" b="-660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671BDD3-036C-AAAF-4FC9-02ECCE1D4861}"/>
                  </a:ext>
                </a:extLst>
              </p:cNvPr>
              <p:cNvSpPr txBox="1"/>
              <p:nvPr/>
            </p:nvSpPr>
            <p:spPr>
              <a:xfrm>
                <a:off x="5382126" y="4274952"/>
                <a:ext cx="603183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This says, “For all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there exists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such that:</a:t>
                </a:r>
              </a:p>
              <a:p>
                <a:pPr algn="ctr"/>
                <a:r>
                  <a:rPr lang="en-US" dirty="0"/>
                  <a:t> </a:t>
                </a:r>
                <a:r>
                  <a:rPr lang="en-US" b="1" dirty="0"/>
                  <a:t>if</a:t>
                </a:r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 professor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is a course), </a:t>
                </a:r>
                <a:r>
                  <a:rPr lang="en-US" b="1" dirty="0"/>
                  <a:t>then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teaches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.”</a:t>
                </a: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671BDD3-036C-AAAF-4FC9-02ECCE1D48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2126" y="4274952"/>
                <a:ext cx="6031831" cy="646331"/>
              </a:xfrm>
              <a:prstGeom prst="rect">
                <a:avLst/>
              </a:prstGeom>
              <a:blipFill>
                <a:blip r:embed="rId6"/>
                <a:stretch>
                  <a:fillRect l="-910" t="-4717" b="-1415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1FA19F80-6B81-0AC3-69F3-69E4028D76AD}"/>
              </a:ext>
            </a:extLst>
          </p:cNvPr>
          <p:cNvSpPr txBox="1"/>
          <p:nvPr/>
        </p:nvSpPr>
        <p:spPr>
          <a:xfrm>
            <a:off x="2654970" y="5062652"/>
            <a:ext cx="5598694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Implications are of the form</a:t>
            </a:r>
          </a:p>
          <a:p>
            <a:pPr algn="ctr"/>
            <a:r>
              <a:rPr lang="en-US" dirty="0">
                <a:latin typeface="Consolas" panose="020B0609020204030204" pitchFamily="49" charset="0"/>
              </a:rPr>
              <a:t>If [condition], then [consequence]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7E76A47-255E-EAD1-C0F0-B58C03D78A4D}"/>
              </a:ext>
            </a:extLst>
          </p:cNvPr>
          <p:cNvCxnSpPr/>
          <p:nvPr/>
        </p:nvCxnSpPr>
        <p:spPr>
          <a:xfrm>
            <a:off x="726831" y="3323509"/>
            <a:ext cx="10589846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694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  <p:bldP spid="18" grpId="0"/>
      <p:bldP spid="21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A940E-7CF0-2FC9-C13B-D1AE065CE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2">
            <a:extLst>
              <a:ext uri="{FF2B5EF4-FFF2-40B4-BE49-F238E27FC236}">
                <a16:creationId xmlns:a16="http://schemas.microsoft.com/office/drawing/2014/main" id="{E56CF10B-30A9-A0B8-DFC1-173D372EBF8C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D1C80-553C-18AA-B213-4795639A2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0150" y="4728308"/>
            <a:ext cx="9791700" cy="11488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A</a:t>
            </a:r>
            <a:r>
              <a:rPr lang="en-US" sz="2400" dirty="0"/>
              <a:t>. </a:t>
            </a:r>
            <a:r>
              <a:rPr sz="2400" dirty="0"/>
              <a:t>Truth tables do</a:t>
            </a:r>
            <a:r>
              <a:rPr lang="en-US" sz="2400" dirty="0"/>
              <a:t> </a:t>
            </a:r>
            <a:r>
              <a:rPr sz="2400" dirty="0"/>
              <a:t>n</a:t>
            </a:r>
            <a:r>
              <a:rPr lang="en-US" sz="2400" dirty="0"/>
              <a:t>o</a:t>
            </a:r>
            <a:r>
              <a:rPr sz="2400" dirty="0"/>
              <a:t>t work for FOL because the domain can be infinite, and we need to consider all possible interpretations of predicates and functions, not just variable assignments.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ED3B023-C7EB-4895-5184-28831CBFF6A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5907" y="1359876"/>
                <a:ext cx="10859203" cy="27119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400" dirty="0"/>
                  <a:t>How many entries does a truth table have for a FOL sentence with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variables where each variable can take 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values?</a:t>
                </a:r>
              </a:p>
              <a:p>
                <a:pPr marL="914400" lvl="1" indent="-457200">
                  <a:buClr>
                    <a:schemeClr val="tx1"/>
                  </a:buClr>
                  <a:buFont typeface="+mj-lt"/>
                  <a:buAutoNum type="alphaUcPeriod"/>
                </a:pPr>
                <a:r>
                  <a:rPr lang="en-US" dirty="0"/>
                  <a:t>Truth tables are not applicable to FOL</a:t>
                </a:r>
              </a:p>
              <a:p>
                <a:pPr marL="914400" lvl="1" indent="-457200">
                  <a:buClr>
                    <a:schemeClr val="tx1"/>
                  </a:buClr>
                  <a:buFont typeface="+mj-lt"/>
                  <a:buAutoNum type="alphaU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dirty="0"/>
              </a:p>
              <a:p>
                <a:pPr marL="914400" lvl="1" indent="-457200">
                  <a:buClr>
                    <a:schemeClr val="tx1"/>
                  </a:buClr>
                  <a:buFont typeface="+mj-lt"/>
                  <a:buAutoNum type="alphaU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dirty="0"/>
              </a:p>
              <a:p>
                <a:pPr marL="914400" lvl="1" indent="-457200">
                  <a:buClr>
                    <a:schemeClr val="tx1"/>
                  </a:buClr>
                  <a:buFont typeface="+mj-lt"/>
                  <a:buAutoNum type="alphaUcPeriod"/>
                </a:pPr>
                <a:r>
                  <a:rPr lang="en-US" dirty="0"/>
                  <a:t>It depends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ED3B023-C7EB-4895-5184-28831CBFF6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907" y="1359876"/>
                <a:ext cx="10859203" cy="2711939"/>
              </a:xfrm>
              <a:prstGeom prst="rect">
                <a:avLst/>
              </a:prstGeom>
              <a:blipFill>
                <a:blip r:embed="rId2"/>
                <a:stretch>
                  <a:fillRect l="-898" t="-31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5729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81F24-1326-73A0-2FBB-70DD5E91C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2">
            <a:extLst>
              <a:ext uri="{FF2B5EF4-FFF2-40B4-BE49-F238E27FC236}">
                <a16:creationId xmlns:a16="http://schemas.microsoft.com/office/drawing/2014/main" id="{6F708665-BC3B-807D-A2A9-4BFBA5B5642A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Quantifiers: Important Patterns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CFE29930-7FD1-CF1C-F430-10561EFDAC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3636" y="1463318"/>
                <a:ext cx="5447033" cy="48176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sz="2200" b="1" dirty="0"/>
                  <a:t>Universal (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latin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sz="2200" b="1" dirty="0"/>
                  <a:t>) typically uses implication (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sz="2200" b="1" dirty="0"/>
                  <a:t>)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CFE29930-7FD1-CF1C-F430-10561EFDAC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3636" y="1463318"/>
                <a:ext cx="5447033" cy="481768"/>
              </a:xfrm>
              <a:blipFill>
                <a:blip r:embed="rId2"/>
                <a:stretch>
                  <a:fillRect l="-1454" t="-15190" b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37DE42A-F81E-6EBD-72FD-25D3EFC3E22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04619" y="2158491"/>
                <a:ext cx="3898970" cy="35503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𝑆𝑡𝑢𝑑𝑒𝑛𝑡</m:t>
                      </m:r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) ∧ </m:t>
                      </m:r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𝑆𝑚𝑎𝑟𝑡</m:t>
                      </m:r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37DE42A-F81E-6EBD-72FD-25D3EFC3E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4619" y="2158491"/>
                <a:ext cx="3898970" cy="355036"/>
              </a:xfrm>
              <a:prstGeom prst="rect">
                <a:avLst/>
              </a:prstGeom>
              <a:blipFill>
                <a:blip r:embed="rId3"/>
                <a:stretch>
                  <a:fillRect b="-32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6CE118D4-E5BA-C07B-DF13-7707C152E0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14927" y="2158491"/>
                <a:ext cx="4175548" cy="35503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𝑆𝑡𝑢𝑑𝑒𝑛𝑡</m:t>
                      </m:r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) ⇒ </m:t>
                      </m:r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𝑆𝑚𝑎𝑟𝑡</m:t>
                      </m:r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6CE118D4-E5BA-C07B-DF13-7707C152E0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927" y="2158491"/>
                <a:ext cx="4175548" cy="355036"/>
              </a:xfrm>
              <a:prstGeom prst="rect">
                <a:avLst/>
              </a:prstGeom>
              <a:blipFill>
                <a:blip r:embed="rId4"/>
                <a:stretch>
                  <a:fillRect b="-32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7DE2CCD-FB30-E2F2-E982-CC5EE21E4D10}"/>
              </a:ext>
            </a:extLst>
          </p:cNvPr>
          <p:cNvSpPr txBox="1">
            <a:spLocks/>
          </p:cNvSpPr>
          <p:nvPr/>
        </p:nvSpPr>
        <p:spPr>
          <a:xfrm>
            <a:off x="1762627" y="2666474"/>
            <a:ext cx="3162299" cy="3550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/>
              <a:t>“All students are smart”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9210F79-EA29-4272-12E1-C43E2BAAF710}"/>
              </a:ext>
            </a:extLst>
          </p:cNvPr>
          <p:cNvSpPr txBox="1">
            <a:spLocks/>
          </p:cNvSpPr>
          <p:nvPr/>
        </p:nvSpPr>
        <p:spPr>
          <a:xfrm>
            <a:off x="7129311" y="2666474"/>
            <a:ext cx="4849587" cy="3550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dirty="0"/>
              <a:t>“Everything is both a student and smart”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69F716BD-0FDD-F262-17A5-AD84B7CD59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3636" y="4204087"/>
                <a:ext cx="5447033" cy="48176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200" b="1" dirty="0"/>
                  <a:t>Existential (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sz="2200" b="1" dirty="0"/>
                  <a:t>) typically uses conjunction (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sz="2200" b="1" dirty="0"/>
                  <a:t>)</a:t>
                </a:r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69F716BD-0FDD-F262-17A5-AD84B7CD59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636" y="4204087"/>
                <a:ext cx="5447033" cy="481768"/>
              </a:xfrm>
              <a:prstGeom prst="rect">
                <a:avLst/>
              </a:prstGeom>
              <a:blipFill>
                <a:blip r:embed="rId5"/>
                <a:stretch>
                  <a:fillRect l="-1454" t="-15190" b="-7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4DFD5E23-92CE-7817-438B-9A95D39AAE0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04619" y="4899260"/>
                <a:ext cx="3898970" cy="35503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𝑆𝑡𝑢𝑑𝑒𝑛𝑡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) ⇒ 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𝑆𝑚𝑎𝑟𝑡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4DFD5E23-92CE-7817-438B-9A95D39AA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4619" y="4899260"/>
                <a:ext cx="3898970" cy="355036"/>
              </a:xfrm>
              <a:prstGeom prst="rect">
                <a:avLst/>
              </a:prstGeom>
              <a:blipFill>
                <a:blip r:embed="rId6"/>
                <a:stretch>
                  <a:fillRect b="-32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9C46DBD8-65E1-40AE-57E3-6151284A877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14927" y="4899260"/>
                <a:ext cx="4175548" cy="35503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𝑆𝑡𝑢𝑑𝑒𝑛𝑡</m:t>
                      </m:r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) ∧ </m:t>
                      </m:r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𝑆𝑚𝑎𝑟𝑡</m:t>
                      </m:r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9C46DBD8-65E1-40AE-57E3-6151284A87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927" y="4899260"/>
                <a:ext cx="4175548" cy="355036"/>
              </a:xfrm>
              <a:prstGeom prst="rect">
                <a:avLst/>
              </a:prstGeom>
              <a:blipFill>
                <a:blip r:embed="rId7"/>
                <a:stretch>
                  <a:fillRect b="-32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4FF2E9E-49B0-581B-F258-BAA0DE955EE8}"/>
              </a:ext>
            </a:extLst>
          </p:cNvPr>
          <p:cNvSpPr txBox="1">
            <a:spLocks/>
          </p:cNvSpPr>
          <p:nvPr/>
        </p:nvSpPr>
        <p:spPr>
          <a:xfrm>
            <a:off x="1762627" y="5407243"/>
            <a:ext cx="3162299" cy="3550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/>
              <a:t>“Some student is smart”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83F701E-0880-44BD-8088-9955657B2C9A}"/>
              </a:ext>
            </a:extLst>
          </p:cNvPr>
          <p:cNvSpPr txBox="1">
            <a:spLocks/>
          </p:cNvSpPr>
          <p:nvPr/>
        </p:nvSpPr>
        <p:spPr>
          <a:xfrm>
            <a:off x="7727541" y="5407243"/>
            <a:ext cx="3898970" cy="3550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/>
              <a:t>True if anything is not a student!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53313C-E89E-6E75-2411-CBD241FBC2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83959" y="138626"/>
            <a:ext cx="2156412" cy="146507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05B5766-549C-8711-6D4C-A81BB64227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48253" y="6105653"/>
                <a:ext cx="4257545" cy="35503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2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~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𝑆𝑡𝑢𝑑𝑒𝑛𝑡</m:t>
                          </m:r>
                          <m:d>
                            <m:d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𝑆𝑚𝑎𝑟𝑡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05B5766-549C-8711-6D4C-A81BB6422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8253" y="6105653"/>
                <a:ext cx="4257545" cy="355036"/>
              </a:xfrm>
              <a:prstGeom prst="rect">
                <a:avLst/>
              </a:prstGeom>
              <a:blipFill>
                <a:blip r:embed="rId9"/>
                <a:stretch>
                  <a:fillRect b="-32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2543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7" grpId="0"/>
      <p:bldP spid="18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9468" y="2555540"/>
            <a:ext cx="5327985" cy="2698249"/>
          </a:xfrm>
        </p:spPr>
        <p:txBody>
          <a:bodyPr>
            <a:normAutofit lnSpcReduction="10000"/>
          </a:bodyPr>
          <a:lstStyle/>
          <a:p>
            <a:pPr marL="914400" lvl="1" indent="-457200">
              <a:spcBef>
                <a:spcPts val="1800"/>
              </a:spcBef>
              <a:buClr>
                <a:srgbClr val="1306BA"/>
              </a:buClr>
              <a:buFont typeface="+mj-lt"/>
              <a:buAutoNum type="arabicPeriod"/>
            </a:pPr>
            <a:r>
              <a:rPr sz="2200" dirty="0"/>
              <a:t>“All birds can fly”</a:t>
            </a:r>
          </a:p>
          <a:p>
            <a:pPr marL="914400" lvl="1" indent="-457200">
              <a:spcBef>
                <a:spcPts val="1800"/>
              </a:spcBef>
              <a:buClr>
                <a:srgbClr val="1306BA"/>
              </a:buClr>
              <a:buFont typeface="+mj-lt"/>
              <a:buAutoNum type="arabicPeriod"/>
            </a:pPr>
            <a:r>
              <a:rPr sz="2200" dirty="0"/>
              <a:t>“Some students have laptops”</a:t>
            </a:r>
            <a:endParaRPr sz="2200" dirty="0">
              <a:latin typeface="Courier"/>
            </a:endParaRPr>
          </a:p>
          <a:p>
            <a:pPr marL="914400" lvl="1" indent="-457200">
              <a:spcBef>
                <a:spcPts val="1800"/>
              </a:spcBef>
              <a:buClr>
                <a:srgbClr val="1306BA"/>
              </a:buClr>
              <a:buFont typeface="+mj-lt"/>
              <a:buAutoNum type="arabicPeriod"/>
            </a:pPr>
            <a:r>
              <a:rPr sz="2200" dirty="0"/>
              <a:t>“No one is perfect”</a:t>
            </a:r>
            <a:endParaRPr sz="2200" dirty="0">
              <a:latin typeface="Courier"/>
            </a:endParaRPr>
          </a:p>
          <a:p>
            <a:pPr marL="914400" lvl="1" indent="-457200">
              <a:spcBef>
                <a:spcPts val="1800"/>
              </a:spcBef>
              <a:buClr>
                <a:srgbClr val="1306BA"/>
              </a:buClr>
              <a:buFont typeface="+mj-lt"/>
              <a:buAutoNum type="arabicPeriod"/>
            </a:pPr>
            <a:r>
              <a:rPr sz="2200" dirty="0"/>
              <a:t>“Everyone likes ice cream or cake”</a:t>
            </a:r>
            <a:endParaRPr sz="2200" dirty="0">
              <a:latin typeface="Courier"/>
            </a:endParaRPr>
          </a:p>
          <a:p>
            <a:pPr marL="914400" lvl="1" indent="-457200">
              <a:spcBef>
                <a:spcPts val="1800"/>
              </a:spcBef>
              <a:buClr>
                <a:srgbClr val="1306BA"/>
              </a:buClr>
              <a:buFont typeface="+mj-lt"/>
              <a:buAutoNum type="arabicPeriod"/>
            </a:pPr>
            <a:r>
              <a:rPr sz="2200" dirty="0"/>
              <a:t>“If someone is a teacher, then they have students</a:t>
            </a:r>
            <a:r>
              <a:rPr lang="en-US" sz="2200" dirty="0"/>
              <a:t>”</a:t>
            </a:r>
          </a:p>
        </p:txBody>
      </p:sp>
      <p:sp>
        <p:nvSpPr>
          <p:cNvPr id="4" name="Title 12">
            <a:extLst>
              <a:ext uri="{FF2B5EF4-FFF2-40B4-BE49-F238E27FC236}">
                <a16:creationId xmlns:a16="http://schemas.microsoft.com/office/drawing/2014/main" id="{03027205-A48A-C048-560C-28A18CE1F704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Question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90D438E-1597-D71B-6124-381593131978}"/>
              </a:ext>
            </a:extLst>
          </p:cNvPr>
          <p:cNvSpPr txBox="1">
            <a:spLocks/>
          </p:cNvSpPr>
          <p:nvPr/>
        </p:nvSpPr>
        <p:spPr>
          <a:xfrm>
            <a:off x="765908" y="1391961"/>
            <a:ext cx="2354282" cy="565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Translate to FOL.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178E81E7-9B21-2D19-AC72-105B7B40AC3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32358" y="2555540"/>
                <a:ext cx="5638374" cy="290679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lvl="1" indent="-457200">
                  <a:spcBef>
                    <a:spcPts val="1800"/>
                  </a:spcBef>
                  <a:buClr>
                    <a:srgbClr val="1306BA"/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𝐵𝑖𝑟𝑑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) ⇒ </m:t>
                    </m:r>
                    <m:r>
                      <a:rPr lang="en-US" sz="2200" i="1" dirty="0" err="1" smtClean="0">
                        <a:latin typeface="Cambria Math" panose="02040503050406030204" pitchFamily="18" charset="0"/>
                      </a:rPr>
                      <m:t>𝐶𝑎𝑛𝐹𝑙𝑦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200" dirty="0"/>
              </a:p>
              <a:p>
                <a:pPr marL="457200" lvl="1" indent="-457200">
                  <a:spcBef>
                    <a:spcPts val="1800"/>
                  </a:spcBef>
                  <a:buClr>
                    <a:srgbClr val="1306BA"/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𝑆𝑡𝑢𝑑𝑒𝑛𝑡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) ∧ </m:t>
                    </m:r>
                    <m:r>
                      <a:rPr lang="en-US" sz="2200" i="1" dirty="0" err="1" smtClean="0">
                        <a:latin typeface="Cambria Math" panose="02040503050406030204" pitchFamily="18" charset="0"/>
                      </a:rPr>
                      <m:t>𝐻𝑎𝑠𝐿𝑎𝑝𝑡𝑜𝑝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200" dirty="0"/>
              </a:p>
              <a:p>
                <a:pPr marL="457200" lvl="1" indent="-457200">
                  <a:spcBef>
                    <a:spcPts val="1800"/>
                  </a:spcBef>
                  <a:buClr>
                    <a:srgbClr val="1306BA"/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¬∃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𝑃𝑒𝑟𝑓𝑒𝑐𝑡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)  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  ∀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¬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𝑃𝑒𝑟𝑓𝑒𝑐𝑡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200" dirty="0"/>
              </a:p>
              <a:p>
                <a:pPr marL="457200" lvl="1" indent="-457200">
                  <a:spcBef>
                    <a:spcPts val="1800"/>
                  </a:spcBef>
                  <a:buClr>
                    <a:srgbClr val="1306BA"/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𝐿𝑖𝑘𝑒𝑠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200" i="1" dirty="0" err="1" smtClean="0">
                        <a:latin typeface="Cambria Math" panose="02040503050406030204" pitchFamily="18" charset="0"/>
                      </a:rPr>
                      <m:t>𝐼𝑐𝑒𝐶𝑟𝑒𝑎𝑚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) ∨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𝐿𝑖𝑘𝑒𝑠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𝐶𝑎𝑘𝑒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200" dirty="0"/>
              </a:p>
              <a:p>
                <a:pPr marL="457200" lvl="1" indent="-457200">
                  <a:spcBef>
                    <a:spcPts val="1800"/>
                  </a:spcBef>
                  <a:buClr>
                    <a:srgbClr val="1306BA"/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𝑇𝑒𝑎𝑐h𝑒𝑟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) ⇒ ∃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𝑆𝑡𝑢𝑑𝑒𝑛𝑡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) ∧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𝑇𝑒𝑎𝑐h𝑒𝑠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178E81E7-9B21-2D19-AC72-105B7B40A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2358" y="2555540"/>
                <a:ext cx="5638374" cy="2906797"/>
              </a:xfrm>
              <a:prstGeom prst="rect">
                <a:avLst/>
              </a:prstGeom>
              <a:blipFill>
                <a:blip r:embed="rId2"/>
                <a:stretch>
                  <a:fillRect l="-1297" t="-2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3261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02613-23FF-5608-E37D-A2484FE31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9A3EE8B7-3EED-F9FF-4B91-2E3FAC8B6527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Symmetry and Transitivity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58779" y="1289483"/>
                <a:ext cx="10295021" cy="2022051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sz="2400" dirty="0"/>
                  <a:t>“If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dirty="0"/>
                  <a:t> is a sibling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dirty="0"/>
                  <a:t>, then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dirty="0"/>
                  <a:t> is a sibling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dirty="0"/>
                  <a:t>”</a:t>
                </a:r>
              </a:p>
              <a:p>
                <a:pPr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sz="2400" dirty="0"/>
                  <a:t>This states that the sibling relation is </a:t>
                </a:r>
                <a:r>
                  <a:rPr sz="2400" i="1" dirty="0"/>
                  <a:t>symmetric</a:t>
                </a:r>
                <a:r>
                  <a:rPr lang="en-US" sz="2400" dirty="0"/>
                  <a:t>.</a:t>
                </a:r>
                <a:endParaRPr sz="2400" dirty="0"/>
              </a:p>
            </p:txBody>
          </p:sp>
        </mc:Choice>
        <mc:Fallback xmlns="">
          <p:sp>
            <p:nvSpPr>
              <p:cNvPr id="6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8779" y="1289483"/>
                <a:ext cx="10295021" cy="2022051"/>
              </a:xfrm>
              <a:blipFill>
                <a:blip r:embed="rId2"/>
                <a:stretch>
                  <a:fillRect l="-947" t="-4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/>
              <p:cNvSpPr txBox="1">
                <a:spLocks/>
              </p:cNvSpPr>
              <p:nvPr/>
            </p:nvSpPr>
            <p:spPr>
              <a:xfrm>
                <a:off x="1058779" y="4360214"/>
                <a:ext cx="10516577" cy="18806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400" dirty="0"/>
                  <a:t>“If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is an ancestor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,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is an ancestor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is an ancestor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/>
                  <a:t>”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400" dirty="0"/>
                  <a:t>This states that the ancestor relation is </a:t>
                </a:r>
                <a:r>
                  <a:rPr lang="en-US" sz="2400" i="1" dirty="0"/>
                  <a:t>transitive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779" y="4360214"/>
                <a:ext cx="10516577" cy="1880665"/>
              </a:xfrm>
              <a:prstGeom prst="rect">
                <a:avLst/>
              </a:prstGeom>
              <a:blipFill>
                <a:blip r:embed="rId3"/>
                <a:stretch>
                  <a:fillRect l="-928" t="-45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F720C7-56C4-768F-C73C-65D3A7F37774}"/>
              </a:ext>
            </a:extLst>
          </p:cNvPr>
          <p:cNvCxnSpPr/>
          <p:nvPr/>
        </p:nvCxnSpPr>
        <p:spPr>
          <a:xfrm>
            <a:off x="763954" y="3715523"/>
            <a:ext cx="10589846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32FC4D91-74C1-4901-EF53-EBAB36631A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62100" y="2077939"/>
                <a:ext cx="9791700" cy="50372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∀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𝑆𝑖𝑏𝑙𝑖𝑛𝑔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 ⇒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𝑆𝑖𝑏𝑙𝑖𝑛𝑔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32FC4D91-74C1-4901-EF53-EBAB36631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100" y="2077939"/>
                <a:ext cx="9791700" cy="5037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E4D793B-5BB5-2ACF-5B6A-6A4DD589079C}"/>
                  </a:ext>
                </a:extLst>
              </p:cNvPr>
              <p:cNvSpPr txBox="1"/>
              <p:nvPr/>
            </p:nvSpPr>
            <p:spPr>
              <a:xfrm>
                <a:off x="1562100" y="5038936"/>
                <a:ext cx="10013256" cy="461665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square">
                <a:spAutoFit/>
              </a:bodyPr>
              <a:lstStyle/>
              <a:p>
                <a:pPr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∀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∀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𝐴𝑛𝑐𝑒𝑠𝑡𝑜𝑟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) ∧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𝐴𝑛𝑐𝑒𝑠𝑡𝑜𝑟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)) ⇒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𝐴𝑛𝑐𝑒𝑠𝑡𝑜𝑟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E4D793B-5BB5-2ACF-5B6A-6A4DD5890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100" y="5038936"/>
                <a:ext cx="10013256" cy="461665"/>
              </a:xfrm>
              <a:prstGeom prst="rect">
                <a:avLst/>
              </a:prstGeom>
              <a:blipFill>
                <a:blip r:embed="rId5"/>
                <a:stretch>
                  <a:fillRect b="-16883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013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1D92A-A73F-7883-85F8-DE5973022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30F01-3883-1227-5164-113412AA4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19488"/>
            <a:ext cx="9144000" cy="1307736"/>
          </a:xfrm>
        </p:spPr>
        <p:txBody>
          <a:bodyPr>
            <a:normAutofit/>
          </a:bodyPr>
          <a:lstStyle/>
          <a:p>
            <a:r>
              <a:rPr lang="en-US" dirty="0"/>
              <a:t>Unification</a:t>
            </a:r>
          </a:p>
        </p:txBody>
      </p:sp>
      <p:pic>
        <p:nvPicPr>
          <p:cNvPr id="1026" name="Picture 2" descr="Doux Reviews: Star Trek The Next Generation: Unification II">
            <a:extLst>
              <a:ext uri="{FF2B5EF4-FFF2-40B4-BE49-F238E27FC236}">
                <a16:creationId xmlns:a16="http://schemas.microsoft.com/office/drawing/2014/main" id="{F0F689C3-7719-C8A4-3681-360C50DB66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4602" y="4352495"/>
            <a:ext cx="2842795" cy="2138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2479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08BC2-FA2C-5CD0-3594-025735447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46AA1ED6-705B-CD2B-924D-9C0D17CB4076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Unification: Matching Rules to Facts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1AF3114-777D-C8A4-30E8-5D5B77B1C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8779" y="1739965"/>
            <a:ext cx="5227721" cy="3810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We have facts in our knowledge base: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17F1BB7-41A0-9C48-33BB-E000DBF38675}"/>
              </a:ext>
            </a:extLst>
          </p:cNvPr>
          <p:cNvSpPr txBox="1">
            <a:spLocks/>
          </p:cNvSpPr>
          <p:nvPr/>
        </p:nvSpPr>
        <p:spPr>
          <a:xfrm>
            <a:off x="1058780" y="3622104"/>
            <a:ext cx="3141746" cy="3810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We have general rules: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FAD77E-1E53-898C-DDB3-7286F3072E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11954" y="1724525"/>
                <a:ext cx="3027445" cy="77744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𝑆𝑡𝑢𝑑𝑒𝑛𝑡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𝐴𝑙𝑖𝑐𝑒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lvl="1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𝑇𝑎𝑘𝑒𝑠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𝐴𝑙𝑖𝑐𝑒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𝐶𝑆𝐶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343)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FAD77E-1E53-898C-DDB3-7286F3072E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1954" y="1724525"/>
                <a:ext cx="3027445" cy="777442"/>
              </a:xfrm>
              <a:prstGeom prst="rect">
                <a:avLst/>
              </a:prstGeom>
              <a:blipFill>
                <a:blip r:embed="rId2"/>
                <a:stretch>
                  <a:fillRect l="-605" r="-3831" b="-78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0C78BF3-FA15-5C0C-282A-412C492801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60158" y="3622104"/>
                <a:ext cx="7164953" cy="38100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𝑆𝑡𝑢𝑑𝑒𝑛𝑡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 ∧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𝑇𝑎𝑘𝑒𝑠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𝐶𝑆</m:t>
                      </m:r>
                      <m:r>
                        <m:rPr>
                          <m:sty m:val="p"/>
                        </m:rPr>
                        <a:rPr lang="en-US" b="0" i="1" dirty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343)) ⇒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𝑆𝑚𝑎𝑟𝑡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0C78BF3-FA15-5C0C-282A-412C49280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0158" y="3622104"/>
                <a:ext cx="7164953" cy="381001"/>
              </a:xfrm>
              <a:prstGeom prst="rect">
                <a:avLst/>
              </a:prstGeom>
              <a:blipFill>
                <a:blip r:embed="rId3"/>
                <a:stretch>
                  <a:fillRect b="-317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4CD147EA-0774-257C-BDC4-48DA761F99A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04828" y="5431043"/>
                <a:ext cx="4286943" cy="38100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400" dirty="0"/>
                  <a:t>Can we conclude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𝑆𝑚𝑎𝑟𝑡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𝐴𝑙𝑖𝑐𝑒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?</a:t>
                </a:r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4CD147EA-0774-257C-BDC4-48DA761F9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4828" y="5431043"/>
                <a:ext cx="4286943" cy="381001"/>
              </a:xfrm>
              <a:prstGeom prst="rect">
                <a:avLst/>
              </a:prstGeom>
              <a:blipFill>
                <a:blip r:embed="rId4"/>
                <a:stretch>
                  <a:fillRect l="-2276" t="-22581" r="-1991" b="-483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5240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5C229-1F26-903B-59EE-B689CF70F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C2896357-8697-FF76-AC4A-6B0A699349E8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Unification: Matching Rules to Facts II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AB8DB3D-F1C3-746C-65C3-552B78DFD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949" y="1051886"/>
            <a:ext cx="7876823" cy="3810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The challenge is that variables in rules can match </a:t>
            </a:r>
            <a:r>
              <a:rPr lang="en-US" sz="2400" i="1" dirty="0"/>
              <a:t>any</a:t>
            </a:r>
            <a:r>
              <a:rPr lang="en-US" sz="2400" dirty="0"/>
              <a:t> term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04F9D166-C528-F4D8-B483-B1639D51F34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58779" y="2294985"/>
                <a:ext cx="3252969" cy="80218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400" dirty="0"/>
                  <a:t>Which of these could match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𝑆𝑡𝑢𝑑𝑒𝑛𝑡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?</a:t>
                </a:r>
              </a:p>
            </p:txBody>
          </p:sp>
        </mc:Choice>
        <mc:Fallback xmlns="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04F9D166-C528-F4D8-B483-B1639D51F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779" y="2294985"/>
                <a:ext cx="3252969" cy="802185"/>
              </a:xfrm>
              <a:prstGeom prst="rect">
                <a:avLst/>
              </a:prstGeom>
              <a:blipFill>
                <a:blip r:embed="rId2"/>
                <a:stretch>
                  <a:fillRect l="-3002" t="-10606" b="-10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925891D-BA18-0EFB-9E86-E618A5E94A6E}"/>
              </a:ext>
            </a:extLst>
          </p:cNvPr>
          <p:cNvSpPr txBox="1">
            <a:spLocks/>
          </p:cNvSpPr>
          <p:nvPr/>
        </p:nvSpPr>
        <p:spPr>
          <a:xfrm>
            <a:off x="823949" y="4541206"/>
            <a:ext cx="7975393" cy="18778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We need a systematic way to:</a:t>
            </a:r>
          </a:p>
          <a:p>
            <a:pPr marL="914400" lvl="1" indent="-457200">
              <a:buClr>
                <a:schemeClr val="tx1"/>
              </a:buClr>
              <a:buFont typeface="+mj-lt"/>
              <a:buAutoNum type="arabicPeriod"/>
            </a:pPr>
            <a:r>
              <a:rPr lang="en-US" dirty="0"/>
              <a:t>Find what value(s) make expressions match</a:t>
            </a:r>
          </a:p>
          <a:p>
            <a:pPr marL="914400" lvl="1" indent="-457200">
              <a:buClr>
                <a:schemeClr val="tx1"/>
              </a:buClr>
              <a:buFont typeface="+mj-lt"/>
              <a:buAutoNum type="arabicPeriod"/>
            </a:pPr>
            <a:r>
              <a:rPr lang="en-US" dirty="0"/>
              <a:t>Apply those values consistently throughout reasoning</a:t>
            </a:r>
          </a:p>
          <a:p>
            <a:pPr marL="914400" lvl="1" indent="-457200">
              <a:buClr>
                <a:schemeClr val="tx1"/>
              </a:buClr>
              <a:buFont typeface="+mj-lt"/>
              <a:buAutoNum type="arabicPeriod"/>
            </a:pPr>
            <a:r>
              <a:rPr lang="en-US" dirty="0"/>
              <a:t>Handle complex nested terms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D62FAC-4C2D-4C2F-F92A-DAA1C8BCCD8E}"/>
              </a:ext>
            </a:extLst>
          </p:cNvPr>
          <p:cNvSpPr txBox="1"/>
          <p:nvPr/>
        </p:nvSpPr>
        <p:spPr>
          <a:xfrm>
            <a:off x="9449638" y="6419071"/>
            <a:ext cx="2560320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Unification to the rescue!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25AB6D4B-4665-2F89-9844-3B10A8339A4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94749" y="1943749"/>
                <a:ext cx="4396962" cy="218739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𝑆𝑡𝑢𝑑𝑒𝑛𝑡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𝐴𝑙𝑖𝑐𝑒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𝑆𝑡𝑢𝑑𝑒𝑛𝑡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𝐵𝑜𝑏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𝑆𝑡𝑢𝑑𝑒𝑛𝑡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𝐹𝑎𝑡h𝑒𝑟𝑂𝑓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𝐶h𝑎𝑟𝑙𝑖𝑒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sz="2400" dirty="0"/>
              </a:p>
              <a:p>
                <a:pPr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𝑇𝑒𝑎𝑐h𝑒𝑟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𝐴𝑙𝑖𝑐𝑒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𝑆𝑡𝑢𝑑𝑒𝑛𝑡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400" b="0" i="1" dirty="0" smtClean="0">
                        <a:latin typeface="Cambria Math" panose="02040503050406030204" pitchFamily="18" charset="0"/>
                      </a:rPr>
                      <m:t>CSC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_343)</m:t>
                    </m:r>
                  </m:oMath>
                </a14:m>
                <a:endParaRPr lang="en-US" sz="2400" dirty="0"/>
              </a:p>
              <a:p>
                <a:pPr>
                  <a:buClr>
                    <a:schemeClr val="tx1"/>
                  </a:buClr>
                </a:pPr>
                <a:endParaRPr lang="en-US" sz="2400" dirty="0"/>
              </a:p>
            </p:txBody>
          </p:sp>
        </mc:Choice>
        <mc:Fallback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25AB6D4B-4665-2F89-9844-3B10A8339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749" y="1943749"/>
                <a:ext cx="4396962" cy="2187395"/>
              </a:xfrm>
              <a:prstGeom prst="rect">
                <a:avLst/>
              </a:prstGeom>
              <a:blipFill>
                <a:blip r:embed="rId3"/>
                <a:stretch>
                  <a:fillRect l="-1942" t="-3064" r="-139" b="-4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Graphic 10" descr="Checkmark with solid fill">
            <a:extLst>
              <a:ext uri="{FF2B5EF4-FFF2-40B4-BE49-F238E27FC236}">
                <a16:creationId xmlns:a16="http://schemas.microsoft.com/office/drawing/2014/main" id="{72C3E08E-5F58-A8EE-42BB-8D460015DE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93208" y="2906460"/>
            <a:ext cx="302771" cy="302771"/>
          </a:xfrm>
          <a:prstGeom prst="rect">
            <a:avLst/>
          </a:prstGeom>
        </p:spPr>
      </p:pic>
      <p:pic>
        <p:nvPicPr>
          <p:cNvPr id="12" name="Graphic 11" descr="Close with solid fill">
            <a:extLst>
              <a:ext uri="{FF2B5EF4-FFF2-40B4-BE49-F238E27FC236}">
                <a16:creationId xmlns:a16="http://schemas.microsoft.com/office/drawing/2014/main" id="{D77FD7C6-89BF-182A-6B83-6CAD1D004C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61235" y="3276909"/>
            <a:ext cx="334744" cy="334744"/>
          </a:xfrm>
          <a:prstGeom prst="rect">
            <a:avLst/>
          </a:prstGeom>
        </p:spPr>
      </p:pic>
      <p:pic>
        <p:nvPicPr>
          <p:cNvPr id="15" name="Graphic 14" descr="Checkmark with solid fill">
            <a:extLst>
              <a:ext uri="{FF2B5EF4-FFF2-40B4-BE49-F238E27FC236}">
                <a16:creationId xmlns:a16="http://schemas.microsoft.com/office/drawing/2014/main" id="{F452F982-F9C3-9753-8E83-6CC28E0B60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93208" y="2452391"/>
            <a:ext cx="302771" cy="302771"/>
          </a:xfrm>
          <a:prstGeom prst="rect">
            <a:avLst/>
          </a:prstGeom>
        </p:spPr>
      </p:pic>
      <p:pic>
        <p:nvPicPr>
          <p:cNvPr id="16" name="Graphic 15" descr="Checkmark with solid fill">
            <a:extLst>
              <a:ext uri="{FF2B5EF4-FFF2-40B4-BE49-F238E27FC236}">
                <a16:creationId xmlns:a16="http://schemas.microsoft.com/office/drawing/2014/main" id="{671532A2-A6E3-D97D-89AE-B5D281CD82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93208" y="2040132"/>
            <a:ext cx="302771" cy="302771"/>
          </a:xfrm>
          <a:prstGeom prst="rect">
            <a:avLst/>
          </a:prstGeom>
        </p:spPr>
      </p:pic>
      <p:pic>
        <p:nvPicPr>
          <p:cNvPr id="17" name="Graphic 16" descr="Close with solid fill">
            <a:extLst>
              <a:ext uri="{FF2B5EF4-FFF2-40B4-BE49-F238E27FC236}">
                <a16:creationId xmlns:a16="http://schemas.microsoft.com/office/drawing/2014/main" id="{5AFF6941-2D37-2658-5B5C-8B8DB8A75C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61235" y="3689168"/>
            <a:ext cx="334744" cy="33474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3F35F34-1B5B-80F7-6207-B0A6332F1344}"/>
              </a:ext>
            </a:extLst>
          </p:cNvPr>
          <p:cNvSpPr txBox="1"/>
          <p:nvPr/>
        </p:nvSpPr>
        <p:spPr>
          <a:xfrm>
            <a:off x="9390481" y="3276909"/>
            <a:ext cx="2560320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Different predicate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FA9998-D809-91A5-9AAE-BCE9373F2E3A}"/>
              </a:ext>
            </a:extLst>
          </p:cNvPr>
          <p:cNvSpPr txBox="1"/>
          <p:nvPr/>
        </p:nvSpPr>
        <p:spPr>
          <a:xfrm>
            <a:off x="9390481" y="3738574"/>
            <a:ext cx="1969181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Different arity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CD9890F-479E-F868-CC61-959B409DEADD}"/>
              </a:ext>
            </a:extLst>
          </p:cNvPr>
          <p:cNvGrpSpPr/>
          <p:nvPr/>
        </p:nvGrpSpPr>
        <p:grpSpPr>
          <a:xfrm>
            <a:off x="10018406" y="4802673"/>
            <a:ext cx="1577542" cy="1577542"/>
            <a:chOff x="10018406" y="4802673"/>
            <a:chExt cx="1577542" cy="1577542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7F39B634-7F13-2089-E396-F8C5D0F2E8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18406" y="4802673"/>
              <a:ext cx="1577542" cy="15775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F48F2E4F-9410-BCEF-6AFD-DEBFC7E0DDE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789" t="7435" r="16579" b="40240"/>
            <a:stretch>
              <a:fillRect/>
            </a:stretch>
          </p:blipFill>
          <p:spPr bwMode="auto">
            <a:xfrm>
              <a:off x="10564966" y="5460206"/>
              <a:ext cx="532960" cy="4123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33458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/>
      <p:bldP spid="19" grpId="0"/>
      <p:bldP spid="2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3C91C-D491-6DC5-E52D-C3F2DC281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9FB34453-18D6-021E-4C15-F86C5C532E07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Unification: The Main Idea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71CE6B8-A451-166F-7164-ED0F1E59E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949" y="1051886"/>
            <a:ext cx="8205751" cy="3810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i="1" dirty="0">
                <a:solidFill>
                  <a:srgbClr val="1306BA"/>
                </a:solidFill>
              </a:rPr>
              <a:t>Unification</a:t>
            </a:r>
            <a:r>
              <a:rPr lang="en-US" sz="2400" dirty="0"/>
              <a:t> finds substitutions that make expressions identical.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3EB952A-D64E-5213-8197-2F7711D5B309}"/>
                  </a:ext>
                </a:extLst>
              </p:cNvPr>
              <p:cNvSpPr txBox="1"/>
              <p:nvPr/>
            </p:nvSpPr>
            <p:spPr>
              <a:xfrm>
                <a:off x="4604721" y="1618740"/>
                <a:ext cx="215646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𝐿𝑖𝑘𝑒𝑠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𝐴𝑙𝑖𝑐𝑒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3EB952A-D64E-5213-8197-2F7711D5B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4721" y="1618740"/>
                <a:ext cx="2156460" cy="400110"/>
              </a:xfrm>
              <a:prstGeom prst="rect">
                <a:avLst/>
              </a:prstGeom>
              <a:blipFill>
                <a:blip r:embed="rId2"/>
                <a:stretch>
                  <a:fillRect b="-153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F5E4609-9833-788A-B41D-746BB51E3E89}"/>
                  </a:ext>
                </a:extLst>
              </p:cNvPr>
              <p:cNvSpPr txBox="1"/>
              <p:nvPr/>
            </p:nvSpPr>
            <p:spPr>
              <a:xfrm>
                <a:off x="1996440" y="2827567"/>
                <a:ext cx="215208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What should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be?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F5E4609-9833-788A-B41D-746BB51E3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440" y="2827567"/>
                <a:ext cx="2152086" cy="400110"/>
              </a:xfrm>
              <a:prstGeom prst="rect">
                <a:avLst/>
              </a:prstGeom>
              <a:blipFill>
                <a:blip r:embed="rId3"/>
                <a:stretch>
                  <a:fillRect l="-3116" t="-9231" r="-1983" b="-2769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F5B3B13-F7A5-84D1-EA49-BCD5DAFD2FDD}"/>
                  </a:ext>
                </a:extLst>
              </p:cNvPr>
              <p:cNvSpPr txBox="1"/>
              <p:nvPr/>
            </p:nvSpPr>
            <p:spPr>
              <a:xfrm>
                <a:off x="4604721" y="2202329"/>
                <a:ext cx="215646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𝐿𝑖𝑘𝑒𝑠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𝐴𝑙𝑖𝑐𝑒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𝑃𝑖𝑧𝑧𝑎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F5B3B13-F7A5-84D1-EA49-BCD5DAFD2F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4721" y="2202329"/>
                <a:ext cx="2156460" cy="400110"/>
              </a:xfrm>
              <a:prstGeom prst="rect">
                <a:avLst/>
              </a:prstGeom>
              <a:blipFill>
                <a:blip r:embed="rId4"/>
                <a:stretch>
                  <a:fillRect r="-7627" b="-1515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68F59624-947C-0DFD-29B8-03C931632692}"/>
              </a:ext>
            </a:extLst>
          </p:cNvPr>
          <p:cNvSpPr txBox="1"/>
          <p:nvPr/>
        </p:nvSpPr>
        <p:spPr>
          <a:xfrm>
            <a:off x="1996440" y="1618740"/>
            <a:ext cx="784860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Rules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7BEA43-B61C-7196-2C4D-A5180692F79C}"/>
              </a:ext>
            </a:extLst>
          </p:cNvPr>
          <p:cNvSpPr txBox="1"/>
          <p:nvPr/>
        </p:nvSpPr>
        <p:spPr>
          <a:xfrm>
            <a:off x="1996440" y="2202329"/>
            <a:ext cx="784860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Facts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746124F-5A6A-B1DE-E133-9AD0AD0E227C}"/>
                  </a:ext>
                </a:extLst>
              </p:cNvPr>
              <p:cNvSpPr txBox="1"/>
              <p:nvPr/>
            </p:nvSpPr>
            <p:spPr>
              <a:xfrm>
                <a:off x="5206701" y="2827567"/>
                <a:ext cx="140970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𝑃𝑖𝑧𝑧𝑎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746124F-5A6A-B1DE-E133-9AD0AD0E22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6701" y="2827567"/>
                <a:ext cx="1409700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B6FA827B-34A1-F7FC-FF76-9D80E24ECBD6}"/>
              </a:ext>
            </a:extLst>
          </p:cNvPr>
          <p:cNvSpPr txBox="1"/>
          <p:nvPr/>
        </p:nvSpPr>
        <p:spPr>
          <a:xfrm>
            <a:off x="836631" y="3761932"/>
            <a:ext cx="9203840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400" b="1" dirty="0">
                <a:effectLst/>
              </a:rPr>
              <a:t>Goal</a:t>
            </a:r>
            <a:r>
              <a:rPr lang="en-US" sz="2400" dirty="0"/>
              <a:t>: Make two expressions match by finding substitutions for variables.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B287485-BE87-8E21-64D7-5C2D84DC22C3}"/>
              </a:ext>
            </a:extLst>
          </p:cNvPr>
          <p:cNvSpPr txBox="1"/>
          <p:nvPr/>
        </p:nvSpPr>
        <p:spPr>
          <a:xfrm>
            <a:off x="1458557" y="4757852"/>
            <a:ext cx="9628671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1306BA"/>
                </a:solidFill>
              </a:rPr>
              <a:t>Unification</a:t>
            </a:r>
            <a:r>
              <a:rPr lang="en-US" sz="2400" dirty="0"/>
              <a:t> enables automated reasoning by systematically matching facts with rules so we can apply inference in FOL and power systems like Prolog.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DAAEA3-5F3A-2AAE-5E29-797015807022}"/>
              </a:ext>
            </a:extLst>
          </p:cNvPr>
          <p:cNvSpPr txBox="1"/>
          <p:nvPr/>
        </p:nvSpPr>
        <p:spPr>
          <a:xfrm>
            <a:off x="836631" y="5966679"/>
            <a:ext cx="7120218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400" dirty="0"/>
              <a:t>Once we can unify, we can automate logical reasoning!</a:t>
            </a:r>
          </a:p>
        </p:txBody>
      </p:sp>
    </p:spTree>
    <p:extLst>
      <p:ext uri="{BB962C8B-B14F-4D97-AF65-F5344CB8AC3E}">
        <p14:creationId xmlns:p14="http://schemas.microsoft.com/office/powerpoint/2010/main" val="1412667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3" grpId="0"/>
      <p:bldP spid="25" grpId="0"/>
      <p:bldP spid="26" grpId="0"/>
      <p:bldP spid="2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DD482-8DE7-3626-C167-24EB297D1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F9D7E4A3-1126-EF8E-F7CF-31F6AEED2372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Unification Examples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75588FE-313D-65AE-DC21-019863425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491" y="1171203"/>
            <a:ext cx="4429685" cy="123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000" b="1" dirty="0"/>
              <a:t>Example</a:t>
            </a:r>
            <a:r>
              <a:rPr sz="2000" dirty="0"/>
              <a:t>: Multiple variables</a:t>
            </a:r>
          </a:p>
          <a:p>
            <a:pPr indent="0">
              <a:buNone/>
            </a:pPr>
            <a:r>
              <a:rPr sz="2000" dirty="0">
                <a:latin typeface="Consolas" panose="020B0609020204030204" pitchFamily="49" charset="0"/>
              </a:rPr>
              <a:t>Sibling(</a:t>
            </a:r>
            <a:r>
              <a:rPr sz="2000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r>
              <a:rPr sz="2000" dirty="0">
                <a:latin typeface="Consolas" panose="020B0609020204030204" pitchFamily="49" charset="0"/>
              </a:rPr>
              <a:t>, </a:t>
            </a:r>
            <a:r>
              <a:rPr sz="2000" dirty="0">
                <a:solidFill>
                  <a:srgbClr val="00B050"/>
                </a:solidFill>
                <a:latin typeface="Consolas" panose="020B0609020204030204" pitchFamily="49" charset="0"/>
              </a:rPr>
              <a:t>y</a:t>
            </a:r>
            <a:r>
              <a:rPr sz="2000" dirty="0">
                <a:latin typeface="Consolas" panose="020B0609020204030204" pitchFamily="49" charset="0"/>
              </a:rPr>
              <a:t>)
Sibling(</a:t>
            </a:r>
            <a:r>
              <a:rPr sz="2000" dirty="0">
                <a:solidFill>
                  <a:srgbClr val="5ACAD6"/>
                </a:solidFill>
                <a:latin typeface="Consolas" panose="020B0609020204030204" pitchFamily="49" charset="0"/>
              </a:rPr>
              <a:t>John</a:t>
            </a:r>
            <a:r>
              <a:rPr sz="2000" dirty="0">
                <a:latin typeface="Consolas" panose="020B0609020204030204" pitchFamily="49" charset="0"/>
              </a:rPr>
              <a:t>, </a:t>
            </a:r>
            <a:r>
              <a:rPr sz="2000" dirty="0">
                <a:solidFill>
                  <a:srgbClr val="1306BA"/>
                </a:solidFill>
                <a:latin typeface="Consolas" panose="020B0609020204030204" pitchFamily="49" charset="0"/>
              </a:rPr>
              <a:t>Mary</a:t>
            </a:r>
            <a:r>
              <a:rPr sz="20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EC66DE9-045C-1831-554B-3950057CD71F}"/>
              </a:ext>
            </a:extLst>
          </p:cNvPr>
          <p:cNvSpPr txBox="1">
            <a:spLocks/>
          </p:cNvSpPr>
          <p:nvPr/>
        </p:nvSpPr>
        <p:spPr>
          <a:xfrm>
            <a:off x="6514108" y="1171203"/>
            <a:ext cx="4996574" cy="11685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/>
              <a:t>Example</a:t>
            </a:r>
            <a:r>
              <a:rPr lang="en-US" sz="2000" dirty="0"/>
              <a:t>: Variables on both sides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sz="2000" dirty="0">
                <a:latin typeface="Consolas" panose="020B0609020204030204" pitchFamily="49" charset="0"/>
              </a:rPr>
              <a:t>Parent(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FF6600"/>
                </a:solidFill>
                <a:latin typeface="Consolas" panose="020B0609020204030204" pitchFamily="49" charset="0"/>
              </a:rPr>
              <a:t>Bob</a:t>
            </a:r>
            <a:r>
              <a:rPr lang="en-US" sz="2000" dirty="0">
                <a:latin typeface="Consolas" panose="020B0609020204030204" pitchFamily="49" charset="0"/>
              </a:rPr>
              <a:t>)
Parent(</a:t>
            </a:r>
            <a:r>
              <a:rPr lang="en-US" sz="2000" dirty="0">
                <a:solidFill>
                  <a:srgbClr val="461D7C"/>
                </a:solidFill>
                <a:latin typeface="Consolas" panose="020B0609020204030204" pitchFamily="49" charset="0"/>
              </a:rPr>
              <a:t>Alice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  <a:t>y</a:t>
            </a:r>
            <a:r>
              <a:rPr lang="en-US" sz="20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D0E1DCC-9EDB-1E77-9654-0D70D3524764}"/>
              </a:ext>
            </a:extLst>
          </p:cNvPr>
          <p:cNvSpPr txBox="1">
            <a:spLocks/>
          </p:cNvSpPr>
          <p:nvPr/>
        </p:nvSpPr>
        <p:spPr>
          <a:xfrm>
            <a:off x="1101538" y="2626658"/>
            <a:ext cx="4429685" cy="4303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latin typeface="Consolas" panose="020B0609020204030204" pitchFamily="49" charset="0"/>
              </a:rPr>
              <a:t>Unifier: {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latin typeface="Consolas" panose="020B0609020204030204" pitchFamily="49" charset="0"/>
              </a:rPr>
              <a:t>/</a:t>
            </a:r>
            <a:r>
              <a:rPr lang="en-US" sz="2000" dirty="0">
                <a:solidFill>
                  <a:srgbClr val="5ACAD6"/>
                </a:solidFill>
                <a:latin typeface="Consolas" panose="020B0609020204030204" pitchFamily="49" charset="0"/>
              </a:rPr>
              <a:t>John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  <a:t>y</a:t>
            </a:r>
            <a:r>
              <a:rPr lang="en-US" sz="2000" dirty="0">
                <a:latin typeface="Consolas" panose="020B0609020204030204" pitchFamily="49" charset="0"/>
              </a:rPr>
              <a:t>/</a:t>
            </a:r>
            <a:r>
              <a:rPr lang="en-US" sz="2000" dirty="0">
                <a:solidFill>
                  <a:srgbClr val="1306BA"/>
                </a:solidFill>
                <a:latin typeface="Consolas" panose="020B0609020204030204" pitchFamily="49" charset="0"/>
              </a:rPr>
              <a:t>Mary</a:t>
            </a:r>
            <a:r>
              <a:rPr lang="en-US" sz="2000" dirty="0">
                <a:latin typeface="Consolas" panose="020B0609020204030204" pitchFamily="49" charset="0"/>
              </a:rPr>
              <a:t> }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6AAE0EC-1AC0-9D49-DEA3-0C19CBB871A1}"/>
              </a:ext>
            </a:extLst>
          </p:cNvPr>
          <p:cNvSpPr txBox="1">
            <a:spLocks/>
          </p:cNvSpPr>
          <p:nvPr/>
        </p:nvSpPr>
        <p:spPr>
          <a:xfrm>
            <a:off x="6514108" y="2626658"/>
            <a:ext cx="3768410" cy="4229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latin typeface="Consolas" panose="020B0609020204030204" pitchFamily="49" charset="0"/>
              </a:rPr>
              <a:t>Unifier: {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latin typeface="Consolas" panose="020B0609020204030204" pitchFamily="49" charset="0"/>
              </a:rPr>
              <a:t>/</a:t>
            </a:r>
            <a:r>
              <a:rPr lang="en-US" sz="2000" dirty="0">
                <a:solidFill>
                  <a:srgbClr val="461D7C"/>
                </a:solidFill>
                <a:latin typeface="Consolas" panose="020B0609020204030204" pitchFamily="49" charset="0"/>
              </a:rPr>
              <a:t>Alice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  <a:t>y</a:t>
            </a:r>
            <a:r>
              <a:rPr lang="en-US" sz="2000" dirty="0">
                <a:latin typeface="Consolas" panose="020B0609020204030204" pitchFamily="49" charset="0"/>
              </a:rPr>
              <a:t>/</a:t>
            </a:r>
            <a:r>
              <a:rPr lang="en-US" sz="2000" dirty="0">
                <a:solidFill>
                  <a:srgbClr val="FF6600"/>
                </a:solidFill>
                <a:latin typeface="Consolas" panose="020B0609020204030204" pitchFamily="49" charset="0"/>
              </a:rPr>
              <a:t>Bob</a:t>
            </a:r>
            <a:r>
              <a:rPr lang="en-US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C2EC4AD-83EA-42A9-A3FB-34BA94D794FB}"/>
              </a:ext>
            </a:extLst>
          </p:cNvPr>
          <p:cNvSpPr txBox="1">
            <a:spLocks/>
          </p:cNvSpPr>
          <p:nvPr/>
        </p:nvSpPr>
        <p:spPr>
          <a:xfrm>
            <a:off x="859491" y="4057838"/>
            <a:ext cx="4958603" cy="123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/>
              <a:t>Example</a:t>
            </a:r>
            <a:r>
              <a:rPr lang="en-US" sz="2000" dirty="0"/>
              <a:t>: Nested Terms</a:t>
            </a:r>
          </a:p>
          <a:p>
            <a:pPr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Ancestor(</a:t>
            </a:r>
            <a:r>
              <a:rPr lang="en-US" sz="2000" dirty="0" err="1">
                <a:latin typeface="Consolas" panose="020B0609020204030204" pitchFamily="49" charset="0"/>
              </a:rPr>
              <a:t>FatherOf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latin typeface="Consolas" panose="020B0609020204030204" pitchFamily="49" charset="0"/>
              </a:rPr>
              <a:t>), y)
Ancestor(</a:t>
            </a:r>
            <a:r>
              <a:rPr lang="en-US" sz="2000" dirty="0" err="1">
                <a:latin typeface="Consolas" panose="020B0609020204030204" pitchFamily="49" charset="0"/>
              </a:rPr>
              <a:t>FatherOf</a:t>
            </a:r>
            <a:r>
              <a:rPr lang="en-US" sz="2000" dirty="0">
                <a:latin typeface="Consolas" panose="020B0609020204030204" pitchFamily="49" charset="0"/>
              </a:rPr>
              <a:t>(John), Mary)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58A3E86-E3A1-CBFC-1446-DE3666128AC1}"/>
              </a:ext>
            </a:extLst>
          </p:cNvPr>
          <p:cNvSpPr txBox="1">
            <a:spLocks/>
          </p:cNvSpPr>
          <p:nvPr/>
        </p:nvSpPr>
        <p:spPr>
          <a:xfrm>
            <a:off x="1101538" y="5513293"/>
            <a:ext cx="4429685" cy="4303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latin typeface="Consolas" panose="020B0609020204030204" pitchFamily="49" charset="0"/>
              </a:rPr>
              <a:t>Unifier: {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latin typeface="Consolas" panose="020B0609020204030204" pitchFamily="49" charset="0"/>
              </a:rPr>
              <a:t>/</a:t>
            </a:r>
            <a:r>
              <a:rPr lang="en-US" sz="2000" dirty="0">
                <a:solidFill>
                  <a:srgbClr val="5ACAD6"/>
                </a:solidFill>
                <a:latin typeface="Consolas" panose="020B0609020204030204" pitchFamily="49" charset="0"/>
              </a:rPr>
              <a:t>John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  <a:t>y</a:t>
            </a:r>
            <a:r>
              <a:rPr lang="en-US" sz="2000" dirty="0">
                <a:latin typeface="Consolas" panose="020B0609020204030204" pitchFamily="49" charset="0"/>
              </a:rPr>
              <a:t>/</a:t>
            </a:r>
            <a:r>
              <a:rPr lang="en-US" sz="2000" dirty="0">
                <a:solidFill>
                  <a:srgbClr val="1306BA"/>
                </a:solidFill>
                <a:latin typeface="Consolas" panose="020B0609020204030204" pitchFamily="49" charset="0"/>
              </a:rPr>
              <a:t>Mary</a:t>
            </a:r>
            <a:r>
              <a:rPr lang="en-US" sz="2000" dirty="0">
                <a:latin typeface="Consolas" panose="020B0609020204030204" pitchFamily="49" charset="0"/>
              </a:rPr>
              <a:t> }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A7B9AC2-C258-28F7-E2D7-5288BD504DF0}"/>
              </a:ext>
            </a:extLst>
          </p:cNvPr>
          <p:cNvSpPr txBox="1">
            <a:spLocks/>
          </p:cNvSpPr>
          <p:nvPr/>
        </p:nvSpPr>
        <p:spPr>
          <a:xfrm>
            <a:off x="6552079" y="4057838"/>
            <a:ext cx="4958603" cy="123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/>
              <a:t>Example</a:t>
            </a:r>
            <a:r>
              <a:rPr lang="en-US" sz="2000" dirty="0"/>
              <a:t>: Functions Unifying with Variables</a:t>
            </a:r>
          </a:p>
          <a:p>
            <a:pPr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Age(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latin typeface="Consolas" panose="020B0609020204030204" pitchFamily="49" charset="0"/>
              </a:rPr>
              <a:t>)
Age(</a:t>
            </a:r>
            <a:r>
              <a:rPr lang="en-US" sz="2000" dirty="0" err="1">
                <a:latin typeface="Consolas" panose="020B0609020204030204" pitchFamily="49" charset="0"/>
              </a:rPr>
              <a:t>MotherOf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Alice</a:t>
            </a:r>
            <a:r>
              <a:rPr lang="en-US" sz="2000" dirty="0">
                <a:latin typeface="Consolas" panose="020B0609020204030204" pitchFamily="49" charset="0"/>
              </a:rPr>
              <a:t>))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75F4CCF-4076-1688-5E9C-270BDB6B1E1F}"/>
              </a:ext>
            </a:extLst>
          </p:cNvPr>
          <p:cNvSpPr txBox="1">
            <a:spLocks/>
          </p:cNvSpPr>
          <p:nvPr/>
        </p:nvSpPr>
        <p:spPr>
          <a:xfrm>
            <a:off x="6794126" y="5585011"/>
            <a:ext cx="4716556" cy="430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Unifier: {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latin typeface="Consolas" panose="020B0609020204030204" pitchFamily="49" charset="0"/>
              </a:rPr>
              <a:t>/ </a:t>
            </a:r>
            <a:r>
              <a:rPr lang="en-US" sz="2000" dirty="0" err="1">
                <a:latin typeface="Consolas" panose="020B0609020204030204" pitchFamily="49" charset="0"/>
              </a:rPr>
              <a:t>MotherOf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Alice</a:t>
            </a:r>
            <a:r>
              <a:rPr lang="en-US" sz="2000" dirty="0">
                <a:latin typeface="Consolas" panose="020B0609020204030204" pitchFamily="49" charset="0"/>
              </a:rPr>
              <a:t>)) }</a:t>
            </a:r>
          </a:p>
        </p:txBody>
      </p:sp>
    </p:spTree>
    <p:extLst>
      <p:ext uri="{BB962C8B-B14F-4D97-AF65-F5344CB8AC3E}">
        <p14:creationId xmlns:p14="http://schemas.microsoft.com/office/powerpoint/2010/main" val="1448911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4" grpId="0"/>
      <p:bldP spid="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24567-F8CD-6AC7-3F34-71A4526C5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A7DBC616-0A9D-5430-E3FA-8B3AF47C6B9C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When Unification Fails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126615D-E9DA-F6BD-EDF5-54043EEBC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491" y="1171203"/>
            <a:ext cx="4429685" cy="123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000" b="1" dirty="0"/>
              <a:t>Example</a:t>
            </a:r>
            <a:r>
              <a:rPr sz="2000" dirty="0"/>
              <a:t>: </a:t>
            </a:r>
            <a:r>
              <a:rPr lang="en-US" sz="2000" dirty="0"/>
              <a:t>Different Constants</a:t>
            </a:r>
            <a:endParaRPr sz="2000" dirty="0"/>
          </a:p>
          <a:p>
            <a:pPr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Student(</a:t>
            </a:r>
            <a:r>
              <a:rPr lang="en-US" sz="2000" dirty="0">
                <a:solidFill>
                  <a:srgbClr val="461D7C"/>
                </a:solidFill>
                <a:latin typeface="Consolas" panose="020B0609020204030204" pitchFamily="49" charset="0"/>
              </a:rPr>
              <a:t>Alice</a:t>
            </a:r>
            <a:r>
              <a:rPr lang="en-US" sz="2000" dirty="0">
                <a:latin typeface="Consolas" panose="020B0609020204030204" pitchFamily="49" charset="0"/>
              </a:rPr>
              <a:t>)
Student(</a:t>
            </a:r>
            <a:r>
              <a:rPr lang="en-US" sz="2000" dirty="0">
                <a:solidFill>
                  <a:srgbClr val="FF6600"/>
                </a:solidFill>
                <a:latin typeface="Consolas" panose="020B0609020204030204" pitchFamily="49" charset="0"/>
              </a:rPr>
              <a:t>Bob</a:t>
            </a:r>
            <a:r>
              <a:rPr lang="en-US" sz="2000" dirty="0">
                <a:latin typeface="Consolas" panose="020B0609020204030204" pitchFamily="49" charset="0"/>
              </a:rPr>
              <a:t>)</a:t>
            </a:r>
            <a:endParaRPr sz="2000" dirty="0">
              <a:latin typeface="Consolas" panose="020B0609020204030204" pitchFamily="49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96567A7-C36B-4E2D-2B84-F36D04652417}"/>
              </a:ext>
            </a:extLst>
          </p:cNvPr>
          <p:cNvSpPr txBox="1">
            <a:spLocks/>
          </p:cNvSpPr>
          <p:nvPr/>
        </p:nvSpPr>
        <p:spPr>
          <a:xfrm>
            <a:off x="6514108" y="1171203"/>
            <a:ext cx="4996574" cy="11685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/>
              <a:t>Example</a:t>
            </a:r>
            <a:r>
              <a:rPr lang="en-US" sz="2000" dirty="0"/>
              <a:t>: Variables on both sides</a:t>
            </a:r>
          </a:p>
          <a:p>
            <a:pPr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Student(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latin typeface="Consolas" panose="020B0609020204030204" pitchFamily="49" charset="0"/>
              </a:rPr>
              <a:t>)
Teacher(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latin typeface="Consolas" panose="020B0609020204030204" pitchFamily="49" charset="0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9519A473-E0C5-E692-2411-D1181ED6E33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01538" y="2626658"/>
                <a:ext cx="4429685" cy="43030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000" dirty="0"/>
                  <a:t>Cannot Unify:</a:t>
                </a:r>
                <a:r>
                  <a:rPr lang="en-US" sz="2000" dirty="0">
                    <a:latin typeface="Consolas" panose="020B0609020204030204" pitchFamily="49" charset="0"/>
                  </a:rPr>
                  <a:t> </a:t>
                </a:r>
                <a:r>
                  <a:rPr lang="en-US" sz="2000" dirty="0">
                    <a:solidFill>
                      <a:srgbClr val="5ACAD6"/>
                    </a:solidFill>
                    <a:latin typeface="Consolas" panose="020B0609020204030204" pitchFamily="49" charset="0"/>
                  </a:rPr>
                  <a:t>Alice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sz="2000" dirty="0">
                    <a:solidFill>
                      <a:srgbClr val="FF6600"/>
                    </a:solidFill>
                    <a:latin typeface="Courier"/>
                  </a:rPr>
                  <a:t>Bob</a:t>
                </a:r>
                <a:endParaRPr lang="en-US" sz="2000" dirty="0"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9519A473-E0C5-E692-2411-D1181ED6E3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538" y="2626658"/>
                <a:ext cx="4429685" cy="430307"/>
              </a:xfrm>
              <a:prstGeom prst="rect">
                <a:avLst/>
              </a:prstGeom>
              <a:blipFill>
                <a:blip r:embed="rId2"/>
                <a:stretch>
                  <a:fillRect l="-1515" t="-15714" b="-1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0A38FF5-BFF0-EB9F-B4EB-117BA2A137E3}"/>
              </a:ext>
            </a:extLst>
          </p:cNvPr>
          <p:cNvSpPr txBox="1">
            <a:spLocks/>
          </p:cNvSpPr>
          <p:nvPr/>
        </p:nvSpPr>
        <p:spPr>
          <a:xfrm>
            <a:off x="6514107" y="2626658"/>
            <a:ext cx="4996573" cy="4229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Cannot Unify: Different Predicates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895CA48-D7B6-41FB-4D28-E0F446B4F9F6}"/>
              </a:ext>
            </a:extLst>
          </p:cNvPr>
          <p:cNvSpPr txBox="1">
            <a:spLocks/>
          </p:cNvSpPr>
          <p:nvPr/>
        </p:nvSpPr>
        <p:spPr>
          <a:xfrm>
            <a:off x="859491" y="3660323"/>
            <a:ext cx="2681151" cy="123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/>
              <a:t>Example</a:t>
            </a:r>
            <a:r>
              <a:rPr lang="en-US" sz="2000" dirty="0"/>
              <a:t>: Occurs Check</a:t>
            </a:r>
          </a:p>
          <a:p>
            <a:pPr indent="0">
              <a:buNone/>
            </a:pP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latin typeface="Consolas" panose="020B0609020204030204" pitchFamily="49" charset="0"/>
              </a:rPr>
              <a:t>
f(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3F1379F-2179-B373-82ED-A36C1D8C2958}"/>
              </a:ext>
            </a:extLst>
          </p:cNvPr>
          <p:cNvSpPr txBox="1">
            <a:spLocks/>
          </p:cNvSpPr>
          <p:nvPr/>
        </p:nvSpPr>
        <p:spPr>
          <a:xfrm>
            <a:off x="1101538" y="5115778"/>
            <a:ext cx="4429685" cy="430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None/>
            </a:pPr>
            <a:r>
              <a:rPr lang="en-US" sz="2000" dirty="0"/>
              <a:t>Cannot unify!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/>
              <a:t> appears inside </a:t>
            </a:r>
            <a:r>
              <a:rPr lang="en-US" sz="2000" dirty="0">
                <a:latin typeface="Consolas" panose="020B0609020204030204" pitchFamily="49" charset="0"/>
              </a:rPr>
              <a:t>f(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latin typeface="Consolas" panose="020B0609020204030204" pitchFamily="49" charset="0"/>
              </a:rPr>
              <a:t>)</a:t>
            </a:r>
            <a:r>
              <a:rPr lang="en-US" sz="2000" dirty="0"/>
              <a:t>.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B5840CE-E38E-AF06-0D26-29C9E2E586BF}"/>
              </a:ext>
            </a:extLst>
          </p:cNvPr>
          <p:cNvCxnSpPr/>
          <p:nvPr/>
        </p:nvCxnSpPr>
        <p:spPr>
          <a:xfrm>
            <a:off x="726831" y="3326493"/>
            <a:ext cx="10589846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6FD07-C4FB-82BE-3195-82D6764E895A}"/>
              </a:ext>
            </a:extLst>
          </p:cNvPr>
          <p:cNvSpPr txBox="1">
            <a:spLocks/>
          </p:cNvSpPr>
          <p:nvPr/>
        </p:nvSpPr>
        <p:spPr>
          <a:xfrm>
            <a:off x="5801128" y="3796304"/>
            <a:ext cx="5405588" cy="430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The occurs check prevents infinite substitutions.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F29C2D3-7DC2-01E1-53FE-DDF2A96E9BAF}"/>
              </a:ext>
            </a:extLst>
          </p:cNvPr>
          <p:cNvSpPr txBox="1">
            <a:spLocks/>
          </p:cNvSpPr>
          <p:nvPr/>
        </p:nvSpPr>
        <p:spPr>
          <a:xfrm>
            <a:off x="5796584" y="4440349"/>
            <a:ext cx="5709552" cy="9026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If we unify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/>
              <a:t>with  </a:t>
            </a:r>
            <a:r>
              <a:rPr lang="en-US" sz="2000" dirty="0">
                <a:latin typeface="Consolas" panose="020B0609020204030204" pitchFamily="49" charset="0"/>
              </a:rPr>
              <a:t>f(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latin typeface="Consolas" panose="020B0609020204030204" pitchFamily="49" charset="0"/>
              </a:rPr>
              <a:t>)</a:t>
            </a:r>
            <a:r>
              <a:rPr lang="en-US" sz="2000" dirty="0"/>
              <a:t> to acquire the substitution {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x </a:t>
            </a:r>
            <a:r>
              <a:rPr lang="en-US" sz="2000" dirty="0"/>
              <a:t>/ </a:t>
            </a:r>
            <a:r>
              <a:rPr lang="en-US" sz="2000" dirty="0">
                <a:latin typeface="Consolas" panose="020B0609020204030204" pitchFamily="49" charset="0"/>
              </a:rPr>
              <a:t>f(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latin typeface="Consolas" panose="020B0609020204030204" pitchFamily="49" charset="0"/>
              </a:rPr>
              <a:t>)</a:t>
            </a:r>
            <a:r>
              <a:rPr lang="en-US" sz="2000" dirty="0"/>
              <a:t>} (that is,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latin typeface="Consolas" panose="020B0609020204030204" pitchFamily="49" charset="0"/>
              </a:rPr>
              <a:t> &lt;- f(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latin typeface="Consolas" panose="020B0609020204030204" pitchFamily="49" charset="0"/>
              </a:rPr>
              <a:t>)</a:t>
            </a:r>
            <a:r>
              <a:rPr lang="en-US" sz="2000" dirty="0"/>
              <a:t>), then whenever we need to use the value of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/>
              <a:t>, we replace it with </a:t>
            </a:r>
            <a:r>
              <a:rPr lang="en-US" sz="2000" dirty="0">
                <a:latin typeface="Consolas" panose="020B0609020204030204" pitchFamily="49" charset="0"/>
              </a:rPr>
              <a:t>f(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latin typeface="Consolas" panose="020B0609020204030204" pitchFamily="49" charset="0"/>
              </a:rPr>
              <a:t>)</a:t>
            </a:r>
            <a:r>
              <a:rPr lang="en-US" sz="2000" dirty="0"/>
              <a:t>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2A9D123-5F0D-F878-FDDF-E76F9B144224}"/>
              </a:ext>
            </a:extLst>
          </p:cNvPr>
          <p:cNvSpPr txBox="1">
            <a:spLocks/>
          </p:cNvSpPr>
          <p:nvPr/>
        </p:nvSpPr>
        <p:spPr>
          <a:xfrm>
            <a:off x="7319312" y="5546085"/>
            <a:ext cx="2369220" cy="11710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latin typeface="Consolas" panose="020B0609020204030204" pitchFamily="49" charset="0"/>
              </a:rPr>
              <a:t> &lt;- f(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latin typeface="Consolas" panose="020B0609020204030204" pitchFamily="49" charset="0"/>
              </a:rPr>
              <a:t> &lt;- f(f(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latin typeface="Consolas" panose="020B0609020204030204" pitchFamily="49" charset="0"/>
              </a:rPr>
              <a:t>))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latin typeface="Consolas" panose="020B0609020204030204" pitchFamily="49" charset="0"/>
              </a:rPr>
              <a:t> &lt;- f(f(f(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latin typeface="Consolas" panose="020B0609020204030204" pitchFamily="49" charset="0"/>
              </a:rPr>
              <a:t>)))</a:t>
            </a:r>
            <a:endParaRPr lang="en-US" sz="20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F41E5B6-2FD2-CA75-700E-E5283C3F92A4}"/>
              </a:ext>
            </a:extLst>
          </p:cNvPr>
          <p:cNvSpPr txBox="1">
            <a:spLocks/>
          </p:cNvSpPr>
          <p:nvPr/>
        </p:nvSpPr>
        <p:spPr>
          <a:xfrm>
            <a:off x="10022577" y="5740812"/>
            <a:ext cx="1897502" cy="8941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I think this is confusing notation.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62056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14" grpId="0"/>
      <p:bldP spid="3" grpId="0"/>
      <p:bldP spid="5" grpId="0"/>
      <p:bldP spid="6" grpId="0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5A1C5-42EB-6FAD-9070-C682F6DFD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47479400-E290-585B-A67F-18273180A75D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3600" dirty="0"/>
              <a:t>Unification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14DFFF76-1F19-399D-635C-10E51ADD28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3284" y="635268"/>
                <a:ext cx="7260592" cy="6020713"/>
              </a:xfrm>
              <a:ln>
                <a:noFill/>
              </a:ln>
            </p:spPr>
            <p:txBody>
              <a:bodyPr>
                <a:noAutofit/>
              </a:bodyPr>
              <a:lstStyle/>
              <a:p>
                <a:pPr>
                  <a:spcBef>
                    <a:spcPts val="1200"/>
                  </a:spcBef>
                  <a:buNone/>
                </a:pP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function UNIFY</a:t>
                </a:r>
                <a:r>
                  <a:rPr lang="en-US" sz="2000" b="1" dirty="0">
                    <a:solidFill>
                      <a:srgbClr val="000080"/>
                    </a:solidFill>
                    <a:latin typeface="Consolas" panose="020B0609020204030204" pitchFamily="49" charset="0"/>
                  </a:rPr>
                  <a:t>(</a:t>
                </a: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exp1</a:t>
                </a:r>
                <a:r>
                  <a:rPr lang="en-US" sz="2000" b="1" dirty="0">
                    <a:solidFill>
                      <a:srgbClr val="000080"/>
                    </a:solidFill>
                    <a:latin typeface="Consolas" panose="020B0609020204030204" pitchFamily="49" charset="0"/>
                  </a:rPr>
                  <a:t>,</a:t>
                </a: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exp2</a:t>
                </a:r>
                <a:r>
                  <a:rPr lang="en-US" sz="2000" b="1" dirty="0">
                    <a:solidFill>
                      <a:srgbClr val="000080"/>
                    </a:solidFill>
                    <a:latin typeface="Consolas" panose="020B0609020204030204" pitchFamily="49" charset="0"/>
                  </a:rPr>
                  <a:t>,</a:t>
                </a: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2000" b="1" dirty="0">
                    <a:solidFill>
                      <a:srgbClr val="000080"/>
                    </a:solidFill>
                    <a:latin typeface="Consolas" panose="020B0609020204030204" pitchFamily="49" charset="0"/>
                  </a:rPr>
                  <a:t>):</a:t>
                </a:r>
              </a:p>
              <a:p>
                <a:pPr>
                  <a:spcBef>
                    <a:spcPts val="1200"/>
                  </a:spcBef>
                  <a:buNone/>
                </a:pP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</a:t>
                </a:r>
                <a:r>
                  <a:rPr lang="en-US" sz="2000" b="1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if</a:t>
                </a: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2000" b="1" dirty="0">
                    <a:solidFill>
                      <a:srgbClr val="000080"/>
                    </a:solidFill>
                    <a:latin typeface="Consolas" panose="020B0609020204030204" pitchFamily="49" charset="0"/>
                  </a:rPr>
                  <a:t>=</a:t>
                </a: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FAIL then </a:t>
                </a:r>
                <a:r>
                  <a:rPr lang="en-US" sz="2000" b="1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return</a:t>
                </a: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FAIL</a:t>
                </a:r>
              </a:p>
              <a:p>
                <a:pPr>
                  <a:spcBef>
                    <a:spcPts val="1200"/>
                  </a:spcBef>
                  <a:buNone/>
                </a:pP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</a:t>
                </a:r>
                <a:r>
                  <a:rPr lang="en-US" sz="2000" b="1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if</a:t>
                </a: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exp1 </a:t>
                </a:r>
                <a:r>
                  <a:rPr lang="en-US" sz="2000" b="1" dirty="0">
                    <a:solidFill>
                      <a:srgbClr val="000080"/>
                    </a:solidFill>
                    <a:latin typeface="Consolas" panose="020B0609020204030204" pitchFamily="49" charset="0"/>
                  </a:rPr>
                  <a:t>=</a:t>
                </a: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exp2 then </a:t>
                </a:r>
                <a:r>
                  <a:rPr lang="en-US" sz="2000" b="1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return</a:t>
                </a: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lang="en-US" sz="200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pPr>
                  <a:spcBef>
                    <a:spcPts val="1200"/>
                  </a:spcBef>
                  <a:buNone/>
                </a:pPr>
                <a:endParaRPr lang="en-US" sz="500" b="1" dirty="0">
                  <a:solidFill>
                    <a:srgbClr val="0000FF"/>
                  </a:solidFill>
                  <a:latin typeface="Consolas" panose="020B0609020204030204" pitchFamily="49" charset="0"/>
                </a:endParaRPr>
              </a:p>
              <a:p>
                <a:pPr>
                  <a:spcBef>
                    <a:spcPts val="1200"/>
                  </a:spcBef>
                  <a:buNone/>
                </a:pPr>
                <a:r>
                  <a:rPr lang="en-US" sz="2000" b="1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    if</a:t>
                </a: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exp1 </a:t>
                </a:r>
                <a:r>
                  <a:rPr lang="en-US" sz="2000" b="1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is</a:t>
                </a: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a variable then</a:t>
                </a:r>
              </a:p>
              <a:p>
                <a:pPr>
                  <a:spcBef>
                    <a:spcPts val="1200"/>
                  </a:spcBef>
                  <a:buNone/>
                </a:pPr>
                <a:r>
                  <a:rPr lang="en-US" sz="2000" b="1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</a:t>
                </a:r>
                <a:r>
                  <a:rPr lang="en-US" sz="2000" b="1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return</a:t>
                </a: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UNIFY</a:t>
                </a:r>
                <a:r>
                  <a:rPr lang="en-US" sz="2000" b="1" dirty="0">
                    <a:solidFill>
                      <a:srgbClr val="000080"/>
                    </a:solidFill>
                    <a:latin typeface="Consolas" panose="020B0609020204030204" pitchFamily="49" charset="0"/>
                  </a:rPr>
                  <a:t>-</a:t>
                </a: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VAR</a:t>
                </a:r>
                <a:r>
                  <a:rPr lang="en-US" sz="2000" b="1" dirty="0">
                    <a:solidFill>
                      <a:srgbClr val="000080"/>
                    </a:solidFill>
                    <a:latin typeface="Consolas" panose="020B0609020204030204" pitchFamily="49" charset="0"/>
                  </a:rPr>
                  <a:t>(</a:t>
                </a: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exp1</a:t>
                </a:r>
                <a:r>
                  <a:rPr lang="en-US" sz="2000" b="1" dirty="0">
                    <a:solidFill>
                      <a:srgbClr val="000080"/>
                    </a:solidFill>
                    <a:latin typeface="Consolas" panose="020B0609020204030204" pitchFamily="49" charset="0"/>
                  </a:rPr>
                  <a:t>,</a:t>
                </a: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exp2</a:t>
                </a:r>
                <a:r>
                  <a:rPr lang="en-US" sz="2000" b="1" dirty="0">
                    <a:solidFill>
                      <a:srgbClr val="000080"/>
                    </a:solidFill>
                    <a:latin typeface="Consolas" panose="020B0609020204030204" pitchFamily="49" charset="0"/>
                  </a:rPr>
                  <a:t>,</a:t>
                </a: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2000" b="1" dirty="0">
                    <a:solidFill>
                      <a:srgbClr val="000080"/>
                    </a:solidFill>
                    <a:latin typeface="Consolas" panose="020B0609020204030204" pitchFamily="49" charset="0"/>
                  </a:rPr>
                  <a:t>)</a:t>
                </a:r>
                <a:endParaRPr lang="en-US" sz="200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pPr>
                  <a:spcBef>
                    <a:spcPts val="1200"/>
                  </a:spcBef>
                  <a:buNone/>
                </a:pPr>
                <a:r>
                  <a:rPr lang="en-US" sz="2000" b="1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</a:t>
                </a:r>
                <a:r>
                  <a:rPr lang="en-US" sz="2000" b="1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else</a:t>
                </a: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2000" b="1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if</a:t>
                </a: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exp2 </a:t>
                </a:r>
                <a:r>
                  <a:rPr lang="en-US" sz="2000" b="1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is</a:t>
                </a: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a variable then</a:t>
                </a:r>
              </a:p>
              <a:p>
                <a:pPr>
                  <a:spcBef>
                    <a:spcPts val="1200"/>
                  </a:spcBef>
                  <a:buNone/>
                </a:pPr>
                <a:r>
                  <a:rPr lang="en-US" sz="2000" b="1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</a:t>
                </a:r>
                <a:r>
                  <a:rPr lang="en-US" sz="2000" b="1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return</a:t>
                </a: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UNIFY</a:t>
                </a:r>
                <a:r>
                  <a:rPr lang="en-US" sz="2000" b="1" dirty="0">
                    <a:solidFill>
                      <a:srgbClr val="000080"/>
                    </a:solidFill>
                    <a:latin typeface="Consolas" panose="020B0609020204030204" pitchFamily="49" charset="0"/>
                  </a:rPr>
                  <a:t>-</a:t>
                </a: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VAR</a:t>
                </a:r>
                <a:r>
                  <a:rPr lang="en-US" sz="2000" b="1" dirty="0">
                    <a:solidFill>
                      <a:srgbClr val="000080"/>
                    </a:solidFill>
                    <a:latin typeface="Consolas" panose="020B0609020204030204" pitchFamily="49" charset="0"/>
                  </a:rPr>
                  <a:t>(</a:t>
                </a: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exp2</a:t>
                </a:r>
                <a:r>
                  <a:rPr lang="en-US" sz="2000" b="1" dirty="0">
                    <a:solidFill>
                      <a:srgbClr val="000080"/>
                    </a:solidFill>
                    <a:latin typeface="Consolas" panose="020B0609020204030204" pitchFamily="49" charset="0"/>
                  </a:rPr>
                  <a:t>,</a:t>
                </a: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exp1</a:t>
                </a:r>
                <a:r>
                  <a:rPr lang="en-US" sz="2000" b="1" dirty="0">
                    <a:solidFill>
                      <a:srgbClr val="000080"/>
                    </a:solidFill>
                    <a:latin typeface="Consolas" panose="020B0609020204030204" pitchFamily="49" charset="0"/>
                  </a:rPr>
                  <a:t>,</a:t>
                </a: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2000" b="1" dirty="0">
                    <a:solidFill>
                      <a:srgbClr val="000080"/>
                    </a:solidFill>
                    <a:latin typeface="Consolas" panose="020B0609020204030204" pitchFamily="49" charset="0"/>
                  </a:rPr>
                  <a:t>)</a:t>
                </a:r>
                <a:endParaRPr lang="en-US" sz="200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pPr>
                  <a:spcBef>
                    <a:spcPts val="1200"/>
                  </a:spcBef>
                  <a:buNone/>
                </a:pPr>
                <a:endParaRPr lang="en-US" sz="500" b="1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pPr>
                  <a:spcBef>
                    <a:spcPts val="1200"/>
                  </a:spcBef>
                  <a:buNone/>
                </a:pPr>
                <a:r>
                  <a:rPr lang="en-US" sz="2000" b="1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</a:t>
                </a:r>
                <a:r>
                  <a:rPr lang="en-US" sz="2000" b="1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if</a:t>
                </a: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exp1 </a:t>
                </a:r>
                <a:r>
                  <a:rPr lang="en-US" sz="2000" b="1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and</a:t>
                </a: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exp2 are functions</a:t>
                </a:r>
                <a:r>
                  <a:rPr lang="en-US" sz="2000" b="1" dirty="0">
                    <a:solidFill>
                      <a:srgbClr val="000080"/>
                    </a:solidFill>
                    <a:latin typeface="Consolas" panose="020B0609020204030204" pitchFamily="49" charset="0"/>
                  </a:rPr>
                  <a:t>/</a:t>
                </a: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predicates then</a:t>
                </a:r>
              </a:p>
              <a:p>
                <a:pPr>
                  <a:spcBef>
                    <a:spcPts val="1200"/>
                  </a:spcBef>
                  <a:buNone/>
                </a:pPr>
                <a:r>
                  <a:rPr lang="en-US" sz="2000" b="1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</a:t>
                </a:r>
                <a:r>
                  <a:rPr lang="en-US" sz="2000" b="1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if</a:t>
                </a: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they have same name </a:t>
                </a:r>
                <a:r>
                  <a:rPr lang="en-US" sz="2000" b="1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and</a:t>
                </a: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arity then</a:t>
                </a:r>
              </a:p>
              <a:p>
                <a:pPr>
                  <a:spcBef>
                    <a:spcPts val="1200"/>
                  </a:spcBef>
                  <a:buNone/>
                </a:pP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</a:t>
                </a:r>
                <a:r>
                  <a:rPr lang="en-US" sz="2000" dirty="0">
                    <a:latin typeface="Consolas" panose="020B0609020204030204" pitchFamily="49" charset="0"/>
                  </a:rPr>
                  <a:t>UNIFY-ARGS(</a:t>
                </a:r>
                <a:r>
                  <a:rPr lang="en-US" sz="2000" dirty="0" err="1">
                    <a:latin typeface="Consolas" panose="020B0609020204030204" pitchFamily="49" charset="0"/>
                  </a:rPr>
                  <a:t>args</a:t>
                </a:r>
                <a:r>
                  <a:rPr lang="en-US" sz="2000" dirty="0">
                    <a:latin typeface="Consolas" panose="020B0609020204030204" pitchFamily="49" charset="0"/>
                  </a:rPr>
                  <a:t>(exp1), </a:t>
                </a:r>
                <a:r>
                  <a:rPr lang="en-US" sz="2000" dirty="0" err="1">
                    <a:latin typeface="Consolas" panose="020B0609020204030204" pitchFamily="49" charset="0"/>
                  </a:rPr>
                  <a:t>args</a:t>
                </a:r>
                <a:r>
                  <a:rPr lang="en-US" sz="2000" dirty="0">
                    <a:latin typeface="Consolas" panose="020B0609020204030204" pitchFamily="49" charset="0"/>
                  </a:rPr>
                  <a:t>(exp2), θ)</a:t>
                </a:r>
                <a:endParaRPr lang="en-US" sz="200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pPr>
                  <a:spcBef>
                    <a:spcPts val="1200"/>
                  </a:spcBef>
                  <a:buNone/>
                </a:pP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</a:t>
                </a:r>
                <a:r>
                  <a:rPr lang="en-US" sz="2000" b="1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else</a:t>
                </a: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2000" b="1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return</a:t>
                </a: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FAIL</a:t>
                </a:r>
              </a:p>
              <a:p>
                <a:pPr>
                  <a:spcBef>
                    <a:spcPts val="1200"/>
                  </a:spcBef>
                  <a:buNone/>
                </a:pPr>
                <a:endParaRPr lang="en-US" sz="500" b="1" dirty="0">
                  <a:solidFill>
                    <a:srgbClr val="0000FF"/>
                  </a:solidFill>
                  <a:latin typeface="Consolas" panose="020B0609020204030204" pitchFamily="49" charset="0"/>
                </a:endParaRPr>
              </a:p>
              <a:p>
                <a:pPr>
                  <a:spcBef>
                    <a:spcPts val="1200"/>
                  </a:spcBef>
                  <a:buNone/>
                </a:pPr>
                <a:r>
                  <a:rPr lang="en-US" sz="2000" b="1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    return</a:t>
                </a: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FAIL</a:t>
                </a:r>
                <a:endParaRPr lang="en-US" sz="20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14DFFF76-1F19-399D-635C-10E51ADD28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3284" y="635268"/>
                <a:ext cx="7260592" cy="6020713"/>
              </a:xfrm>
              <a:blipFill>
                <a:blip r:embed="rId2"/>
                <a:stretch>
                  <a:fillRect l="-924" t="-10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7AF05F51-7CEB-B756-2BA4-067E76C6A532}"/>
              </a:ext>
            </a:extLst>
          </p:cNvPr>
          <p:cNvSpPr txBox="1"/>
          <p:nvPr/>
        </p:nvSpPr>
        <p:spPr>
          <a:xfrm>
            <a:off x="5258472" y="1000884"/>
            <a:ext cx="3969669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# If already failed, propagate failure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24849B-0F07-23C0-F5E7-50CFF9253664}"/>
              </a:ext>
            </a:extLst>
          </p:cNvPr>
          <p:cNvSpPr txBox="1"/>
          <p:nvPr/>
        </p:nvSpPr>
        <p:spPr>
          <a:xfrm>
            <a:off x="5258472" y="1400994"/>
            <a:ext cx="4897582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</a:rPr>
              <a:t># Identical expressions need no substitutions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635444-F0C1-94A2-E92C-6CA43BD09386}"/>
              </a:ext>
            </a:extLst>
          </p:cNvPr>
          <p:cNvSpPr txBox="1"/>
          <p:nvPr/>
        </p:nvSpPr>
        <p:spPr>
          <a:xfrm>
            <a:off x="6303146" y="2822314"/>
            <a:ext cx="4767308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</a:rPr>
              <a:t># Handle either expression being variables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429A92-B51D-3A01-9733-51DC93B2A25A}"/>
              </a:ext>
            </a:extLst>
          </p:cNvPr>
          <p:cNvSpPr txBox="1"/>
          <p:nvPr/>
        </p:nvSpPr>
        <p:spPr>
          <a:xfrm>
            <a:off x="7655442" y="4896013"/>
            <a:ext cx="3406143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</a:rPr>
              <a:t># Unify all arguments pairwise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CAC544-8740-403D-EC78-C87910A27D1F}"/>
              </a:ext>
            </a:extLst>
          </p:cNvPr>
          <p:cNvSpPr txBox="1"/>
          <p:nvPr/>
        </p:nvSpPr>
        <p:spPr>
          <a:xfrm>
            <a:off x="3964387" y="5344347"/>
            <a:ext cx="3406143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# Different functions or arity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04F964-30A2-1ED5-981B-D3F0E60904D2}"/>
              </a:ext>
            </a:extLst>
          </p:cNvPr>
          <p:cNvSpPr txBox="1"/>
          <p:nvPr/>
        </p:nvSpPr>
        <p:spPr>
          <a:xfrm>
            <a:off x="7655442" y="4071410"/>
            <a:ext cx="3616845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</a:rPr>
              <a:t># Handle compound expressions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7A4F632-9EB7-57EE-12DC-2A0AFAA9C42D}"/>
                  </a:ext>
                </a:extLst>
              </p:cNvPr>
              <p:cNvSpPr txBox="1"/>
              <p:nvPr/>
            </p:nvSpPr>
            <p:spPr>
              <a:xfrm>
                <a:off x="5258472" y="643485"/>
                <a:ext cx="3969669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solidFill>
                      <a:srgbClr val="00B050"/>
                    </a:solidFill>
                  </a:rPr>
                  <a:t>#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2000" dirty="0">
                    <a:solidFill>
                      <a:srgbClr val="00B050"/>
                    </a:solidFill>
                  </a:rPr>
                  <a:t> is a list of substitutions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7A4F632-9EB7-57EE-12DC-2A0AFAA9C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8472" y="643485"/>
                <a:ext cx="3969669" cy="400110"/>
              </a:xfrm>
              <a:prstGeom prst="rect">
                <a:avLst/>
              </a:prstGeom>
              <a:blipFill>
                <a:blip r:embed="rId3"/>
                <a:stretch>
                  <a:fillRect l="-1690" t="-9231" b="-2769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ight Brace 7">
            <a:extLst>
              <a:ext uri="{FF2B5EF4-FFF2-40B4-BE49-F238E27FC236}">
                <a16:creationId xmlns:a16="http://schemas.microsoft.com/office/drawing/2014/main" id="{7C5C00ED-78F7-C603-F06B-7ADF283BC010}"/>
              </a:ext>
            </a:extLst>
          </p:cNvPr>
          <p:cNvSpPr/>
          <p:nvPr/>
        </p:nvSpPr>
        <p:spPr>
          <a:xfrm>
            <a:off x="5948039" y="2288049"/>
            <a:ext cx="355107" cy="1430604"/>
          </a:xfrm>
          <a:prstGeom prst="rightBrac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C760D6-4B59-674D-7000-47636AD8A383}"/>
              </a:ext>
            </a:extLst>
          </p:cNvPr>
          <p:cNvSpPr txBox="1"/>
          <p:nvPr/>
        </p:nvSpPr>
        <p:spPr>
          <a:xfrm>
            <a:off x="2805059" y="5949276"/>
            <a:ext cx="4120246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# Cannot unify: no other cases match</a:t>
            </a:r>
          </a:p>
        </p:txBody>
      </p:sp>
    </p:spTree>
    <p:extLst>
      <p:ext uri="{BB962C8B-B14F-4D97-AF65-F5344CB8AC3E}">
        <p14:creationId xmlns:p14="http://schemas.microsoft.com/office/powerpoint/2010/main" val="4230552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" grpId="0"/>
      <p:bldP spid="3" grpId="0"/>
      <p:bldP spid="5" grpId="0"/>
      <p:bldP spid="6" grpId="0"/>
      <p:bldP spid="7" grpId="0"/>
      <p:bldP spid="8" grpId="0" animBg="1"/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826EC-5FCC-69A8-A836-8F0438BE4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D519A601-8437-F3BC-7FDE-E217F313A725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3600" dirty="0"/>
              <a:t>UNIFY-VAR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50D74E82-8307-E4CA-72DD-F6835AE14C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1489" y="757990"/>
                <a:ext cx="9560796" cy="5536932"/>
              </a:xfrm>
              <a:ln>
                <a:noFill/>
              </a:ln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function UNIFY</a:t>
                </a:r>
                <a:r>
                  <a:rPr lang="en-US" sz="2000" b="1" dirty="0">
                    <a:solidFill>
                      <a:srgbClr val="000080"/>
                    </a:solidFill>
                    <a:effectLst/>
                    <a:latin typeface="Consolas" panose="020B0609020204030204" pitchFamily="49" charset="0"/>
                  </a:rPr>
                  <a:t>-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VAR</a:t>
                </a:r>
                <a:r>
                  <a:rPr lang="en-US" sz="2000" b="1" dirty="0">
                    <a:solidFill>
                      <a:srgbClr val="000080"/>
                    </a:solidFill>
                    <a:effectLst/>
                    <a:latin typeface="Consolas" panose="020B0609020204030204" pitchFamily="49" charset="0"/>
                  </a:rPr>
                  <a:t>(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var</a:t>
                </a:r>
                <a:r>
                  <a:rPr lang="en-US" sz="2000" b="1" dirty="0">
                    <a:solidFill>
                      <a:srgbClr val="000080"/>
                    </a:solidFill>
                    <a:effectLst/>
                    <a:latin typeface="Consolas" panose="020B0609020204030204" pitchFamily="49" charset="0"/>
                  </a:rPr>
                  <a:t>,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 x</a:t>
                </a:r>
                <a:r>
                  <a:rPr lang="en-US" sz="2000" b="1" dirty="0">
                    <a:solidFill>
                      <a:srgbClr val="000080"/>
                    </a:solidFill>
                    <a:effectLst/>
                    <a:latin typeface="Consolas" panose="020B0609020204030204" pitchFamily="49" charset="0"/>
                  </a:rPr>
                  <a:t>,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2000" b="1" dirty="0">
                    <a:solidFill>
                      <a:srgbClr val="000080"/>
                    </a:solidFill>
                    <a:effectLst/>
                    <a:latin typeface="Consolas" panose="020B0609020204030204" pitchFamily="49" charset="0"/>
                  </a:rPr>
                  <a:t>):</a:t>
                </a:r>
              </a:p>
              <a:p>
                <a:pPr>
                  <a:buNone/>
                </a:pPr>
                <a:r>
                  <a:rPr lang="en-US" sz="2000" b="1" dirty="0">
                    <a:solidFill>
                      <a:srgbClr val="000080"/>
                    </a:solidFill>
                    <a:latin typeface="Consolas" panose="020B0609020204030204" pitchFamily="49" charset="0"/>
                  </a:rPr>
                  <a:t>    </a:t>
                </a:r>
                <a:r>
                  <a:rPr lang="en-US" sz="2000" dirty="0">
                    <a:solidFill>
                      <a:srgbClr val="00B050"/>
                    </a:solidFill>
                    <a:effectLst/>
                    <a:latin typeface="Consolas" panose="020B0609020204030204" pitchFamily="49" charset="0"/>
                  </a:rPr>
                  <a:t># If var already has a binding, unify its value with x</a:t>
                </a:r>
              </a:p>
              <a:p>
                <a:pPr>
                  <a:buNone/>
                </a:pP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:r>
                  <a:rPr lang="en-US" sz="2000" b="1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</a:rPr>
                  <a:t>if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2000" b="1" dirty="0">
                    <a:solidFill>
                      <a:srgbClr val="000080"/>
                    </a:solidFill>
                    <a:effectLst/>
                    <a:latin typeface="Consolas" panose="020B0609020204030204" pitchFamily="49" charset="0"/>
                  </a:rPr>
                  <a:t>(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var</a:t>
                </a:r>
                <a:r>
                  <a:rPr lang="en-US" sz="2000" b="1" dirty="0">
                    <a:solidFill>
                      <a:srgbClr val="000080"/>
                    </a:solidFill>
                    <a:effectLst/>
                    <a:latin typeface="Consolas" panose="020B0609020204030204" pitchFamily="49" charset="0"/>
                  </a:rPr>
                  <a:t>)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:r>
                  <a:rPr lang="en-US" sz="2000" b="1" dirty="0">
                    <a:solidFill>
                      <a:srgbClr val="000080"/>
                    </a:solidFill>
                    <a:effectLst/>
                    <a:latin typeface="Consolas" panose="020B0609020204030204" pitchFamily="49" charset="0"/>
                  </a:rPr>
                  <a:t>=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:r>
                  <a:rPr lang="en-US" sz="200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val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 then</a:t>
                </a:r>
              </a:p>
              <a:p>
                <a:pPr>
                  <a:buNone/>
                </a:pP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</a:t>
                </a:r>
                <a:r>
                  <a:rPr lang="en-US" sz="2000" b="1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</a:rPr>
                  <a:t>return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 UNIFY</a:t>
                </a:r>
                <a:r>
                  <a:rPr lang="en-US" sz="2000" b="1" dirty="0">
                    <a:solidFill>
                      <a:srgbClr val="000080"/>
                    </a:solidFill>
                    <a:effectLst/>
                    <a:latin typeface="Consolas" panose="020B0609020204030204" pitchFamily="49" charset="0"/>
                  </a:rPr>
                  <a:t>(</a:t>
                </a:r>
                <a:r>
                  <a:rPr lang="en-US" sz="200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val</a:t>
                </a:r>
                <a:r>
                  <a:rPr lang="en-US" sz="2000" b="1" dirty="0">
                    <a:solidFill>
                      <a:srgbClr val="000080"/>
                    </a:solidFill>
                    <a:effectLst/>
                    <a:latin typeface="Consolas" panose="020B0609020204030204" pitchFamily="49" charset="0"/>
                  </a:rPr>
                  <a:t>,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 x</a:t>
                </a:r>
                <a:r>
                  <a:rPr lang="en-US" sz="2000" b="1" dirty="0">
                    <a:solidFill>
                      <a:srgbClr val="000080"/>
                    </a:solidFill>
                    <a:effectLst/>
                    <a:latin typeface="Consolas" panose="020B0609020204030204" pitchFamily="49" charset="0"/>
                  </a:rPr>
                  <a:t>,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2000" b="1" dirty="0">
                    <a:solidFill>
                      <a:srgbClr val="000080"/>
                    </a:solidFill>
                    <a:effectLst/>
                    <a:latin typeface="Consolas" panose="020B0609020204030204" pitchFamily="49" charset="0"/>
                  </a:rPr>
                  <a:t>)</a:t>
                </a:r>
                <a:endParaRPr lang="en-US" sz="200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buNone/>
                </a:pPr>
                <a:endParaRPr lang="en-US" sz="2000" b="1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pPr>
                  <a:buNone/>
                </a:pPr>
                <a:r>
                  <a:rPr lang="en-US" sz="2000" b="1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</a:t>
                </a:r>
                <a:r>
                  <a:rPr lang="en-US" sz="2000" dirty="0">
                    <a:solidFill>
                      <a:srgbClr val="00B050"/>
                    </a:solidFill>
                    <a:effectLst/>
                    <a:latin typeface="Consolas" panose="020B0609020204030204" pitchFamily="49" charset="0"/>
                  </a:rPr>
                  <a:t># If x is a variable with a binding, unify var with x's value </a:t>
                </a:r>
              </a:p>
              <a:p>
                <a:pPr>
                  <a:buNone/>
                </a:pPr>
                <a:r>
                  <a:rPr lang="en-US" sz="2000" b="1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</a:t>
                </a:r>
                <a:r>
                  <a:rPr lang="en-US" sz="2000" b="1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</a:rPr>
                  <a:t>else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:r>
                  <a:rPr lang="en-US" sz="2000" b="1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</a:rPr>
                  <a:t>if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 x </a:t>
                </a:r>
                <a:r>
                  <a:rPr lang="en-US" sz="2000" b="1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</a:rPr>
                  <a:t>is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 a variable </a:t>
                </a:r>
                <a:r>
                  <a:rPr lang="en-US" sz="2000" b="1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</a:rPr>
                  <a:t>and</a:t>
                </a: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2000" b="1" dirty="0">
                    <a:solidFill>
                      <a:srgbClr val="000080"/>
                    </a:solidFill>
                    <a:latin typeface="Consolas" panose="020B0609020204030204" pitchFamily="49" charset="0"/>
                  </a:rPr>
                  <a:t>(</a:t>
                </a: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x</a:t>
                </a:r>
                <a:r>
                  <a:rPr lang="en-US" sz="2000" b="1" dirty="0">
                    <a:solidFill>
                      <a:srgbClr val="000080"/>
                    </a:solidFill>
                    <a:latin typeface="Consolas" panose="020B0609020204030204" pitchFamily="49" charset="0"/>
                  </a:rPr>
                  <a:t>)</a:t>
                </a: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2000" b="1" dirty="0">
                    <a:solidFill>
                      <a:srgbClr val="000080"/>
                    </a:solidFill>
                    <a:latin typeface="Consolas" panose="020B0609020204030204" pitchFamily="49" charset="0"/>
                  </a:rPr>
                  <a:t>=</a:t>
                </a: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2000" dirty="0" err="1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val</a:t>
                </a: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then</a:t>
                </a:r>
              </a:p>
              <a:p>
                <a:pPr>
                  <a:buNone/>
                </a:pPr>
                <a:r>
                  <a:rPr lang="en-US" sz="2000" b="1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</a:t>
                </a:r>
                <a:r>
                  <a:rPr lang="en-US" sz="2000" b="1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</a:rPr>
                  <a:t>return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 UNIFY</a:t>
                </a:r>
                <a:r>
                  <a:rPr lang="en-US" sz="2000" b="1" dirty="0">
                    <a:solidFill>
                      <a:srgbClr val="000080"/>
                    </a:solidFill>
                    <a:effectLst/>
                    <a:latin typeface="Consolas" panose="020B0609020204030204" pitchFamily="49" charset="0"/>
                  </a:rPr>
                  <a:t>(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var</a:t>
                </a:r>
                <a:r>
                  <a:rPr lang="en-US" sz="2000" b="1" dirty="0">
                    <a:solidFill>
                      <a:srgbClr val="000080"/>
                    </a:solidFill>
                    <a:effectLst/>
                    <a:latin typeface="Consolas" panose="020B0609020204030204" pitchFamily="49" charset="0"/>
                  </a:rPr>
                  <a:t>,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:r>
                  <a:rPr lang="en-US" sz="200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val</a:t>
                </a:r>
                <a:r>
                  <a:rPr lang="en-US" sz="2000" b="1" dirty="0">
                    <a:solidFill>
                      <a:srgbClr val="000080"/>
                    </a:solidFill>
                    <a:effectLst/>
                    <a:latin typeface="Consolas" panose="020B0609020204030204" pitchFamily="49" charset="0"/>
                  </a:rPr>
                  <a:t>,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2000" b="1" dirty="0">
                    <a:solidFill>
                      <a:srgbClr val="000080"/>
                    </a:solidFill>
                    <a:effectLst/>
                    <a:latin typeface="Consolas" panose="020B0609020204030204" pitchFamily="49" charset="0"/>
                  </a:rPr>
                  <a:t>)</a:t>
                </a:r>
              </a:p>
              <a:p>
                <a:pPr>
                  <a:buNone/>
                </a:pPr>
                <a:endParaRPr lang="en-US" sz="2000" b="1" dirty="0">
                  <a:solidFill>
                    <a:srgbClr val="000080"/>
                  </a:solidFill>
                  <a:latin typeface="Consolas" panose="020B0609020204030204" pitchFamily="49" charset="0"/>
                </a:endParaRPr>
              </a:p>
              <a:p>
                <a:pPr>
                  <a:buNone/>
                </a:pPr>
                <a:r>
                  <a:rPr lang="en-US" sz="2000" b="1" dirty="0">
                    <a:solidFill>
                      <a:srgbClr val="000080"/>
                    </a:solidFill>
                    <a:latin typeface="Consolas" panose="020B0609020204030204" pitchFamily="49" charset="0"/>
                  </a:rPr>
                  <a:t>   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:r>
                  <a:rPr lang="en-US" sz="2000" dirty="0">
                    <a:solidFill>
                      <a:srgbClr val="00B050"/>
                    </a:solidFill>
                    <a:effectLst/>
                    <a:latin typeface="Consolas" panose="020B0609020204030204" pitchFamily="49" charset="0"/>
                  </a:rPr>
                  <a:t># Prevent binding var to a term containing var (prevent</a:t>
                </a:r>
              </a:p>
              <a:p>
                <a:pPr>
                  <a:buNone/>
                </a:pPr>
                <a:r>
                  <a:rPr lang="en-US" sz="2000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    # </a:t>
                </a:r>
                <a:r>
                  <a:rPr lang="en-US" sz="2000" dirty="0">
                    <a:solidFill>
                      <a:srgbClr val="00B050"/>
                    </a:solidFill>
                    <a:effectLst/>
                    <a:latin typeface="Consolas" panose="020B0609020204030204" pitchFamily="49" charset="0"/>
                  </a:rPr>
                  <a:t>infinite structures)</a:t>
                </a:r>
              </a:p>
              <a:p>
                <a:pPr>
                  <a:buNone/>
                </a:pPr>
                <a:r>
                  <a:rPr lang="en-US" sz="2000" b="1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</a:t>
                </a:r>
                <a:r>
                  <a:rPr lang="en-US" sz="2000" b="1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</a:rPr>
                  <a:t>else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:r>
                  <a:rPr lang="en-US" sz="2000" b="1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</a:rPr>
                  <a:t>if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 OCCURS</a:t>
                </a:r>
                <a:r>
                  <a:rPr lang="en-US" sz="2000" b="1" dirty="0">
                    <a:solidFill>
                      <a:srgbClr val="000080"/>
                    </a:solidFill>
                    <a:effectLst/>
                    <a:latin typeface="Consolas" panose="020B0609020204030204" pitchFamily="49" charset="0"/>
                  </a:rPr>
                  <a:t>-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CHECK</a:t>
                </a:r>
                <a:r>
                  <a:rPr lang="en-US" sz="2000" b="1" dirty="0">
                    <a:solidFill>
                      <a:srgbClr val="000080"/>
                    </a:solidFill>
                    <a:effectLst/>
                    <a:latin typeface="Consolas" panose="020B0609020204030204" pitchFamily="49" charset="0"/>
                  </a:rPr>
                  <a:t>(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var</a:t>
                </a:r>
                <a:r>
                  <a:rPr lang="en-US" sz="2000" b="1" dirty="0">
                    <a:solidFill>
                      <a:srgbClr val="000080"/>
                    </a:solidFill>
                    <a:effectLst/>
                    <a:latin typeface="Consolas" panose="020B0609020204030204" pitchFamily="49" charset="0"/>
                  </a:rPr>
                  <a:t>,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 x</a:t>
                </a:r>
                <a:r>
                  <a:rPr lang="en-US" sz="2000" b="1" dirty="0">
                    <a:solidFill>
                      <a:srgbClr val="000080"/>
                    </a:solidFill>
                    <a:effectLst/>
                    <a:latin typeface="Consolas" panose="020B0609020204030204" pitchFamily="49" charset="0"/>
                  </a:rPr>
                  <a:t>)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 then </a:t>
                </a:r>
                <a:r>
                  <a:rPr lang="en-US" sz="2000" b="1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</a:rPr>
                  <a:t>return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 FAIL</a:t>
                </a:r>
              </a:p>
              <a:p>
                <a:pPr>
                  <a:buNone/>
                </a:pPr>
                <a:endParaRPr lang="en-US" sz="2000" b="1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pPr>
                  <a:buNone/>
                </a:pPr>
                <a:r>
                  <a:rPr lang="en-US" sz="2000" b="1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    </a:t>
                </a:r>
                <a:r>
                  <a:rPr lang="en-US" sz="2000" b="1" dirty="0">
                    <a:solidFill>
                      <a:srgbClr val="00B050"/>
                    </a:solidFill>
                    <a:effectLst/>
                    <a:latin typeface="Consolas" panose="020B0609020204030204" pitchFamily="49" charset="0"/>
                  </a:rPr>
                  <a:t>#</a:t>
                </a:r>
                <a:r>
                  <a:rPr lang="en-US" sz="2000" dirty="0">
                    <a:solidFill>
                      <a:srgbClr val="00B050"/>
                    </a:solidFill>
                    <a:effectLst/>
                    <a:latin typeface="Consolas" panose="020B0609020204030204" pitchFamily="49" charset="0"/>
                  </a:rPr>
                  <a:t> No conflicts: add the new binding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2000" b="1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(</a:t>
                </a:r>
                <a:r>
                  <a:rPr lang="en-US" sz="2000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var</a:t>
                </a:r>
                <a:r>
                  <a:rPr lang="en-US" sz="2000" b="1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)</a:t>
                </a:r>
                <a:r>
                  <a:rPr lang="en-US" sz="2000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2000" b="1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=</a:t>
                </a:r>
                <a:r>
                  <a:rPr lang="en-US" sz="2000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 x</a:t>
                </a:r>
                <a:endParaRPr lang="en-US" sz="2000" dirty="0">
                  <a:solidFill>
                    <a:srgbClr val="00B050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buNone/>
                </a:pPr>
                <a:r>
                  <a:rPr lang="en-US" sz="2000" b="1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</a:t>
                </a:r>
                <a:r>
                  <a:rPr lang="en-US" sz="2000" b="1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</a:rPr>
                  <a:t>else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:r>
                  <a:rPr lang="en-US" sz="2000" b="1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</a:rPr>
                  <a:t>return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 b="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var</m:t>
                        </m:r>
                        <m:r>
                          <a:rPr lang="en-US" sz="2000" b="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/ </m:t>
                        </m:r>
                        <m:r>
                          <m:rPr>
                            <m:sty m:val="p"/>
                          </m:rPr>
                          <a:rPr lang="en-US" sz="2000" b="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</m:oMath>
                </a14:m>
                <a:endParaRPr lang="en-US" sz="1400" dirty="0">
                  <a:effectLst/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50D74E82-8307-E4CA-72DD-F6835AE14C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1489" y="757990"/>
                <a:ext cx="9560796" cy="5536932"/>
              </a:xfrm>
              <a:blipFill>
                <a:blip r:embed="rId2"/>
                <a:stretch>
                  <a:fillRect l="-637" t="-1100" b="-9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796614F-B0F5-FAE2-F88B-EAA83A31AC33}"/>
              </a:ext>
            </a:extLst>
          </p:cNvPr>
          <p:cNvSpPr txBox="1"/>
          <p:nvPr/>
        </p:nvSpPr>
        <p:spPr>
          <a:xfrm>
            <a:off x="8162224" y="4967260"/>
            <a:ext cx="3806494" cy="163121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/>
              <a:t>Goal</a:t>
            </a:r>
            <a:r>
              <a:rPr lang="en-US" sz="2000" dirty="0"/>
              <a:t>: Given a variable and an expression, find a substitution that makes them identical, following any existing bindings and preventing circular references.</a:t>
            </a:r>
          </a:p>
        </p:txBody>
      </p:sp>
    </p:spTree>
    <p:extLst>
      <p:ext uri="{BB962C8B-B14F-4D97-AF65-F5344CB8AC3E}">
        <p14:creationId xmlns:p14="http://schemas.microsoft.com/office/powerpoint/2010/main" val="1060920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allAtOnce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27ADE-78AF-A7D4-4971-5314299E2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C9F4E973-82F5-657A-151C-C34B7860C291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3600" dirty="0"/>
              <a:t>UNIFY-VAR Examples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C35DE2E-BE84-E1D2-15F5-C36DC2FC6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81" y="69597"/>
            <a:ext cx="4911033" cy="187405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544B906-C329-6849-8473-0B5AA28DD31F}"/>
              </a:ext>
            </a:extLst>
          </p:cNvPr>
          <p:cNvSpPr txBox="1"/>
          <p:nvPr/>
        </p:nvSpPr>
        <p:spPr>
          <a:xfrm>
            <a:off x="2971801" y="2301554"/>
            <a:ext cx="3407048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UNIFY-VAR(x, Alice, {})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8B15AA-361D-172A-2AA3-179C31D3F67B}"/>
              </a:ext>
            </a:extLst>
          </p:cNvPr>
          <p:cNvSpPr txBox="1"/>
          <p:nvPr/>
        </p:nvSpPr>
        <p:spPr>
          <a:xfrm>
            <a:off x="8758988" y="2299401"/>
            <a:ext cx="1463041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{x/Alice}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A21C32-5544-BBED-4717-95B6E548949B}"/>
              </a:ext>
            </a:extLst>
          </p:cNvPr>
          <p:cNvSpPr txBox="1"/>
          <p:nvPr/>
        </p:nvSpPr>
        <p:spPr>
          <a:xfrm>
            <a:off x="8235383" y="2303960"/>
            <a:ext cx="456229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sym typeface="Wingdings" panose="05000000000000000000" pitchFamily="2" charset="2"/>
              </a:rPr>
              <a:t></a:t>
            </a:r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0A6FCC2-EEDC-6488-423E-D1FA73465A80}"/>
              </a:ext>
            </a:extLst>
          </p:cNvPr>
          <p:cNvSpPr txBox="1"/>
          <p:nvPr/>
        </p:nvSpPr>
        <p:spPr>
          <a:xfrm>
            <a:off x="2971801" y="2960683"/>
            <a:ext cx="3833261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s-ES" sz="2000" dirty="0">
                <a:latin typeface="Consolas" panose="020B0609020204030204" pitchFamily="49" charset="0"/>
              </a:rPr>
              <a:t>UNIFY-VAR(y, x, {x/Alice})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F08360A-AD5F-9BE0-B485-5A9021A18BFF}"/>
              </a:ext>
            </a:extLst>
          </p:cNvPr>
          <p:cNvSpPr txBox="1"/>
          <p:nvPr/>
        </p:nvSpPr>
        <p:spPr>
          <a:xfrm>
            <a:off x="8758988" y="2958383"/>
            <a:ext cx="2772077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{x/Alice, y/Alice}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071E642-5956-3F2E-C7C8-1673EEC20DC0}"/>
              </a:ext>
            </a:extLst>
          </p:cNvPr>
          <p:cNvSpPr txBox="1"/>
          <p:nvPr/>
        </p:nvSpPr>
        <p:spPr>
          <a:xfrm>
            <a:off x="8235383" y="2963089"/>
            <a:ext cx="456229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sym typeface="Wingdings" panose="05000000000000000000" pitchFamily="2" charset="2"/>
              </a:rPr>
              <a:t></a:t>
            </a:r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B8DD769-5CF0-0C25-6F7E-E48BE131A9E8}"/>
              </a:ext>
            </a:extLst>
          </p:cNvPr>
          <p:cNvSpPr txBox="1"/>
          <p:nvPr/>
        </p:nvSpPr>
        <p:spPr>
          <a:xfrm>
            <a:off x="2971801" y="3768873"/>
            <a:ext cx="4150894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s-ES" sz="2000" dirty="0">
                <a:latin typeface="Consolas" panose="020B0609020204030204" pitchFamily="49" charset="0"/>
              </a:rPr>
              <a:t>UNIFY-VAR(x, Bob, {x/Alice})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DDE0CF6-F78B-3A6E-A0E3-71EE2AFBDCCA}"/>
              </a:ext>
            </a:extLst>
          </p:cNvPr>
          <p:cNvSpPr txBox="1"/>
          <p:nvPr/>
        </p:nvSpPr>
        <p:spPr>
          <a:xfrm>
            <a:off x="8758989" y="3765270"/>
            <a:ext cx="847024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FAIL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9EB2DE-97A6-9969-43D1-3A8AE7369EFA}"/>
              </a:ext>
            </a:extLst>
          </p:cNvPr>
          <p:cNvSpPr txBox="1"/>
          <p:nvPr/>
        </p:nvSpPr>
        <p:spPr>
          <a:xfrm>
            <a:off x="8235383" y="3771279"/>
            <a:ext cx="456229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sym typeface="Wingdings" panose="05000000000000000000" pitchFamily="2" charset="2"/>
              </a:rPr>
              <a:t></a:t>
            </a:r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D71527A-1446-097C-14EA-2CF14EC63F74}"/>
              </a:ext>
            </a:extLst>
          </p:cNvPr>
          <p:cNvSpPr txBox="1"/>
          <p:nvPr/>
        </p:nvSpPr>
        <p:spPr>
          <a:xfrm>
            <a:off x="267100" y="2299401"/>
            <a:ext cx="2471353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dirty="0"/>
              <a:t>Simple variable binding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B51765A-6047-B85E-C27C-712D8F997A6D}"/>
              </a:ext>
            </a:extLst>
          </p:cNvPr>
          <p:cNvSpPr txBox="1"/>
          <p:nvPr/>
        </p:nvSpPr>
        <p:spPr>
          <a:xfrm>
            <a:off x="267100" y="2960683"/>
            <a:ext cx="2471353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dirty="0"/>
              <a:t>Following existing bindings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1DFA2D9-D7AB-6176-4C01-6BE3E90DAEFB}"/>
              </a:ext>
            </a:extLst>
          </p:cNvPr>
          <p:cNvSpPr txBox="1"/>
          <p:nvPr/>
        </p:nvSpPr>
        <p:spPr>
          <a:xfrm>
            <a:off x="267100" y="3768873"/>
            <a:ext cx="2471353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dirty="0"/>
              <a:t>Variable already bound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F8345C9-DC06-8888-C506-664CBFB9191E}"/>
              </a:ext>
            </a:extLst>
          </p:cNvPr>
          <p:cNvSpPr txBox="1"/>
          <p:nvPr/>
        </p:nvSpPr>
        <p:spPr>
          <a:xfrm>
            <a:off x="2971802" y="6076010"/>
            <a:ext cx="5363676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s-ES" sz="2000" dirty="0">
                <a:latin typeface="Consolas" panose="020B0609020204030204" pitchFamily="49" charset="0"/>
              </a:rPr>
              <a:t>UNIFY-VAR(x, </a:t>
            </a:r>
            <a:r>
              <a:rPr lang="es-ES" sz="2000" dirty="0" err="1">
                <a:latin typeface="Consolas" panose="020B0609020204030204" pitchFamily="49" charset="0"/>
              </a:rPr>
              <a:t>Parent</a:t>
            </a:r>
            <a:r>
              <a:rPr lang="es-ES" sz="2000" dirty="0">
                <a:latin typeface="Consolas" panose="020B0609020204030204" pitchFamily="49" charset="0"/>
              </a:rPr>
              <a:t>(y, x), {y/Alice})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387FD07-3619-3931-37F4-64C72F9EF06E}"/>
              </a:ext>
            </a:extLst>
          </p:cNvPr>
          <p:cNvSpPr txBox="1"/>
          <p:nvPr/>
        </p:nvSpPr>
        <p:spPr>
          <a:xfrm>
            <a:off x="8691612" y="6078416"/>
            <a:ext cx="770022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FAIL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4970E40-348C-228C-2D19-4B31464584B2}"/>
              </a:ext>
            </a:extLst>
          </p:cNvPr>
          <p:cNvSpPr txBox="1"/>
          <p:nvPr/>
        </p:nvSpPr>
        <p:spPr>
          <a:xfrm>
            <a:off x="8302759" y="6078416"/>
            <a:ext cx="456229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sym typeface="Wingdings" panose="05000000000000000000" pitchFamily="2" charset="2"/>
              </a:rPr>
              <a:t></a:t>
            </a:r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CAB38F8-2B40-DC3C-EE4C-B51B317ED4CB}"/>
              </a:ext>
            </a:extLst>
          </p:cNvPr>
          <p:cNvSpPr txBox="1"/>
          <p:nvPr/>
        </p:nvSpPr>
        <p:spPr>
          <a:xfrm>
            <a:off x="267100" y="6076010"/>
            <a:ext cx="2471353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dirty="0"/>
              <a:t>Occurs check violation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59C731E-AA84-C63C-8574-446BED3AE763}"/>
              </a:ext>
            </a:extLst>
          </p:cNvPr>
          <p:cNvSpPr txBox="1"/>
          <p:nvPr/>
        </p:nvSpPr>
        <p:spPr>
          <a:xfrm>
            <a:off x="2971801" y="4398631"/>
            <a:ext cx="4997917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UNIFY-VAR(z, </a:t>
            </a:r>
            <a:r>
              <a:rPr lang="en-US" sz="2000" dirty="0" err="1">
                <a:latin typeface="Consolas" panose="020B0609020204030204" pitchFamily="49" charset="0"/>
              </a:rPr>
              <a:t>MotherOf</a:t>
            </a:r>
            <a:r>
              <a:rPr lang="en-US" sz="2000" dirty="0">
                <a:latin typeface="Consolas" panose="020B0609020204030204" pitchFamily="49" charset="0"/>
              </a:rPr>
              <a:t>(Alice), {})</a:t>
            </a:r>
            <a:endParaRPr lang="es-ES" sz="2000" dirty="0">
              <a:latin typeface="Consolas" panose="020B0609020204030204" pitchFamily="49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399DD0C-ABDD-DDCB-EC6C-E2BAE01F3FFF}"/>
              </a:ext>
            </a:extLst>
          </p:cNvPr>
          <p:cNvSpPr txBox="1"/>
          <p:nvPr/>
        </p:nvSpPr>
        <p:spPr>
          <a:xfrm>
            <a:off x="8758988" y="4394365"/>
            <a:ext cx="2868329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{z/</a:t>
            </a:r>
            <a:r>
              <a:rPr lang="en-US" sz="2000" dirty="0" err="1">
                <a:latin typeface="Consolas" panose="020B0609020204030204" pitchFamily="49" charset="0"/>
              </a:rPr>
              <a:t>MotherOf</a:t>
            </a:r>
            <a:r>
              <a:rPr lang="en-US" sz="2000" dirty="0">
                <a:latin typeface="Consolas" panose="020B0609020204030204" pitchFamily="49" charset="0"/>
              </a:rPr>
              <a:t>(Alice)}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6EB89DB-5EC6-D919-4DE7-9A6950880B7E}"/>
              </a:ext>
            </a:extLst>
          </p:cNvPr>
          <p:cNvSpPr txBox="1"/>
          <p:nvPr/>
        </p:nvSpPr>
        <p:spPr>
          <a:xfrm>
            <a:off x="8264260" y="4401037"/>
            <a:ext cx="456229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sym typeface="Wingdings" panose="05000000000000000000" pitchFamily="2" charset="2"/>
              </a:rPr>
              <a:t></a:t>
            </a:r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CA60AE6-D6F0-09D9-F24E-EDE8EA967B9E}"/>
              </a:ext>
            </a:extLst>
          </p:cNvPr>
          <p:cNvSpPr txBox="1"/>
          <p:nvPr/>
        </p:nvSpPr>
        <p:spPr>
          <a:xfrm>
            <a:off x="267100" y="4398631"/>
            <a:ext cx="2471353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dirty="0"/>
              <a:t>Binding to a complex term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A8BE9C9-4612-359A-6FE9-8C6AA00F68EB}"/>
              </a:ext>
            </a:extLst>
          </p:cNvPr>
          <p:cNvSpPr txBox="1"/>
          <p:nvPr/>
        </p:nvSpPr>
        <p:spPr>
          <a:xfrm>
            <a:off x="2971801" y="5269123"/>
            <a:ext cx="4997917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s-ES" sz="2000" dirty="0">
                <a:latin typeface="Consolas" panose="020B0609020204030204" pitchFamily="49" charset="0"/>
              </a:rPr>
              <a:t>UNIFY-VAR(z, y, {x/Alice, y/x})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14A10D1-5B33-4A76-FF68-9606E8B5E0B1}"/>
              </a:ext>
            </a:extLst>
          </p:cNvPr>
          <p:cNvSpPr txBox="1"/>
          <p:nvPr/>
        </p:nvSpPr>
        <p:spPr>
          <a:xfrm>
            <a:off x="8691612" y="5269123"/>
            <a:ext cx="3426595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{x/Alice, y/x, z/Alice}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56D6C16-8494-562E-463C-028AB3C33B52}"/>
              </a:ext>
            </a:extLst>
          </p:cNvPr>
          <p:cNvSpPr txBox="1"/>
          <p:nvPr/>
        </p:nvSpPr>
        <p:spPr>
          <a:xfrm>
            <a:off x="8264260" y="5271529"/>
            <a:ext cx="456229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sym typeface="Wingdings" panose="05000000000000000000" pitchFamily="2" charset="2"/>
              </a:rPr>
              <a:t></a:t>
            </a:r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6A0DB72-8809-B661-C923-18E1FEBB7C1A}"/>
              </a:ext>
            </a:extLst>
          </p:cNvPr>
          <p:cNvSpPr txBox="1"/>
          <p:nvPr/>
        </p:nvSpPr>
        <p:spPr>
          <a:xfrm>
            <a:off x="267100" y="5269123"/>
            <a:ext cx="2471353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dirty="0"/>
              <a:t>Chain of variable bindings</a:t>
            </a:r>
          </a:p>
        </p:txBody>
      </p:sp>
    </p:spTree>
    <p:extLst>
      <p:ext uri="{BB962C8B-B14F-4D97-AF65-F5344CB8AC3E}">
        <p14:creationId xmlns:p14="http://schemas.microsoft.com/office/powerpoint/2010/main" val="1576112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1" grpId="0"/>
      <p:bldP spid="32" grpId="0"/>
      <p:bldP spid="33" grpId="0"/>
      <p:bldP spid="34" grpId="0"/>
      <p:bldP spid="35" grpId="0"/>
      <p:bldP spid="36" grpId="0"/>
      <p:bldP spid="38" grpId="0"/>
      <p:bldP spid="39" grpId="0"/>
      <p:bldP spid="40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EA6A7-04A2-035F-C7E6-28F2F87EE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9DAC88E7-2E70-C4B9-0DD8-7C7D30710D2F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3600" dirty="0"/>
              <a:t>UNIFY-ARGS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376CB17C-46AD-C6B9-0938-B4A73BC638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3283" y="352432"/>
                <a:ext cx="7669433" cy="6356376"/>
              </a:xfrm>
              <a:ln>
                <a:noFill/>
              </a:ln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function UNIFY</a:t>
                </a:r>
                <a:r>
                  <a:rPr lang="en-US" sz="2000" b="1" dirty="0">
                    <a:solidFill>
                      <a:srgbClr val="000080"/>
                    </a:solidFill>
                    <a:effectLst/>
                    <a:latin typeface="Consolas" panose="020B0609020204030204" pitchFamily="49" charset="0"/>
                  </a:rPr>
                  <a:t>-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ARGS</a:t>
                </a:r>
                <a:r>
                  <a:rPr lang="en-US" sz="2000" b="1" dirty="0">
                    <a:solidFill>
                      <a:srgbClr val="000080"/>
                    </a:solidFill>
                    <a:effectLst/>
                    <a:latin typeface="Consolas" panose="020B0609020204030204" pitchFamily="49" charset="0"/>
                  </a:rPr>
                  <a:t>(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args1</a:t>
                </a:r>
                <a:r>
                  <a:rPr lang="en-US" sz="2000" b="1" dirty="0">
                    <a:solidFill>
                      <a:srgbClr val="000080"/>
                    </a:solidFill>
                    <a:effectLst/>
                    <a:latin typeface="Consolas" panose="020B0609020204030204" pitchFamily="49" charset="0"/>
                  </a:rPr>
                  <a:t>,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 args2</a:t>
                </a:r>
                <a:r>
                  <a:rPr lang="en-US" sz="2000" b="1" dirty="0">
                    <a:solidFill>
                      <a:srgbClr val="000080"/>
                    </a:solidFill>
                    <a:effectLst/>
                    <a:latin typeface="Consolas" panose="020B0609020204030204" pitchFamily="49" charset="0"/>
                  </a:rPr>
                  <a:t>,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2000" b="1" dirty="0">
                    <a:solidFill>
                      <a:srgbClr val="000080"/>
                    </a:solidFill>
                    <a:effectLst/>
                    <a:latin typeface="Consolas" panose="020B0609020204030204" pitchFamily="49" charset="0"/>
                  </a:rPr>
                  <a:t>):</a:t>
                </a:r>
              </a:p>
              <a:p>
                <a:pPr>
                  <a:buNone/>
                </a:pPr>
                <a:r>
                  <a:rPr lang="en-US" sz="2000" b="1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</a:t>
                </a:r>
                <a:r>
                  <a:rPr lang="en-US" sz="2000" b="1" dirty="0">
                    <a:solidFill>
                      <a:srgbClr val="00B050"/>
                    </a:solidFill>
                    <a:effectLst/>
                    <a:latin typeface="Consolas" panose="020B0609020204030204" pitchFamily="49" charset="0"/>
                  </a:rPr>
                  <a:t>#</a:t>
                </a:r>
                <a:r>
                  <a:rPr lang="en-US" sz="2000" dirty="0">
                    <a:solidFill>
                      <a:srgbClr val="00B050"/>
                    </a:solidFill>
                    <a:effectLst/>
                    <a:latin typeface="Consolas" panose="020B0609020204030204" pitchFamily="49" charset="0"/>
                  </a:rPr>
                  <a:t> Base case</a:t>
                </a:r>
                <a:r>
                  <a:rPr lang="en-US" sz="2000" b="1" dirty="0">
                    <a:solidFill>
                      <a:srgbClr val="00B050"/>
                    </a:solidFill>
                    <a:effectLst/>
                    <a:latin typeface="Consolas" panose="020B0609020204030204" pitchFamily="49" charset="0"/>
                  </a:rPr>
                  <a:t>:</a:t>
                </a:r>
                <a:r>
                  <a:rPr lang="en-US" sz="2000" dirty="0">
                    <a:solidFill>
                      <a:srgbClr val="00B050"/>
                    </a:solidFill>
                    <a:effectLst/>
                    <a:latin typeface="Consolas" panose="020B0609020204030204" pitchFamily="49" charset="0"/>
                  </a:rPr>
                  <a:t> no more arguments to unify</a:t>
                </a:r>
              </a:p>
              <a:p>
                <a:pPr>
                  <a:buNone/>
                </a:pP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:r>
                  <a:rPr lang="en-US" sz="2000" b="1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</a:rPr>
                  <a:t>if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 args1 </a:t>
                </a:r>
                <a:r>
                  <a:rPr lang="en-US" sz="2000" b="1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</a:rPr>
                  <a:t>and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 args2 are both empty then </a:t>
                </a:r>
                <a:r>
                  <a:rPr lang="en-US" sz="2000" b="1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</a:rPr>
                  <a:t>return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lang="en-US" sz="200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buNone/>
                </a:pPr>
                <a:endParaRPr lang="en-US" sz="100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pPr>
                  <a:buNone/>
                </a:pPr>
                <a:r>
                  <a:rPr lang="en-US" sz="2000" dirty="0">
                    <a:solidFill>
                      <a:srgbClr val="00B050"/>
                    </a:solidFill>
                    <a:effectLst/>
                    <a:latin typeface="Consolas" panose="020B0609020204030204" pitchFamily="49" charset="0"/>
                  </a:rPr>
                  <a:t>    </a:t>
                </a:r>
                <a:r>
                  <a:rPr lang="en-US" sz="2000" b="1" dirty="0">
                    <a:solidFill>
                      <a:srgbClr val="00B050"/>
                    </a:solidFill>
                    <a:effectLst/>
                    <a:latin typeface="Consolas" panose="020B0609020204030204" pitchFamily="49" charset="0"/>
                  </a:rPr>
                  <a:t>#</a:t>
                </a:r>
                <a:r>
                  <a:rPr lang="en-US" sz="2000" dirty="0">
                    <a:solidFill>
                      <a:srgbClr val="00B050"/>
                    </a:solidFill>
                    <a:effectLst/>
                    <a:latin typeface="Consolas" panose="020B0609020204030204" pitchFamily="49" charset="0"/>
                  </a:rPr>
                  <a:t> Different number of arguments </a:t>
                </a:r>
                <a:r>
                  <a:rPr lang="en-US" sz="2000" b="1" dirty="0">
                    <a:solidFill>
                      <a:srgbClr val="00B050"/>
                    </a:solidFill>
                    <a:effectLst/>
                    <a:latin typeface="Consolas" panose="020B0609020204030204" pitchFamily="49" charset="0"/>
                  </a:rPr>
                  <a:t>-</a:t>
                </a:r>
                <a:r>
                  <a:rPr lang="en-US" sz="2000" dirty="0">
                    <a:solidFill>
                      <a:srgbClr val="00B050"/>
                    </a:solidFill>
                    <a:effectLst/>
                    <a:latin typeface="Consolas" panose="020B0609020204030204" pitchFamily="49" charset="0"/>
                  </a:rPr>
                  <a:t> should never </a:t>
                </a:r>
              </a:p>
              <a:p>
                <a:pPr>
                  <a:buNone/>
                </a:pPr>
                <a:r>
                  <a:rPr lang="en-US" sz="2000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    # </a:t>
                </a:r>
                <a:r>
                  <a:rPr lang="en-US" sz="2000" dirty="0">
                    <a:solidFill>
                      <a:srgbClr val="00B050"/>
                    </a:solidFill>
                    <a:effectLst/>
                    <a:latin typeface="Consolas" panose="020B0609020204030204" pitchFamily="49" charset="0"/>
                  </a:rPr>
                  <a:t>happen; checked in UNIFY</a:t>
                </a:r>
              </a:p>
              <a:p>
                <a:pPr>
                  <a:buNone/>
                </a:pPr>
                <a:r>
                  <a:rPr lang="en-US" sz="2000" b="1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</a:rPr>
                  <a:t>    if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 args1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sz="2000" b="1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</a:rPr>
                  <a:t> and</a:t>
                </a: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args2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∅ </m:t>
                    </m:r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then </a:t>
                </a:r>
                <a:r>
                  <a:rPr lang="en-US" sz="2000" b="1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</a:rPr>
                  <a:t>return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 FAIL</a:t>
                </a:r>
              </a:p>
              <a:p>
                <a:pPr>
                  <a:buNone/>
                </a:pPr>
                <a:r>
                  <a:rPr lang="en-US" sz="2000" b="1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    if</a:t>
                </a: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args1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sz="2000" b="1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 and</a:t>
                </a: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args2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∅  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then </a:t>
                </a:r>
                <a:r>
                  <a:rPr lang="en-US" sz="2000" b="1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return</a:t>
                </a: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FAIL</a:t>
                </a:r>
                <a:endParaRPr lang="en-US" sz="200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buNone/>
                </a:pPr>
                <a:endParaRPr lang="en-US" sz="100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pPr>
                  <a:buNone/>
                </a:pP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    </a:t>
                </a:r>
                <a:r>
                  <a:rPr lang="en-US" sz="2000" b="1" dirty="0">
                    <a:solidFill>
                      <a:srgbClr val="00B050"/>
                    </a:solidFill>
                    <a:effectLst/>
                    <a:latin typeface="Consolas" panose="020B0609020204030204" pitchFamily="49" charset="0"/>
                  </a:rPr>
                  <a:t>#</a:t>
                </a:r>
                <a:r>
                  <a:rPr lang="en-US" sz="2000" dirty="0">
                    <a:solidFill>
                      <a:srgbClr val="00B050"/>
                    </a:solidFill>
                    <a:effectLst/>
                    <a:latin typeface="Consolas" panose="020B0609020204030204" pitchFamily="49" charset="0"/>
                  </a:rPr>
                  <a:t> Unify the </a:t>
                </a:r>
                <a:r>
                  <a:rPr lang="en-US" sz="2000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first pair of arguments from the </a:t>
                </a:r>
              </a:p>
              <a:p>
                <a:pPr>
                  <a:buNone/>
                </a:pPr>
                <a:r>
                  <a:rPr lang="en-US" sz="2000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    # ‘parallel’ lists</a:t>
                </a:r>
                <a:endParaRPr lang="en-US" sz="2000" dirty="0">
                  <a:solidFill>
                    <a:srgbClr val="00B050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buNone/>
                </a:pP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 = UNIFY(</a:t>
                </a:r>
                <a:r>
                  <a:rPr lang="en-US" sz="2000" b="1" dirty="0">
                    <a:solidFill>
                      <a:srgbClr val="FF6600"/>
                    </a:solidFill>
                    <a:effectLst/>
                    <a:latin typeface="Consolas" panose="020B0609020204030204" pitchFamily="49" charset="0"/>
                  </a:rPr>
                  <a:t>head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(args1), </a:t>
                </a:r>
                <a:r>
                  <a:rPr lang="en-US" sz="2000" b="1" dirty="0">
                    <a:solidFill>
                      <a:srgbClr val="FF6600"/>
                    </a:solidFill>
                    <a:latin typeface="Consolas" panose="020B0609020204030204" pitchFamily="49" charset="0"/>
                  </a:rPr>
                  <a:t>head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(args2),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)</a:t>
                </a:r>
              </a:p>
              <a:p>
                <a:pPr>
                  <a:buNone/>
                </a:pPr>
                <a:endParaRPr lang="en-US" sz="1000" b="1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pPr>
                  <a:buNone/>
                </a:pPr>
                <a:r>
                  <a:rPr lang="en-US" sz="2000" b="1" dirty="0">
                    <a:solidFill>
                      <a:srgbClr val="000080"/>
                    </a:solidFill>
                    <a:effectLst/>
                    <a:latin typeface="Consolas" panose="020B0609020204030204" pitchFamily="49" charset="0"/>
                  </a:rPr>
                  <a:t>    </a:t>
                </a:r>
                <a:r>
                  <a:rPr lang="en-US" sz="2000" b="1" dirty="0">
                    <a:solidFill>
                      <a:srgbClr val="00B050"/>
                    </a:solidFill>
                    <a:effectLst/>
                    <a:latin typeface="Consolas" panose="020B0609020204030204" pitchFamily="49" charset="0"/>
                  </a:rPr>
                  <a:t>#</a:t>
                </a:r>
                <a:r>
                  <a:rPr lang="en-US" sz="2000" dirty="0">
                    <a:solidFill>
                      <a:srgbClr val="00B050"/>
                    </a:solidFill>
                    <a:effectLst/>
                    <a:latin typeface="Consolas" panose="020B0609020204030204" pitchFamily="49" charset="0"/>
                  </a:rPr>
                  <a:t> If that failed</a:t>
                </a:r>
                <a:r>
                  <a:rPr lang="en-US" sz="2000" b="1" dirty="0">
                    <a:solidFill>
                      <a:srgbClr val="00B050"/>
                    </a:solidFill>
                    <a:effectLst/>
                    <a:latin typeface="Consolas" panose="020B0609020204030204" pitchFamily="49" charset="0"/>
                  </a:rPr>
                  <a:t>,</a:t>
                </a:r>
                <a:r>
                  <a:rPr lang="en-US" sz="2000" dirty="0">
                    <a:solidFill>
                      <a:srgbClr val="00B050"/>
                    </a:solidFill>
                    <a:effectLst/>
                    <a:latin typeface="Consolas" panose="020B0609020204030204" pitchFamily="49" charset="0"/>
                  </a:rPr>
                  <a:t> propagate failure</a:t>
                </a:r>
              </a:p>
              <a:p>
                <a:pPr>
                  <a:buNone/>
                </a:pPr>
                <a:r>
                  <a:rPr lang="en-US" sz="20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:r>
                  <a:rPr lang="en-US" sz="2000" b="1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</a:rPr>
                  <a:t>if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 = FAIL then </a:t>
                </a:r>
                <a:r>
                  <a:rPr lang="en-US" sz="2000" b="1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return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 FAIL</a:t>
                </a:r>
              </a:p>
              <a:p>
                <a:pPr>
                  <a:buNone/>
                </a:pPr>
                <a:endParaRPr lang="en-US" sz="100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pPr>
                  <a:buNone/>
                </a:pPr>
                <a:r>
                  <a:rPr lang="en-US" sz="2000" dirty="0">
                    <a:solidFill>
                      <a:srgbClr val="00B050"/>
                    </a:solidFill>
                    <a:effectLst/>
                    <a:latin typeface="Consolas" panose="020B0609020204030204" pitchFamily="49" charset="0"/>
                  </a:rPr>
                  <a:t>    </a:t>
                </a:r>
                <a:r>
                  <a:rPr lang="en-US" sz="2000" b="1" dirty="0">
                    <a:solidFill>
                      <a:srgbClr val="00B050"/>
                    </a:solidFill>
                    <a:effectLst/>
                    <a:latin typeface="Consolas" panose="020B0609020204030204" pitchFamily="49" charset="0"/>
                  </a:rPr>
                  <a:t>#</a:t>
                </a:r>
                <a:r>
                  <a:rPr lang="en-US" sz="2000" dirty="0">
                    <a:solidFill>
                      <a:srgbClr val="00B050"/>
                    </a:solidFill>
                    <a:effectLst/>
                    <a:latin typeface="Consolas" panose="020B0609020204030204" pitchFamily="49" charset="0"/>
                  </a:rPr>
                  <a:t> Recursively unify remaining arguments with </a:t>
                </a:r>
              </a:p>
              <a:p>
                <a:pPr>
                  <a:buNone/>
                </a:pPr>
                <a:r>
                  <a:rPr lang="en-US" sz="2000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    # </a:t>
                </a:r>
                <a:r>
                  <a:rPr lang="en-US" sz="2000" dirty="0">
                    <a:solidFill>
                      <a:srgbClr val="00B050"/>
                    </a:solidFill>
                    <a:effectLst/>
                    <a:latin typeface="Consolas" panose="020B0609020204030204" pitchFamily="49" charset="0"/>
                  </a:rPr>
                  <a:t>updated substitution</a:t>
                </a:r>
              </a:p>
              <a:p>
                <a:pPr>
                  <a:buNone/>
                </a:pPr>
                <a:r>
                  <a:rPr lang="en-US" sz="2000" b="1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</a:t>
                </a:r>
                <a:r>
                  <a:rPr lang="en-US" sz="2000" b="1" dirty="0">
                    <a:solidFill>
                      <a:srgbClr val="0000FF"/>
                    </a:solidFill>
                    <a:effectLst/>
                    <a:latin typeface="Consolas" panose="020B0609020204030204" pitchFamily="49" charset="0"/>
                  </a:rPr>
                  <a:t>return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 UNIFY</a:t>
                </a:r>
                <a:r>
                  <a:rPr lang="en-US" sz="2000" b="1" dirty="0">
                    <a:solidFill>
                      <a:srgbClr val="000080"/>
                    </a:solidFill>
                    <a:effectLst/>
                    <a:latin typeface="Consolas" panose="020B0609020204030204" pitchFamily="49" charset="0"/>
                  </a:rPr>
                  <a:t>-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ARGS</a:t>
                </a:r>
                <a:r>
                  <a:rPr lang="en-US" sz="2000" b="1" dirty="0">
                    <a:solidFill>
                      <a:srgbClr val="000080"/>
                    </a:solidFill>
                    <a:effectLst/>
                    <a:latin typeface="Consolas" panose="020B0609020204030204" pitchFamily="49" charset="0"/>
                  </a:rPr>
                  <a:t>(</a:t>
                </a:r>
                <a:r>
                  <a:rPr lang="en-US" sz="2000" b="1" dirty="0">
                    <a:solidFill>
                      <a:srgbClr val="C5050C"/>
                    </a:solidFill>
                    <a:latin typeface="Consolas" panose="020B0609020204030204" pitchFamily="49" charset="0"/>
                  </a:rPr>
                  <a:t>tail</a:t>
                </a:r>
                <a:r>
                  <a:rPr lang="en-US" sz="2000" b="1" dirty="0">
                    <a:solidFill>
                      <a:srgbClr val="000080"/>
                    </a:solidFill>
                    <a:effectLst/>
                    <a:latin typeface="Consolas" panose="020B0609020204030204" pitchFamily="49" charset="0"/>
                  </a:rPr>
                  <a:t>(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args1</a:t>
                </a:r>
                <a:r>
                  <a:rPr lang="en-US" sz="2000" b="1" dirty="0">
                    <a:solidFill>
                      <a:srgbClr val="000080"/>
                    </a:solidFill>
                    <a:effectLst/>
                    <a:latin typeface="Consolas" panose="020B0609020204030204" pitchFamily="49" charset="0"/>
                  </a:rPr>
                  <a:t>),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:r>
                  <a:rPr lang="en-US" sz="2000" b="1" dirty="0">
                    <a:solidFill>
                      <a:srgbClr val="C5050C"/>
                    </a:solidFill>
                    <a:latin typeface="Consolas" panose="020B0609020204030204" pitchFamily="49" charset="0"/>
                  </a:rPr>
                  <a:t>tail</a:t>
                </a:r>
                <a:r>
                  <a:rPr lang="en-US" sz="2000" b="1" dirty="0">
                    <a:solidFill>
                      <a:srgbClr val="000080"/>
                    </a:solidFill>
                    <a:effectLst/>
                    <a:latin typeface="Consolas" panose="020B0609020204030204" pitchFamily="49" charset="0"/>
                  </a:rPr>
                  <a:t>(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args2</a:t>
                </a:r>
                <a:r>
                  <a:rPr lang="en-US" sz="2000" b="1" dirty="0">
                    <a:solidFill>
                      <a:srgbClr val="000080"/>
                    </a:solidFill>
                    <a:effectLst/>
                    <a:latin typeface="Consolas" panose="020B0609020204030204" pitchFamily="49" charset="0"/>
                  </a:rPr>
                  <a:t>),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)</a:t>
                </a:r>
                <a:endParaRPr lang="en-US" sz="1400" dirty="0">
                  <a:effectLst/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376CB17C-46AD-C6B9-0938-B4A73BC638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3283" y="352432"/>
                <a:ext cx="7669433" cy="6356376"/>
              </a:xfrm>
              <a:blipFill>
                <a:blip r:embed="rId2"/>
                <a:stretch>
                  <a:fillRect l="-874" t="-10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6D6328-6D16-1170-01BF-365F2FBF04E2}"/>
                  </a:ext>
                </a:extLst>
              </p:cNvPr>
              <p:cNvSpPr txBox="1"/>
              <p:nvPr/>
            </p:nvSpPr>
            <p:spPr>
              <a:xfrm>
                <a:off x="7892716" y="4687520"/>
                <a:ext cx="2153005" cy="7078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m:rPr>
                          <m:aln/>
                        </m:rPr>
                        <a:rPr lang="en-US" sz="20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2000" b="1" dirty="0">
                              <a:solidFill>
                                <a:srgbClr val="FF6600"/>
                              </a:solidFill>
                              <a:latin typeface="Consolas" panose="020B0609020204030204" pitchFamily="49" charset="0"/>
                            </a:rPr>
                            <m:t>head</m:t>
                          </m:r>
                          <m:r>
                            <a:rPr lang="en-US" sz="2000" b="0" i="1" dirty="0" smtClean="0">
                              <a:solidFill>
                                <a:srgbClr val="FF66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000" b="1" dirty="0">
                              <a:solidFill>
                                <a:srgbClr val="C5050C"/>
                              </a:solidFill>
                              <a:latin typeface="Consolas" panose="020B0609020204030204" pitchFamily="49" charset="0"/>
                            </a:rPr>
                            <m:t>tail</m:t>
                          </m:r>
                        </m:e>
                      </m:d>
                    </m:oMath>
                  </m:oMathPara>
                </a14:m>
                <a:br>
                  <a:rPr lang="en-US" sz="2000" i="1" dirty="0">
                    <a:latin typeface="Cambria Math" panose="02040503050406030204" pitchFamily="18" charset="0"/>
                  </a:rPr>
                </a:br>
                <a:r>
                  <a:rPr lang="en-US" sz="2000" i="1" dirty="0">
                    <a:latin typeface="Cambria Math" panose="020405030504060302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sz="2000" b="0" i="1" smtClean="0">
                        <a:solidFill>
                          <a:srgbClr val="FF66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b="0" i="1" smtClean="0">
                        <a:solidFill>
                          <a:srgbClr val="FF6600"/>
                        </a:solidFill>
                        <a:latin typeface="Cambria Math" panose="02040503050406030204" pitchFamily="18" charset="0"/>
                      </a:rPr>
                      <m:t>[0]+</m:t>
                    </m:r>
                    <m:r>
                      <m:rPr>
                        <m:sty m:val="p"/>
                      </m:rPr>
                      <a:rPr lang="en-US" sz="2000" b="0" i="1" smtClean="0">
                        <a:solidFill>
                          <a:srgbClr val="C5050C"/>
                        </a:solidFill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sz="2000" b="0" i="1" smtClean="0">
                        <a:solidFill>
                          <a:srgbClr val="C5050C"/>
                        </a:solidFill>
                        <a:latin typeface="Cambria Math" panose="02040503050406030204" pitchFamily="18" charset="0"/>
                      </a:rPr>
                      <m:t>[1:]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6D6328-6D16-1170-01BF-365F2FBF0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2716" y="4687520"/>
                <a:ext cx="2153005" cy="707886"/>
              </a:xfrm>
              <a:prstGeom prst="rect">
                <a:avLst/>
              </a:prstGeom>
              <a:blipFill>
                <a:blip r:embed="rId3"/>
                <a:stretch>
                  <a:fillRect b="-775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FB39CB1F-D840-5F3E-DA8D-EBEA785622F8}"/>
              </a:ext>
            </a:extLst>
          </p:cNvPr>
          <p:cNvSpPr txBox="1"/>
          <p:nvPr/>
        </p:nvSpPr>
        <p:spPr>
          <a:xfrm>
            <a:off x="8332574" y="924649"/>
            <a:ext cx="3636143" cy="1323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/>
              <a:t>Goal: </a:t>
            </a:r>
            <a:r>
              <a:rPr lang="en-US" sz="2000" dirty="0"/>
              <a:t>Given two parallel lists, unify arguments one at a time (left to right), threading the substitution through each step.</a:t>
            </a:r>
          </a:p>
        </p:txBody>
      </p:sp>
    </p:spTree>
    <p:extLst>
      <p:ext uri="{BB962C8B-B14F-4D97-AF65-F5344CB8AC3E}">
        <p14:creationId xmlns:p14="http://schemas.microsoft.com/office/powerpoint/2010/main" val="2681461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B5266-F500-33BF-288E-9A99DC303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CB8422C2-1704-E3AB-A8CB-CC5C97742CE8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UNIFY-ARGS Examples I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DB9773-0DB1-B5D7-1C40-7762F140E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3005" y="184666"/>
            <a:ext cx="4954785" cy="22216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62E414-1D49-88CB-4CFA-DB26D1E52435}"/>
              </a:ext>
            </a:extLst>
          </p:cNvPr>
          <p:cNvSpPr txBox="1"/>
          <p:nvPr/>
        </p:nvSpPr>
        <p:spPr>
          <a:xfrm>
            <a:off x="632862" y="1171272"/>
            <a:ext cx="5263582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UNIFY-ARGS([Alice, x], [y, Bob], {})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CCDE50-252F-7887-2542-B6D89C9B36F0}"/>
              </a:ext>
            </a:extLst>
          </p:cNvPr>
          <p:cNvSpPr txBox="1"/>
          <p:nvPr/>
        </p:nvSpPr>
        <p:spPr>
          <a:xfrm>
            <a:off x="6276414" y="2784800"/>
            <a:ext cx="2512194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{y/Alice, x/Bob}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5098C3-9428-7E05-DAE3-495DC48F591E}"/>
              </a:ext>
            </a:extLst>
          </p:cNvPr>
          <p:cNvSpPr txBox="1"/>
          <p:nvPr/>
        </p:nvSpPr>
        <p:spPr>
          <a:xfrm>
            <a:off x="5567780" y="2789359"/>
            <a:ext cx="456229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sym typeface="Wingdings" panose="05000000000000000000" pitchFamily="2" charset="2"/>
              </a:rPr>
              <a:t></a:t>
            </a:r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B893D2-2CA5-525E-84F4-24EBB62EB782}"/>
              </a:ext>
            </a:extLst>
          </p:cNvPr>
          <p:cNvSpPr txBox="1"/>
          <p:nvPr/>
        </p:nvSpPr>
        <p:spPr>
          <a:xfrm>
            <a:off x="632862" y="3735698"/>
            <a:ext cx="5263582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s-ES" sz="2000" dirty="0">
                <a:latin typeface="Consolas" panose="020B0609020204030204" pitchFamily="49" charset="0"/>
              </a:rPr>
              <a:t>UNIFY-ARGS([x, x], [Alice, y], {})</a:t>
            </a:r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CADFD5-77B6-FFAE-3307-1FA14381AD8B}"/>
              </a:ext>
            </a:extLst>
          </p:cNvPr>
          <p:cNvSpPr txBox="1"/>
          <p:nvPr/>
        </p:nvSpPr>
        <p:spPr>
          <a:xfrm>
            <a:off x="6756933" y="5538909"/>
            <a:ext cx="2791327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{x/Alice, y/Alice}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08706D-C786-B576-EE33-8C512381C972}"/>
              </a:ext>
            </a:extLst>
          </p:cNvPr>
          <p:cNvSpPr txBox="1"/>
          <p:nvPr/>
        </p:nvSpPr>
        <p:spPr>
          <a:xfrm>
            <a:off x="6048300" y="5543468"/>
            <a:ext cx="456229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sym typeface="Wingdings" panose="05000000000000000000" pitchFamily="2" charset="2"/>
              </a:rPr>
              <a:t></a:t>
            </a:r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20E610-5086-5499-73F6-37F9857F5B01}"/>
              </a:ext>
            </a:extLst>
          </p:cNvPr>
          <p:cNvSpPr txBox="1"/>
          <p:nvPr/>
        </p:nvSpPr>
        <p:spPr>
          <a:xfrm>
            <a:off x="2104665" y="1738054"/>
            <a:ext cx="4171749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s-ES" dirty="0">
                <a:latin typeface="Consolas" panose="020B0609020204030204" pitchFamily="49" charset="0"/>
              </a:rPr>
              <a:t>UNIFY(Alice, y, {}) → {y/Alice}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57F131-1646-8E31-2E87-B6AEC23F86F9}"/>
              </a:ext>
            </a:extLst>
          </p:cNvPr>
          <p:cNvSpPr txBox="1"/>
          <p:nvPr/>
        </p:nvSpPr>
        <p:spPr>
          <a:xfrm>
            <a:off x="2104665" y="2261427"/>
            <a:ext cx="4652268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UNIFY-ARGS([x], [Bob], {y/Alice})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0D2679-DC9C-5F34-1E44-7FE575477381}"/>
              </a:ext>
            </a:extLst>
          </p:cNvPr>
          <p:cNvSpPr txBox="1"/>
          <p:nvPr/>
        </p:nvSpPr>
        <p:spPr>
          <a:xfrm>
            <a:off x="2104665" y="2797181"/>
            <a:ext cx="3362484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UNIFY(x, Bob, {y/Alice})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BA7284-1683-8304-78E6-430ED35FBFDC}"/>
              </a:ext>
            </a:extLst>
          </p:cNvPr>
          <p:cNvSpPr txBox="1"/>
          <p:nvPr/>
        </p:nvSpPr>
        <p:spPr>
          <a:xfrm>
            <a:off x="2104665" y="4425493"/>
            <a:ext cx="4171749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s-ES" dirty="0">
                <a:latin typeface="Consolas" panose="020B0609020204030204" pitchFamily="49" charset="0"/>
              </a:rPr>
              <a:t>UNIFY(x, Alice, {}) → {x/Alice}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8AA902-38A1-AA3A-5939-9749CC7A9D67}"/>
              </a:ext>
            </a:extLst>
          </p:cNvPr>
          <p:cNvSpPr txBox="1"/>
          <p:nvPr/>
        </p:nvSpPr>
        <p:spPr>
          <a:xfrm>
            <a:off x="2104665" y="4994319"/>
            <a:ext cx="4171749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s-ES" dirty="0">
                <a:latin typeface="Consolas" panose="020B0609020204030204" pitchFamily="49" charset="0"/>
              </a:rPr>
              <a:t>UNIFY-ARGS([x], [y], {x/Alice})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74DF53-1E6F-8A93-64F3-478C52A0433E}"/>
              </a:ext>
            </a:extLst>
          </p:cNvPr>
          <p:cNvSpPr txBox="1"/>
          <p:nvPr/>
        </p:nvSpPr>
        <p:spPr>
          <a:xfrm>
            <a:off x="2104665" y="5579454"/>
            <a:ext cx="4171749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s-ES" dirty="0">
                <a:latin typeface="Consolas" panose="020B0609020204030204" pitchFamily="49" charset="0"/>
              </a:rPr>
              <a:t>UNIFY(x, y, {x/Alice})</a:t>
            </a:r>
            <a:endParaRPr lang="en-US" dirty="0">
              <a:latin typeface="Consolas" panose="020B0609020204030204" pitchFamily="49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6A8647A-66C6-A18E-C9BC-ABEFE1027DDD}"/>
              </a:ext>
            </a:extLst>
          </p:cNvPr>
          <p:cNvCxnSpPr>
            <a:cxnSpLocks/>
          </p:cNvCxnSpPr>
          <p:nvPr/>
        </p:nvCxnSpPr>
        <p:spPr>
          <a:xfrm>
            <a:off x="726831" y="3510412"/>
            <a:ext cx="8532672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6312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F1929-9335-8E5E-A6BD-9BF1A8FF8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B759E589-6AE5-8979-2BB7-40ADBE8A04CE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UNIFY-ARGS Examples II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432375-10B4-67E0-FAD6-E5E4A68CB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3005" y="184666"/>
            <a:ext cx="4954785" cy="22216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2B1A9C-F2E7-2C32-3663-CD2C64295FE6}"/>
              </a:ext>
            </a:extLst>
          </p:cNvPr>
          <p:cNvSpPr txBox="1"/>
          <p:nvPr/>
        </p:nvSpPr>
        <p:spPr>
          <a:xfrm>
            <a:off x="632863" y="2882105"/>
            <a:ext cx="5556182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UNIFY-ARGS([x, </a:t>
            </a:r>
            <a:r>
              <a:rPr lang="en-US" sz="2000" dirty="0" err="1">
                <a:latin typeface="Consolas" panose="020B0609020204030204" pitchFamily="49" charset="0"/>
              </a:rPr>
              <a:t>MotherOf</a:t>
            </a:r>
            <a:r>
              <a:rPr lang="en-US" sz="2000" dirty="0">
                <a:latin typeface="Consolas" panose="020B0609020204030204" pitchFamily="49" charset="0"/>
              </a:rPr>
              <a:t>(y)],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       [Alice, </a:t>
            </a:r>
            <a:r>
              <a:rPr lang="en-US" sz="2000" dirty="0" err="1">
                <a:latin typeface="Consolas" panose="020B0609020204030204" pitchFamily="49" charset="0"/>
              </a:rPr>
              <a:t>MotherOf</a:t>
            </a:r>
            <a:r>
              <a:rPr lang="en-US" sz="2000" dirty="0">
                <a:latin typeface="Consolas" panose="020B0609020204030204" pitchFamily="49" charset="0"/>
              </a:rPr>
              <a:t>(Bob)], {})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BFABDD-61A5-A16C-43CF-FCBA5B1E1C66}"/>
              </a:ext>
            </a:extLst>
          </p:cNvPr>
          <p:cNvSpPr txBox="1"/>
          <p:nvPr/>
        </p:nvSpPr>
        <p:spPr>
          <a:xfrm>
            <a:off x="7453524" y="5950341"/>
            <a:ext cx="2512194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{y/Alice, x/Bob}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41C23B-2AD4-00B1-BE83-CA1B18EC88CC}"/>
              </a:ext>
            </a:extLst>
          </p:cNvPr>
          <p:cNvSpPr txBox="1"/>
          <p:nvPr/>
        </p:nvSpPr>
        <p:spPr>
          <a:xfrm>
            <a:off x="6744890" y="5954900"/>
            <a:ext cx="456229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sym typeface="Wingdings" panose="05000000000000000000" pitchFamily="2" charset="2"/>
              </a:rPr>
              <a:t></a:t>
            </a:r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84D800-D77A-F485-55F6-E0BFB47251C7}"/>
              </a:ext>
            </a:extLst>
          </p:cNvPr>
          <p:cNvSpPr txBox="1"/>
          <p:nvPr/>
        </p:nvSpPr>
        <p:spPr>
          <a:xfrm>
            <a:off x="2104665" y="3747816"/>
            <a:ext cx="4171749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s-ES" dirty="0">
                <a:latin typeface="Consolas" panose="020B0609020204030204" pitchFamily="49" charset="0"/>
              </a:rPr>
              <a:t>UNIFY(x, Alice, {}) → {x/Alice}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89FF83-2C45-B05D-AE3B-06B6216C74D4}"/>
              </a:ext>
            </a:extLst>
          </p:cNvPr>
          <p:cNvSpPr txBox="1"/>
          <p:nvPr/>
        </p:nvSpPr>
        <p:spPr>
          <a:xfrm>
            <a:off x="2104664" y="4271189"/>
            <a:ext cx="6933457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UNIFY-ARGS([</a:t>
            </a:r>
            <a:r>
              <a:rPr lang="en-US" dirty="0" err="1">
                <a:latin typeface="Consolas" panose="020B0609020204030204" pitchFamily="49" charset="0"/>
              </a:rPr>
              <a:t>MotherOf</a:t>
            </a:r>
            <a:r>
              <a:rPr lang="en-US" dirty="0">
                <a:latin typeface="Consolas" panose="020B0609020204030204" pitchFamily="49" charset="0"/>
              </a:rPr>
              <a:t>(y)], [</a:t>
            </a:r>
            <a:r>
              <a:rPr lang="en-US" dirty="0" err="1">
                <a:latin typeface="Consolas" panose="020B0609020204030204" pitchFamily="49" charset="0"/>
              </a:rPr>
              <a:t>MotherOf</a:t>
            </a:r>
            <a:r>
              <a:rPr lang="en-US" dirty="0">
                <a:latin typeface="Consolas" panose="020B0609020204030204" pitchFamily="49" charset="0"/>
              </a:rPr>
              <a:t>(Bob)], {x/Alice})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C687A8-61AD-F22F-9604-21FA8F071300}"/>
              </a:ext>
            </a:extLst>
          </p:cNvPr>
          <p:cNvSpPr txBox="1"/>
          <p:nvPr/>
        </p:nvSpPr>
        <p:spPr>
          <a:xfrm>
            <a:off x="2104665" y="4806943"/>
            <a:ext cx="5797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UNIFY(</a:t>
            </a:r>
            <a:r>
              <a:rPr lang="en-US" dirty="0" err="1">
                <a:latin typeface="Consolas" panose="020B0609020204030204" pitchFamily="49" charset="0"/>
              </a:rPr>
              <a:t>MotherOf</a:t>
            </a:r>
            <a:r>
              <a:rPr lang="en-US" dirty="0">
                <a:latin typeface="Consolas" panose="020B0609020204030204" pitchFamily="49" charset="0"/>
              </a:rPr>
              <a:t>(y), </a:t>
            </a:r>
            <a:r>
              <a:rPr lang="en-US" dirty="0" err="1">
                <a:latin typeface="Consolas" panose="020B0609020204030204" pitchFamily="49" charset="0"/>
              </a:rPr>
              <a:t>MotherOf</a:t>
            </a:r>
            <a:r>
              <a:rPr lang="en-US" dirty="0">
                <a:latin typeface="Consolas" panose="020B0609020204030204" pitchFamily="49" charset="0"/>
              </a:rPr>
              <a:t>(Bob), {x/Alice})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4F570C-CF69-C3C0-91C7-805DBD4F4BC7}"/>
              </a:ext>
            </a:extLst>
          </p:cNvPr>
          <p:cNvSpPr txBox="1"/>
          <p:nvPr/>
        </p:nvSpPr>
        <p:spPr>
          <a:xfrm>
            <a:off x="2970939" y="5378642"/>
            <a:ext cx="4411638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s-ES" dirty="0">
                <a:latin typeface="Consolas" panose="020B0609020204030204" pitchFamily="49" charset="0"/>
              </a:rPr>
              <a:t>UNIFY-ARGS([y], [Bob], {x/Alice})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774FD9-9D1B-86BA-D914-B67BC12CB40B}"/>
              </a:ext>
            </a:extLst>
          </p:cNvPr>
          <p:cNvSpPr txBox="1"/>
          <p:nvPr/>
        </p:nvSpPr>
        <p:spPr>
          <a:xfrm>
            <a:off x="2970939" y="5970289"/>
            <a:ext cx="3305475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s-ES" dirty="0">
                <a:latin typeface="Consolas" panose="020B0609020204030204" pitchFamily="49" charset="0"/>
              </a:rPr>
              <a:t>UNIFY(y, Bob, {x/Alice})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7D46EA-74AD-6B2D-18DE-252B76497AE2}"/>
              </a:ext>
            </a:extLst>
          </p:cNvPr>
          <p:cNvSpPr txBox="1"/>
          <p:nvPr/>
        </p:nvSpPr>
        <p:spPr>
          <a:xfrm>
            <a:off x="632863" y="1293702"/>
            <a:ext cx="5556182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UNIFY-ARGS([Alice, x], [Bob, y], {})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9036CE-9AD1-1245-DDBB-CCBC64D02794}"/>
              </a:ext>
            </a:extLst>
          </p:cNvPr>
          <p:cNvSpPr txBox="1"/>
          <p:nvPr/>
        </p:nvSpPr>
        <p:spPr>
          <a:xfrm>
            <a:off x="2104666" y="1770832"/>
            <a:ext cx="285234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s-ES" dirty="0">
                <a:latin typeface="Consolas" panose="020B0609020204030204" pitchFamily="49" charset="0"/>
              </a:rPr>
              <a:t>UNIFY(Alice, Bob, {})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351174-2ECA-A074-9F5B-C9148E27559C}"/>
              </a:ext>
            </a:extLst>
          </p:cNvPr>
          <p:cNvSpPr txBox="1"/>
          <p:nvPr/>
        </p:nvSpPr>
        <p:spPr>
          <a:xfrm>
            <a:off x="6189045" y="1761231"/>
            <a:ext cx="783960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FAIL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84F44E-9D6D-3C71-6857-83AC7ECFF5D1}"/>
              </a:ext>
            </a:extLst>
          </p:cNvPr>
          <p:cNvSpPr txBox="1"/>
          <p:nvPr/>
        </p:nvSpPr>
        <p:spPr>
          <a:xfrm>
            <a:off x="5480411" y="1765790"/>
            <a:ext cx="456229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sym typeface="Wingdings" panose="05000000000000000000" pitchFamily="2" charset="2"/>
              </a:rPr>
              <a:t></a:t>
            </a:r>
            <a:endParaRPr lang="en-US" sz="2000" dirty="0">
              <a:latin typeface="Consolas" panose="020B0609020204030204" pitchFamily="49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5A90875-F353-AC68-6187-F5DF9EB4ADA3}"/>
              </a:ext>
            </a:extLst>
          </p:cNvPr>
          <p:cNvCxnSpPr>
            <a:cxnSpLocks/>
          </p:cNvCxnSpPr>
          <p:nvPr/>
        </p:nvCxnSpPr>
        <p:spPr>
          <a:xfrm>
            <a:off x="726831" y="2692264"/>
            <a:ext cx="6386238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7034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5" grpId="0"/>
      <p:bldP spid="16" grpId="0"/>
      <p:bldP spid="17" grpId="0"/>
      <p:bldP spid="6" grpId="0"/>
      <p:bldP spid="10" grpId="0"/>
      <p:bldP spid="18" grpId="0"/>
      <p:bldP spid="23" grpId="0"/>
      <p:bldP spid="2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67905-174E-17D3-573C-84E95CF87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AF873C0B-E3EA-BE0B-203D-F9B7E5D925F5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UNIFY Example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8637B4-D36F-7021-72B0-D9F49F58AE29}"/>
              </a:ext>
            </a:extLst>
          </p:cNvPr>
          <p:cNvSpPr txBox="1"/>
          <p:nvPr/>
        </p:nvSpPr>
        <p:spPr>
          <a:xfrm>
            <a:off x="632863" y="1441008"/>
            <a:ext cx="5113419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UNIFY(Parent(John, </a:t>
            </a:r>
            <a:r>
              <a:rPr lang="en-US" dirty="0" err="1">
                <a:latin typeface="Consolas" panose="020B0609020204030204" pitchFamily="49" charset="0"/>
              </a:rPr>
              <a:t>MotherOf</a:t>
            </a:r>
            <a:r>
              <a:rPr lang="en-US" dirty="0">
                <a:latin typeface="Consolas" panose="020B0609020204030204" pitchFamily="49" charset="0"/>
              </a:rPr>
              <a:t>(x)),</a:t>
            </a:r>
          </a:p>
          <a:p>
            <a:r>
              <a:rPr lang="en-US" dirty="0">
                <a:latin typeface="Consolas" panose="020B0609020204030204" pitchFamily="49" charset="0"/>
              </a:rPr>
              <a:t>      Parent(y, </a:t>
            </a:r>
            <a:r>
              <a:rPr lang="en-US" dirty="0" err="1">
                <a:latin typeface="Consolas" panose="020B0609020204030204" pitchFamily="49" charset="0"/>
              </a:rPr>
              <a:t>MotherOf</a:t>
            </a:r>
            <a:r>
              <a:rPr lang="en-US" dirty="0">
                <a:latin typeface="Consolas" panose="020B0609020204030204" pitchFamily="49" charset="0"/>
              </a:rPr>
              <a:t>(Bob)), {})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554897-6B51-CBD3-4B8C-2D9EDAA9148F}"/>
              </a:ext>
            </a:extLst>
          </p:cNvPr>
          <p:cNvSpPr txBox="1"/>
          <p:nvPr/>
        </p:nvSpPr>
        <p:spPr>
          <a:xfrm>
            <a:off x="1122890" y="2770958"/>
            <a:ext cx="4565641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UNIFY-ARGS([John, </a:t>
            </a:r>
            <a:r>
              <a:rPr lang="en-US" dirty="0" err="1">
                <a:latin typeface="Consolas" panose="020B0609020204030204" pitchFamily="49" charset="0"/>
              </a:rPr>
              <a:t>MotherOf</a:t>
            </a:r>
            <a:r>
              <a:rPr lang="en-US" dirty="0">
                <a:latin typeface="Consolas" panose="020B0609020204030204" pitchFamily="49" charset="0"/>
              </a:rPr>
              <a:t>(x)],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[y, </a:t>
            </a:r>
            <a:r>
              <a:rPr lang="en-US" dirty="0" err="1">
                <a:latin typeface="Consolas" panose="020B0609020204030204" pitchFamily="49" charset="0"/>
              </a:rPr>
              <a:t>MotherOf</a:t>
            </a:r>
            <a:r>
              <a:rPr lang="en-US" dirty="0">
                <a:latin typeface="Consolas" panose="020B0609020204030204" pitchFamily="49" charset="0"/>
              </a:rPr>
              <a:t>(Bob)], {})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A4B43E-358B-983C-5066-4D42CFCFEAC9}"/>
              </a:ext>
            </a:extLst>
          </p:cNvPr>
          <p:cNvSpPr txBox="1"/>
          <p:nvPr/>
        </p:nvSpPr>
        <p:spPr>
          <a:xfrm>
            <a:off x="6576519" y="5884284"/>
            <a:ext cx="244481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{y/John, x/Bob}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8E1934-46E8-FD4C-41F6-7350BA83B9B1}"/>
              </a:ext>
            </a:extLst>
          </p:cNvPr>
          <p:cNvSpPr txBox="1"/>
          <p:nvPr/>
        </p:nvSpPr>
        <p:spPr>
          <a:xfrm>
            <a:off x="5867885" y="5888843"/>
            <a:ext cx="456229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sym typeface="Wingdings" panose="05000000000000000000" pitchFamily="2" charset="2"/>
              </a:rPr>
              <a:t></a:t>
            </a:r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F46FB62-FE87-609D-A80E-E3E61721C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1655" y="1328287"/>
            <a:ext cx="4240977" cy="302725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2F39D72-7125-57BC-4926-ADDD65637C5B}"/>
              </a:ext>
            </a:extLst>
          </p:cNvPr>
          <p:cNvSpPr txBox="1"/>
          <p:nvPr/>
        </p:nvSpPr>
        <p:spPr>
          <a:xfrm>
            <a:off x="1122891" y="2345146"/>
            <a:ext cx="2534710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Same predicate and arity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638998-F315-D63D-32BF-36DB763C8CF9}"/>
              </a:ext>
            </a:extLst>
          </p:cNvPr>
          <p:cNvSpPr txBox="1"/>
          <p:nvPr/>
        </p:nvSpPr>
        <p:spPr>
          <a:xfrm>
            <a:off x="1654388" y="3884083"/>
            <a:ext cx="3916434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UNIFY(John, y, {}) → {y/John}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F05767-59C6-DE3A-53E4-3E764CB2730F}"/>
              </a:ext>
            </a:extLst>
          </p:cNvPr>
          <p:cNvSpPr txBox="1"/>
          <p:nvPr/>
        </p:nvSpPr>
        <p:spPr>
          <a:xfrm>
            <a:off x="1654387" y="4444823"/>
            <a:ext cx="5687481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UNIFY(</a:t>
            </a:r>
            <a:r>
              <a:rPr lang="en-US" dirty="0" err="1">
                <a:latin typeface="Consolas" panose="020B0609020204030204" pitchFamily="49" charset="0"/>
              </a:rPr>
              <a:t>MotherOf</a:t>
            </a:r>
            <a:r>
              <a:rPr lang="en-US" dirty="0">
                <a:latin typeface="Consolas" panose="020B0609020204030204" pitchFamily="49" charset="0"/>
              </a:rPr>
              <a:t>(x), </a:t>
            </a:r>
            <a:r>
              <a:rPr lang="en-US" dirty="0" err="1">
                <a:latin typeface="Consolas" panose="020B0609020204030204" pitchFamily="49" charset="0"/>
              </a:rPr>
              <a:t>MotherOf</a:t>
            </a:r>
            <a:r>
              <a:rPr lang="en-US" dirty="0">
                <a:latin typeface="Consolas" panose="020B0609020204030204" pitchFamily="49" charset="0"/>
              </a:rPr>
              <a:t>(Bob), {y/John})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6788531-EF41-18BA-D693-B16335AE2979}"/>
              </a:ext>
            </a:extLst>
          </p:cNvPr>
          <p:cNvSpPr txBox="1"/>
          <p:nvPr/>
        </p:nvSpPr>
        <p:spPr>
          <a:xfrm>
            <a:off x="2241529" y="5280949"/>
            <a:ext cx="4224442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UNIFY-ARGS([x], [Bob], {y/John})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E69E3C-14D8-5E64-74C3-F4561FFA180D}"/>
              </a:ext>
            </a:extLst>
          </p:cNvPr>
          <p:cNvSpPr txBox="1"/>
          <p:nvPr/>
        </p:nvSpPr>
        <p:spPr>
          <a:xfrm>
            <a:off x="2241529" y="5884284"/>
            <a:ext cx="319674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UNIFY(x, Bob, {y/John})</a:t>
            </a:r>
          </a:p>
        </p:txBody>
      </p:sp>
    </p:spTree>
    <p:extLst>
      <p:ext uri="{BB962C8B-B14F-4D97-AF65-F5344CB8AC3E}">
        <p14:creationId xmlns:p14="http://schemas.microsoft.com/office/powerpoint/2010/main" val="2634391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3" grpId="0"/>
      <p:bldP spid="24" grpId="0"/>
      <p:bldP spid="13" grpId="0"/>
      <p:bldP spid="19" grpId="0"/>
      <p:bldP spid="20" grpId="0"/>
      <p:bldP spid="21" grpId="0"/>
      <p:bldP spid="2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95FF9-715A-D996-FC8C-C94CBC94A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28459-AEB9-E0D4-02C2-DEEE4BAA93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00413"/>
            <a:ext cx="9144000" cy="1307736"/>
          </a:xfrm>
        </p:spPr>
        <p:txBody>
          <a:bodyPr>
            <a:normAutofit fontScale="90000"/>
          </a:bodyPr>
          <a:lstStyle/>
          <a:p>
            <a:r>
              <a:rPr lang="en-US" dirty="0"/>
              <a:t>Inference in First-Order Logic</a:t>
            </a:r>
          </a:p>
        </p:txBody>
      </p:sp>
    </p:spTree>
    <p:extLst>
      <p:ext uri="{BB962C8B-B14F-4D97-AF65-F5344CB8AC3E}">
        <p14:creationId xmlns:p14="http://schemas.microsoft.com/office/powerpoint/2010/main" val="3244706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9822D-16C1-F01E-D291-10110E555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AEE3EDFA-5C19-87F9-DE2D-0463FCFA8240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Toward Inference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13D414-075B-4725-0F19-4FFA22D92A94}"/>
              </a:ext>
            </a:extLst>
          </p:cNvPr>
          <p:cNvSpPr txBox="1"/>
          <p:nvPr/>
        </p:nvSpPr>
        <p:spPr>
          <a:xfrm>
            <a:off x="526557" y="935369"/>
            <a:ext cx="6097604" cy="946128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r>
              <a:rPr lang="en-US" dirty="0">
                <a:effectLst/>
              </a:rPr>
              <a:t>What Has Been Built: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Syntax</a:t>
            </a:r>
            <a:r>
              <a:rPr lang="en-US" dirty="0"/>
              <a:t>: How to write statements in FOL.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effectLst/>
              </a:rPr>
              <a:t>Unification</a:t>
            </a:r>
            <a:r>
              <a:rPr lang="en-US" dirty="0">
                <a:effectLst/>
              </a:rPr>
              <a:t>:</a:t>
            </a:r>
            <a:r>
              <a:rPr lang="en-US" dirty="0"/>
              <a:t> How to make expressions match.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78CD83-E0D3-2F00-D9A5-39509C8064CC}"/>
              </a:ext>
            </a:extLst>
          </p:cNvPr>
          <p:cNvSpPr txBox="1"/>
          <p:nvPr/>
        </p:nvSpPr>
        <p:spPr>
          <a:xfrm>
            <a:off x="6096000" y="1050845"/>
            <a:ext cx="5425014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Why does matching matter?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38976E-CCD7-FEB2-6901-DAEA6B66FDEF}"/>
              </a:ext>
            </a:extLst>
          </p:cNvPr>
          <p:cNvSpPr txBox="1"/>
          <p:nvPr/>
        </p:nvSpPr>
        <p:spPr>
          <a:xfrm>
            <a:off x="3811178" y="2086876"/>
            <a:ext cx="3958390" cy="367096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r>
              <a:rPr lang="en-US" dirty="0">
                <a:effectLst/>
              </a:rPr>
              <a:t>What is missing?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D46409-9E6A-A702-E16E-31C703968680}"/>
              </a:ext>
            </a:extLst>
          </p:cNvPr>
          <p:cNvSpPr txBox="1"/>
          <p:nvPr/>
        </p:nvSpPr>
        <p:spPr>
          <a:xfrm>
            <a:off x="526557" y="2936988"/>
            <a:ext cx="2938112" cy="434821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r>
              <a:rPr lang="en-US" b="1" dirty="0">
                <a:effectLst/>
              </a:rPr>
              <a:t>Goal</a:t>
            </a:r>
            <a:r>
              <a:rPr lang="en-US" dirty="0">
                <a:effectLst/>
              </a:rPr>
              <a:t>: Automated Reasoning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CA4828-A811-4DFE-876B-5BBDED54E5D3}"/>
              </a:ext>
            </a:extLst>
          </p:cNvPr>
          <p:cNvSpPr txBox="1"/>
          <p:nvPr/>
        </p:nvSpPr>
        <p:spPr>
          <a:xfrm>
            <a:off x="936833" y="3509463"/>
            <a:ext cx="4183381" cy="434821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r>
              <a:rPr lang="en-US" b="1" dirty="0"/>
              <a:t>Input: </a:t>
            </a:r>
            <a:r>
              <a:rPr lang="en-US" dirty="0"/>
              <a:t>Facts and rules in a knowledge base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112E60-CBF0-E52A-CCDF-25BF4228664A}"/>
              </a:ext>
            </a:extLst>
          </p:cNvPr>
          <p:cNvSpPr txBox="1"/>
          <p:nvPr/>
        </p:nvSpPr>
        <p:spPr>
          <a:xfrm>
            <a:off x="5248949" y="3509463"/>
            <a:ext cx="5838927" cy="434821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r>
              <a:rPr lang="en-US" b="1" dirty="0"/>
              <a:t>Output: </a:t>
            </a:r>
            <a:r>
              <a:rPr lang="en-US" dirty="0"/>
              <a:t>Answers to queries (true / false or variable bindings)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428267-E978-48BC-4B05-FF38DFED1BD0}"/>
              </a:ext>
            </a:extLst>
          </p:cNvPr>
          <p:cNvSpPr txBox="1"/>
          <p:nvPr/>
        </p:nvSpPr>
        <p:spPr>
          <a:xfrm>
            <a:off x="936833" y="4081938"/>
            <a:ext cx="6888081" cy="1499904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r>
              <a:rPr lang="en-US" b="1" dirty="0"/>
              <a:t>Process: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Find a rule that might apply to the query.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Use unification to match the rule's premises with known facts.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Apply the same substitution to the rule's conclusion.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Derive new knowledge and repeat as needed.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2C39ED-B3DE-DB8A-4FEA-4395F9E856E2}"/>
              </a:ext>
            </a:extLst>
          </p:cNvPr>
          <p:cNvSpPr txBox="1"/>
          <p:nvPr/>
        </p:nvSpPr>
        <p:spPr>
          <a:xfrm>
            <a:off x="6096000" y="1420177"/>
            <a:ext cx="5425014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1"/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Because rules are </a:t>
            </a:r>
            <a:r>
              <a:rPr lang="en-US" i="1" dirty="0">
                <a:effectLst/>
              </a:rPr>
              <a:t>general</a:t>
            </a:r>
            <a:r>
              <a:rPr lang="en-US" dirty="0"/>
              <a:t> but facts are </a:t>
            </a:r>
            <a:r>
              <a:rPr lang="en-US" i="1" dirty="0">
                <a:effectLst/>
              </a:rPr>
              <a:t>specific</a:t>
            </a:r>
            <a:r>
              <a:rPr lang="en-US" dirty="0"/>
              <a:t>!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D7B8AE-0613-95F2-3466-2DC112126369}"/>
              </a:ext>
            </a:extLst>
          </p:cNvPr>
          <p:cNvSpPr txBox="1"/>
          <p:nvPr/>
        </p:nvSpPr>
        <p:spPr>
          <a:xfrm>
            <a:off x="3811178" y="2445125"/>
            <a:ext cx="3958390" cy="367096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pPr lvl="1"/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How to </a:t>
            </a:r>
            <a:r>
              <a:rPr lang="en-US" i="1" dirty="0">
                <a:effectLst/>
              </a:rPr>
              <a:t>derive</a:t>
            </a:r>
            <a:r>
              <a:rPr lang="en-US" i="1" dirty="0"/>
              <a:t> </a:t>
            </a:r>
            <a:r>
              <a:rPr lang="en-US" dirty="0"/>
              <a:t>new knowledge!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85502C-6F2C-3373-3398-CACF15FFC841}"/>
              </a:ext>
            </a:extLst>
          </p:cNvPr>
          <p:cNvSpPr txBox="1"/>
          <p:nvPr/>
        </p:nvSpPr>
        <p:spPr>
          <a:xfrm>
            <a:off x="7988968" y="4174173"/>
            <a:ext cx="3955984" cy="12003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b="1" dirty="0"/>
              <a:t>Knowledge Base:</a:t>
            </a:r>
            <a:endParaRPr lang="en-US" dirty="0"/>
          </a:p>
          <a:p>
            <a:pPr marL="231775" lvl="1"/>
            <a:r>
              <a:rPr lang="en-US" dirty="0"/>
              <a:t>Student(Alice)</a:t>
            </a:r>
          </a:p>
          <a:p>
            <a:pPr marL="231775" lvl="1"/>
            <a:r>
              <a:rPr lang="en-US" dirty="0"/>
              <a:t>∀x Student(x) ⇒ </a:t>
            </a:r>
            <a:r>
              <a:rPr lang="en-US" dirty="0" err="1"/>
              <a:t>TakesCourses</a:t>
            </a:r>
            <a:r>
              <a:rPr lang="en-US" dirty="0"/>
              <a:t>(x)</a:t>
            </a:r>
          </a:p>
          <a:p>
            <a:pPr marL="231775" lvl="1"/>
            <a:r>
              <a:rPr lang="en-US" dirty="0"/>
              <a:t>∀x </a:t>
            </a:r>
            <a:r>
              <a:rPr lang="en-US" dirty="0" err="1"/>
              <a:t>TakesCourses</a:t>
            </a:r>
            <a:r>
              <a:rPr lang="en-US" dirty="0"/>
              <a:t>(x) ⇒ </a:t>
            </a:r>
            <a:r>
              <a:rPr lang="en-US" dirty="0" err="1"/>
              <a:t>NeedsCoffee</a:t>
            </a:r>
            <a:r>
              <a:rPr lang="en-US" dirty="0"/>
              <a:t>(x)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FFF3242-FA01-D171-A6B6-45E4F36E4394}"/>
              </a:ext>
            </a:extLst>
          </p:cNvPr>
          <p:cNvSpPr txBox="1"/>
          <p:nvPr/>
        </p:nvSpPr>
        <p:spPr>
          <a:xfrm>
            <a:off x="7988968" y="5421239"/>
            <a:ext cx="2785138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b="1" dirty="0"/>
              <a:t>Query</a:t>
            </a:r>
            <a:r>
              <a:rPr lang="en-US" dirty="0"/>
              <a:t>: </a:t>
            </a:r>
            <a:r>
              <a:rPr lang="en-US" dirty="0" err="1"/>
              <a:t>NeedsCoffee</a:t>
            </a:r>
            <a:r>
              <a:rPr lang="en-US" dirty="0"/>
              <a:t>(Alice)?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7452D5-ECD1-5AFE-54AB-440CB679784C}"/>
              </a:ext>
            </a:extLst>
          </p:cNvPr>
          <p:cNvSpPr txBox="1"/>
          <p:nvPr/>
        </p:nvSpPr>
        <p:spPr>
          <a:xfrm>
            <a:off x="10789493" y="5581842"/>
            <a:ext cx="59676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Yes.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294918-80AE-9BDC-97FB-17F4D51D039E}"/>
              </a:ext>
            </a:extLst>
          </p:cNvPr>
          <p:cNvSpPr txBox="1"/>
          <p:nvPr/>
        </p:nvSpPr>
        <p:spPr>
          <a:xfrm>
            <a:off x="308008" y="6267393"/>
            <a:ext cx="11575983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200" dirty="0"/>
              <a:t>We need formal rules for deriving new knowledge, using quantifiers, and making valid substitutions.</a:t>
            </a:r>
          </a:p>
        </p:txBody>
      </p:sp>
    </p:spTree>
    <p:extLst>
      <p:ext uri="{BB962C8B-B14F-4D97-AF65-F5344CB8AC3E}">
        <p14:creationId xmlns:p14="http://schemas.microsoft.com/office/powerpoint/2010/main" val="3582861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5" grpId="0"/>
      <p:bldP spid="16" grpId="0"/>
      <p:bldP spid="17" grpId="0"/>
      <p:bldP spid="26" grpId="0"/>
      <p:bldP spid="28" grpId="0"/>
      <p:bldP spid="2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DEB99-01B1-21F8-B10C-913185CE1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35F6260A-8920-DC31-F131-1CB202C8507C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Inference Rules: Universal Instantiation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C382A9B-1EB8-2149-C8C7-423BB283B8B7}"/>
                  </a:ext>
                </a:extLst>
              </p:cNvPr>
              <p:cNvSpPr txBox="1"/>
              <p:nvPr/>
            </p:nvSpPr>
            <p:spPr>
              <a:xfrm>
                <a:off x="526557" y="1352999"/>
                <a:ext cx="10262936" cy="5057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noAutofit/>
              </a:bodyPr>
              <a:lstStyle/>
              <a:p>
                <a:r>
                  <a:rPr lang="en-US" sz="2400" b="1" dirty="0"/>
                  <a:t>Rule:</a:t>
                </a:r>
                <a:r>
                  <a:rPr lang="en-US" sz="2400" dirty="0"/>
                  <a:t> If something is true for </a:t>
                </a:r>
                <a:r>
                  <a:rPr lang="en-US" sz="2400" i="1" dirty="0"/>
                  <a:t>all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, then it is true for any </a:t>
                </a:r>
                <a:r>
                  <a:rPr lang="en-US" sz="2400" i="1" dirty="0"/>
                  <a:t>specific</a:t>
                </a:r>
                <a:r>
                  <a:rPr lang="en-US" sz="2400" dirty="0"/>
                  <a:t> instance.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C382A9B-1EB8-2149-C8C7-423BB283B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557" y="1352999"/>
                <a:ext cx="10262936" cy="505723"/>
              </a:xfrm>
              <a:prstGeom prst="rect">
                <a:avLst/>
              </a:prstGeom>
              <a:blipFill>
                <a:blip r:embed="rId2"/>
                <a:stretch>
                  <a:fillRect l="-891" t="-9639" b="-1807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06E95C95-00CC-91EB-0DD5-4C6221EFFBEF}"/>
              </a:ext>
            </a:extLst>
          </p:cNvPr>
          <p:cNvSpPr txBox="1"/>
          <p:nvPr/>
        </p:nvSpPr>
        <p:spPr>
          <a:xfrm>
            <a:off x="3122973" y="2088679"/>
            <a:ext cx="1564530" cy="12003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400" b="1" dirty="0"/>
              <a:t>Formally</a:t>
            </a:r>
            <a:r>
              <a:rPr lang="en-US" sz="2400" dirty="0"/>
              <a:t>:</a:t>
            </a:r>
          </a:p>
          <a:p>
            <a:pPr lvl="1"/>
            <a:r>
              <a:rPr lang="en-US" sz="2400" dirty="0"/>
              <a:t>Given:</a:t>
            </a:r>
          </a:p>
          <a:p>
            <a:pPr lvl="1"/>
            <a:r>
              <a:rPr lang="en-US" sz="2400" dirty="0"/>
              <a:t>Infer: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2054D04-0543-A98C-0196-CD7084B17C02}"/>
                  </a:ext>
                </a:extLst>
              </p:cNvPr>
              <p:cNvSpPr txBox="1"/>
              <p:nvPr/>
            </p:nvSpPr>
            <p:spPr>
              <a:xfrm>
                <a:off x="4951774" y="2426543"/>
                <a:ext cx="1218020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0"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2054D04-0543-A98C-0196-CD7084B17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1774" y="2426543"/>
                <a:ext cx="1218020" cy="461665"/>
              </a:xfrm>
              <a:prstGeom prst="rect">
                <a:avLst/>
              </a:prstGeom>
              <a:blipFill>
                <a:blip r:embed="rId3"/>
                <a:stretch>
                  <a:fillRect l="-500" r="-6000" b="-171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3DBBFC3-C8B3-6E35-507A-63872CCA6BBD}"/>
                  </a:ext>
                </a:extLst>
              </p:cNvPr>
              <p:cNvSpPr txBox="1"/>
              <p:nvPr/>
            </p:nvSpPr>
            <p:spPr>
              <a:xfrm>
                <a:off x="4951773" y="2827343"/>
                <a:ext cx="3383705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0" lvl="1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where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/>
                  <a:t> is any term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3DBBFC3-C8B3-6E35-507A-63872CCA6B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1773" y="2827343"/>
                <a:ext cx="3383705" cy="461665"/>
              </a:xfrm>
              <a:prstGeom prst="rect">
                <a:avLst/>
              </a:prstGeom>
              <a:blipFill>
                <a:blip r:embed="rId4"/>
                <a:stretch>
                  <a:fillRect l="-360" t="-10526" b="-289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EB333AFE-86AF-A8AA-ABFC-132BB7AE37E4}"/>
              </a:ext>
            </a:extLst>
          </p:cNvPr>
          <p:cNvSpPr txBox="1"/>
          <p:nvPr/>
        </p:nvSpPr>
        <p:spPr>
          <a:xfrm>
            <a:off x="1037648" y="4042185"/>
            <a:ext cx="3710488" cy="178510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nl-NL" sz="2200" dirty="0"/>
              <a:t>KB:</a:t>
            </a:r>
          </a:p>
          <a:p>
            <a:pPr lvl="1"/>
            <a:r>
              <a:rPr lang="nl-NL" sz="2200" dirty="0"/>
              <a:t>Student(Alice)</a:t>
            </a:r>
          </a:p>
          <a:p>
            <a:pPr lvl="1"/>
            <a:r>
              <a:rPr lang="nl-NL" sz="2200" dirty="0"/>
              <a:t>Student(Bob)</a:t>
            </a:r>
          </a:p>
          <a:p>
            <a:pPr lvl="1"/>
            <a:r>
              <a:rPr lang="nl-NL" sz="2200" dirty="0"/>
              <a:t>Student(FatherOf(Charlie))</a:t>
            </a:r>
          </a:p>
          <a:p>
            <a:pPr lvl="1"/>
            <a:r>
              <a:rPr lang="nl-NL" sz="2200" dirty="0"/>
              <a:t>∀x Student(x) ⇒ Person(x)</a:t>
            </a:r>
            <a:endParaRPr lang="en-US" sz="2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5C85E5-6FDA-308B-CD93-02841AE92991}"/>
              </a:ext>
            </a:extLst>
          </p:cNvPr>
          <p:cNvSpPr txBox="1"/>
          <p:nvPr/>
        </p:nvSpPr>
        <p:spPr>
          <a:xfrm>
            <a:off x="4951773" y="4042185"/>
            <a:ext cx="6961522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nl-NL" sz="2200" dirty="0"/>
              <a:t>Using universal instantiation, we can infer:</a:t>
            </a:r>
            <a:endParaRPr lang="en-US" sz="2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3F82E3-B8FF-C534-8CB9-5DB6CACCF2F5}"/>
              </a:ext>
            </a:extLst>
          </p:cNvPr>
          <p:cNvSpPr txBox="1"/>
          <p:nvPr/>
        </p:nvSpPr>
        <p:spPr>
          <a:xfrm>
            <a:off x="4951773" y="4613685"/>
            <a:ext cx="6961522" cy="11079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1"/>
            <a:r>
              <a:rPr lang="en-US" sz="2200" dirty="0"/>
              <a:t>Student(Alice) ⇒ Person(Alice)</a:t>
            </a:r>
          </a:p>
          <a:p>
            <a:pPr lvl="1"/>
            <a:r>
              <a:rPr lang="en-US" sz="2200" dirty="0"/>
              <a:t>Student(Bob) ⇒ Person(Bob)</a:t>
            </a:r>
          </a:p>
          <a:p>
            <a:pPr lvl="1"/>
            <a:r>
              <a:rPr lang="en-US" sz="2200" dirty="0"/>
              <a:t>Student(</a:t>
            </a:r>
            <a:r>
              <a:rPr lang="en-US" sz="2200" dirty="0" err="1"/>
              <a:t>FatherOf</a:t>
            </a:r>
            <a:r>
              <a:rPr lang="en-US" sz="2200" dirty="0"/>
              <a:t>(Charlie)) ⇒ Person(</a:t>
            </a:r>
            <a:r>
              <a:rPr lang="en-US" sz="2200" dirty="0" err="1"/>
              <a:t>FatherOf</a:t>
            </a:r>
            <a:r>
              <a:rPr lang="en-US" sz="2200" dirty="0"/>
              <a:t>(Charlie))</a:t>
            </a:r>
          </a:p>
        </p:txBody>
      </p:sp>
    </p:spTree>
    <p:extLst>
      <p:ext uri="{BB962C8B-B14F-4D97-AF65-F5344CB8AC3E}">
        <p14:creationId xmlns:p14="http://schemas.microsoft.com/office/powerpoint/2010/main" val="49937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6" grpId="0"/>
      <p:bldP spid="37" grpId="0"/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38DE8-0A92-791C-DA6E-8ECD6F9D8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5616B9F7-1077-E3D5-485E-5B6D45BD0F06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Inference Rules: Existential Instantiation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9E58831-ACDC-DB49-5D01-EB00773F1277}"/>
                  </a:ext>
                </a:extLst>
              </p:cNvPr>
              <p:cNvSpPr txBox="1"/>
              <p:nvPr/>
            </p:nvSpPr>
            <p:spPr>
              <a:xfrm>
                <a:off x="526557" y="983931"/>
                <a:ext cx="10262936" cy="5057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noAutofit/>
              </a:bodyPr>
              <a:lstStyle/>
              <a:p>
                <a:r>
                  <a:rPr lang="en-US" sz="2400" b="1" dirty="0"/>
                  <a:t>Rule:</a:t>
                </a:r>
                <a:r>
                  <a:rPr lang="en-US" sz="2400" dirty="0"/>
                  <a:t> If we know something with property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/>
                  <a:t> exists, we can introduce a new constant to refer to it.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9E58831-ACDC-DB49-5D01-EB00773F1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557" y="983931"/>
                <a:ext cx="10262936" cy="505723"/>
              </a:xfrm>
              <a:prstGeom prst="rect">
                <a:avLst/>
              </a:prstGeom>
              <a:blipFill>
                <a:blip r:embed="rId2"/>
                <a:stretch>
                  <a:fillRect l="-891" t="-9639" b="-903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4C75360F-B28F-4A44-2BED-9DC749C92703}"/>
              </a:ext>
            </a:extLst>
          </p:cNvPr>
          <p:cNvSpPr txBox="1"/>
          <p:nvPr/>
        </p:nvSpPr>
        <p:spPr>
          <a:xfrm>
            <a:off x="3122973" y="1868479"/>
            <a:ext cx="1564530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400" dirty="0"/>
              <a:t>Given:</a:t>
            </a:r>
          </a:p>
          <a:p>
            <a:r>
              <a:rPr lang="en-US" sz="2400" dirty="0"/>
              <a:t>Infer: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A9BB72C-3B8E-3545-8D58-EF1A8D6DA50D}"/>
                  </a:ext>
                </a:extLst>
              </p:cNvPr>
              <p:cNvSpPr txBox="1"/>
              <p:nvPr/>
            </p:nvSpPr>
            <p:spPr>
              <a:xfrm>
                <a:off x="4143252" y="1838317"/>
                <a:ext cx="1218020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0"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A9BB72C-3B8E-3545-8D58-EF1A8D6DA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3252" y="1838317"/>
                <a:ext cx="1218020" cy="461665"/>
              </a:xfrm>
              <a:prstGeom prst="rect">
                <a:avLst/>
              </a:prstGeom>
              <a:blipFill>
                <a:blip r:embed="rId3"/>
                <a:stretch>
                  <a:fillRect l="-503" r="-5025" b="-18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862DB0E-14C2-A9F1-DFF6-73655D828C31}"/>
                  </a:ext>
                </a:extLst>
              </p:cNvPr>
              <p:cNvSpPr txBox="1"/>
              <p:nvPr/>
            </p:nvSpPr>
            <p:spPr>
              <a:xfrm>
                <a:off x="4143251" y="2239117"/>
                <a:ext cx="6858425" cy="15696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0" lvl="1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where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is a new constant (called </a:t>
                </a:r>
                <a:r>
                  <a:rPr lang="en-US" sz="2400" dirty="0" err="1"/>
                  <a:t>Skolem</a:t>
                </a:r>
                <a:r>
                  <a:rPr lang="en-US" sz="2400" dirty="0"/>
                  <a:t> constant): a unique new symbol introduced to represent the specific object whose existence is claimed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862DB0E-14C2-A9F1-DFF6-73655D828C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3251" y="2239117"/>
                <a:ext cx="6858425" cy="1569660"/>
              </a:xfrm>
              <a:prstGeom prst="rect">
                <a:avLst/>
              </a:prstGeom>
              <a:blipFill>
                <a:blip r:embed="rId4"/>
                <a:stretch>
                  <a:fillRect l="-1422" t="-3101" b="-775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146D6B51-34D0-3712-A295-0ADC46881FBC}"/>
              </a:ext>
            </a:extLst>
          </p:cNvPr>
          <p:cNvSpPr txBox="1"/>
          <p:nvPr/>
        </p:nvSpPr>
        <p:spPr>
          <a:xfrm>
            <a:off x="579071" y="4072883"/>
            <a:ext cx="3895613" cy="76944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nl-NL" sz="2200" dirty="0"/>
              <a:t>KB:</a:t>
            </a:r>
          </a:p>
          <a:p>
            <a:pPr lvl="1"/>
            <a:r>
              <a:rPr lang="en-US" sz="2200" dirty="0"/>
              <a:t>∃x Student(x) ∧ Smart(x)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C39DD6A-90CC-5279-9E80-0C152FADDF3B}"/>
                  </a:ext>
                </a:extLst>
              </p:cNvPr>
              <p:cNvSpPr txBox="1"/>
              <p:nvPr/>
            </p:nvSpPr>
            <p:spPr>
              <a:xfrm>
                <a:off x="6048300" y="4083325"/>
                <a:ext cx="5345641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nl-NL" sz="2200" dirty="0"/>
                  <a:t>Using existential instantiation, we can infer:</a:t>
                </a:r>
              </a:p>
              <a:p>
                <a:pPr lvl="1"/>
                <a:r>
                  <a:rPr lang="en-US" sz="2200" dirty="0"/>
                  <a:t>Student(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 smtClean="0">
                            <a:solidFill>
                              <a:srgbClr val="1306B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b="0" i="1" dirty="0" smtClean="0">
                            <a:solidFill>
                              <a:srgbClr val="1306BA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sz="2200" b="0" i="1" dirty="0" smtClean="0">
                            <a:solidFill>
                              <a:srgbClr val="1306B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/>
                  <a:t>) ∧ Smart(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solidFill>
                              <a:srgbClr val="1306B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i="1" dirty="0">
                            <a:solidFill>
                              <a:srgbClr val="1306BA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sz="2200" i="1" dirty="0">
                            <a:solidFill>
                              <a:srgbClr val="1306B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/>
                  <a:t>)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C39DD6A-90CC-5279-9E80-0C152FADDF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8300" y="4083325"/>
                <a:ext cx="5345641" cy="769441"/>
              </a:xfrm>
              <a:prstGeom prst="rect">
                <a:avLst/>
              </a:prstGeom>
              <a:blipFill>
                <a:blip r:embed="rId5"/>
                <a:stretch>
                  <a:fillRect l="-1482" t="-5556" b="-1507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DF1835C6-6376-406E-037F-63DA03A131B9}"/>
              </a:ext>
            </a:extLst>
          </p:cNvPr>
          <p:cNvSpPr txBox="1"/>
          <p:nvPr/>
        </p:nvSpPr>
        <p:spPr>
          <a:xfrm>
            <a:off x="1426308" y="5084395"/>
            <a:ext cx="4456497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200" dirty="0"/>
              <a:t>“There exists a student who is smart”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44779AF-0C64-F469-9C5F-2AD063238BB4}"/>
                  </a:ext>
                </a:extLst>
              </p:cNvPr>
              <p:cNvSpPr txBox="1"/>
              <p:nvPr/>
            </p:nvSpPr>
            <p:spPr>
              <a:xfrm>
                <a:off x="7901917" y="4991782"/>
                <a:ext cx="4004534" cy="769441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200" dirty="0"/>
                  <a:t>“Let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solidFill>
                              <a:srgbClr val="1306B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i="1" dirty="0">
                            <a:solidFill>
                              <a:srgbClr val="1306BA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sz="2200" i="1" dirty="0">
                            <a:solidFill>
                              <a:srgbClr val="1306B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/>
                  <a:t> be a </a:t>
                </a:r>
                <a:r>
                  <a:rPr lang="en-US" sz="2200" dirty="0" err="1"/>
                  <a:t>Skolem</a:t>
                </a:r>
                <a:r>
                  <a:rPr lang="en-US" sz="2200" dirty="0"/>
                  <a:t> constant that names the smart student.”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44779AF-0C64-F469-9C5F-2AD063238B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1917" y="4991782"/>
                <a:ext cx="4004534" cy="769441"/>
              </a:xfrm>
              <a:prstGeom prst="rect">
                <a:avLst/>
              </a:prstGeom>
              <a:blipFill>
                <a:blip r:embed="rId6"/>
                <a:stretch>
                  <a:fillRect l="-1821" t="-4688" r="-2580" b="-14063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6A301D5-DEC4-4665-D268-6FF4798DC906}"/>
              </a:ext>
            </a:extLst>
          </p:cNvPr>
          <p:cNvSpPr txBox="1"/>
          <p:nvPr/>
        </p:nvSpPr>
        <p:spPr>
          <a:xfrm>
            <a:off x="2208573" y="5934670"/>
            <a:ext cx="7777213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We don't know </a:t>
            </a:r>
            <a:r>
              <a:rPr lang="en-US" sz="2000" b="1" i="1" dirty="0">
                <a:effectLst/>
              </a:rPr>
              <a:t>which</a:t>
            </a:r>
            <a:r>
              <a:rPr lang="en-US" sz="2000" dirty="0"/>
              <a:t> student is smart, only that at least one exists so we need to use a </a:t>
            </a:r>
            <a:r>
              <a:rPr lang="en-US" sz="2000" i="1" dirty="0"/>
              <a:t>new</a:t>
            </a:r>
            <a:r>
              <a:rPr lang="en-US" sz="2000" dirty="0"/>
              <a:t> symbol not used elsewhere in the KB.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13F091-6D8E-DA9E-BCB8-0F47926AF752}"/>
              </a:ext>
            </a:extLst>
          </p:cNvPr>
          <p:cNvSpPr txBox="1"/>
          <p:nvPr/>
        </p:nvSpPr>
        <p:spPr>
          <a:xfrm>
            <a:off x="1426308" y="2053146"/>
            <a:ext cx="1564530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400" b="1" dirty="0"/>
              <a:t>Formally</a:t>
            </a:r>
            <a:endParaRPr lang="en-US" sz="24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1E3FA9-2830-028C-E303-982B9164EDD4}"/>
              </a:ext>
            </a:extLst>
          </p:cNvPr>
          <p:cNvCxnSpPr>
            <a:cxnSpLocks/>
          </p:cNvCxnSpPr>
          <p:nvPr/>
        </p:nvCxnSpPr>
        <p:spPr>
          <a:xfrm>
            <a:off x="589458" y="3953174"/>
            <a:ext cx="11035653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088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6" grpId="0"/>
      <p:bldP spid="37" grpId="0"/>
      <p:bldP spid="2" grpId="0"/>
      <p:bldP spid="6" grpId="0" animBg="1"/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9B2C6-0C29-2C4A-06CC-E123531DC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DF1E6C1E-6615-B8AF-8DAF-A86176933EFA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Generalized Modus Ponens (GMP)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5737B2-27A9-1A35-7D3C-2372E3FE9E09}"/>
              </a:ext>
            </a:extLst>
          </p:cNvPr>
          <p:cNvSpPr txBox="1"/>
          <p:nvPr/>
        </p:nvSpPr>
        <p:spPr>
          <a:xfrm>
            <a:off x="417433" y="1143091"/>
            <a:ext cx="11261734" cy="4924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fr-FR" sz="2600" dirty="0">
                <a:solidFill>
                  <a:srgbClr val="1306BA"/>
                </a:solidFill>
              </a:rPr>
              <a:t>Universal </a:t>
            </a:r>
            <a:r>
              <a:rPr lang="fr-FR" sz="2600" dirty="0" err="1">
                <a:solidFill>
                  <a:srgbClr val="1306BA"/>
                </a:solidFill>
              </a:rPr>
              <a:t>Instantiation</a:t>
            </a:r>
            <a:r>
              <a:rPr lang="fr-FR" sz="2600" dirty="0">
                <a:solidFill>
                  <a:srgbClr val="1306BA"/>
                </a:solidFill>
              </a:rPr>
              <a:t> + Unification + Modus </a:t>
            </a:r>
            <a:r>
              <a:rPr lang="fr-FR" sz="2600" dirty="0" err="1">
                <a:solidFill>
                  <a:srgbClr val="1306BA"/>
                </a:solidFill>
              </a:rPr>
              <a:t>Ponens</a:t>
            </a:r>
            <a:r>
              <a:rPr lang="fr-FR" sz="2600" dirty="0">
                <a:solidFill>
                  <a:srgbClr val="1306BA"/>
                </a:solidFill>
              </a:rPr>
              <a:t> = </a:t>
            </a:r>
            <a:r>
              <a:rPr lang="fr-FR" sz="2600" dirty="0" err="1">
                <a:solidFill>
                  <a:srgbClr val="1306BA"/>
                </a:solidFill>
              </a:rPr>
              <a:t>Generalized</a:t>
            </a:r>
            <a:r>
              <a:rPr lang="fr-FR" sz="2600" dirty="0">
                <a:solidFill>
                  <a:srgbClr val="1306BA"/>
                </a:solidFill>
              </a:rPr>
              <a:t> Modus </a:t>
            </a:r>
            <a:r>
              <a:rPr lang="fr-FR" sz="2600" dirty="0" err="1">
                <a:solidFill>
                  <a:srgbClr val="1306BA"/>
                </a:solidFill>
              </a:rPr>
              <a:t>Ponens</a:t>
            </a:r>
            <a:endParaRPr lang="en-US" sz="2600" dirty="0">
              <a:solidFill>
                <a:srgbClr val="1306BA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4E7B50-2600-6481-3368-52D1445E8F1A}"/>
              </a:ext>
            </a:extLst>
          </p:cNvPr>
          <p:cNvSpPr txBox="1"/>
          <p:nvPr/>
        </p:nvSpPr>
        <p:spPr>
          <a:xfrm>
            <a:off x="1047750" y="3961125"/>
            <a:ext cx="2444817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fr-FR" sz="2400" dirty="0" err="1"/>
              <a:t>Knowledge</a:t>
            </a:r>
            <a:r>
              <a:rPr lang="fr-FR" sz="2400" dirty="0"/>
              <a:t> Base: 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A7176B3-DF3F-6144-28C1-58D5003D16F9}"/>
                  </a:ext>
                </a:extLst>
              </p:cNvPr>
              <p:cNvSpPr txBox="1"/>
              <p:nvPr/>
            </p:nvSpPr>
            <p:spPr>
              <a:xfrm>
                <a:off x="1452012" y="4506939"/>
                <a:ext cx="2444816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fr-FR" sz="2400" dirty="0">
                    <a:solidFill>
                      <a:schemeClr val="tx1"/>
                    </a:solidFill>
                  </a:rPr>
                  <a:t>Facts: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endParaRPr lang="en-US" sz="2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A7176B3-DF3F-6144-28C1-58D5003D1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2012" y="4506939"/>
                <a:ext cx="2444816" cy="461665"/>
              </a:xfrm>
              <a:prstGeom prst="rect">
                <a:avLst/>
              </a:prstGeom>
              <a:blipFill>
                <a:blip r:embed="rId2"/>
                <a:stretch>
                  <a:fillRect l="-3741" t="-10526" b="-289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221B0D9-5E87-8D50-FB67-2B24FFC5C1F7}"/>
                  </a:ext>
                </a:extLst>
              </p:cNvPr>
              <p:cNvSpPr txBox="1"/>
              <p:nvPr/>
            </p:nvSpPr>
            <p:spPr>
              <a:xfrm>
                <a:off x="1452011" y="5200305"/>
                <a:ext cx="3917482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fr-FR" sz="2400" dirty="0">
                    <a:solidFill>
                      <a:schemeClr val="tx1"/>
                    </a:solidFill>
                  </a:rPr>
                  <a:t>Rule(s):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smtClean="0">
                                <a:solidFill>
                                  <a:srgbClr val="FF66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FF66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FF66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 smtClean="0">
                                <a:solidFill>
                                  <a:srgbClr val="FF66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FF66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FF66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400" i="1" smtClean="0">
                                <a:solidFill>
                                  <a:srgbClr val="FF66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FF66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FF66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sz="2400" b="0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221B0D9-5E87-8D50-FB67-2B24FFC5C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2011" y="5200305"/>
                <a:ext cx="3917482" cy="461665"/>
              </a:xfrm>
              <a:prstGeom prst="rect">
                <a:avLst/>
              </a:prstGeom>
              <a:blipFill>
                <a:blip r:embed="rId3"/>
                <a:stretch>
                  <a:fillRect l="-2333" t="-10526" b="-289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B83C601-3EDE-C977-7968-3F21DC4FC610}"/>
                  </a:ext>
                </a:extLst>
              </p:cNvPr>
              <p:cNvSpPr txBox="1"/>
              <p:nvPr/>
            </p:nvSpPr>
            <p:spPr>
              <a:xfrm>
                <a:off x="5943600" y="3961125"/>
                <a:ext cx="4796388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And we have a substitution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where 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: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B83C601-3EDE-C977-7968-3F21DC4FC6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3961125"/>
                <a:ext cx="4796388" cy="830997"/>
              </a:xfrm>
              <a:prstGeom prst="rect">
                <a:avLst/>
              </a:prstGeom>
              <a:blipFill>
                <a:blip r:embed="rId4"/>
                <a:stretch>
                  <a:fillRect l="-1906" t="-5882" r="-381" b="-1617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FE27E733-33A5-71A4-68D6-042864FCB9CF}"/>
              </a:ext>
            </a:extLst>
          </p:cNvPr>
          <p:cNvSpPr txBox="1"/>
          <p:nvPr/>
        </p:nvSpPr>
        <p:spPr>
          <a:xfrm>
            <a:off x="712270" y="3394860"/>
            <a:ext cx="2512623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Suppose we have: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EAB1E3-7E15-171E-899F-664062FB771B}"/>
              </a:ext>
            </a:extLst>
          </p:cNvPr>
          <p:cNvSpPr txBox="1"/>
          <p:nvPr/>
        </p:nvSpPr>
        <p:spPr>
          <a:xfrm>
            <a:off x="712271" y="2201846"/>
            <a:ext cx="10462660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400" dirty="0"/>
              <a:t>If we can unify facts with the premises of a rule, we can infer the conclusion with that same substitution.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C0E6AD-830F-722D-8384-01B3627178ED}"/>
              </a:ext>
            </a:extLst>
          </p:cNvPr>
          <p:cNvSpPr txBox="1"/>
          <p:nvPr/>
        </p:nvSpPr>
        <p:spPr>
          <a:xfrm>
            <a:off x="5943600" y="5253244"/>
            <a:ext cx="2532849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We can infer: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215870-B766-8617-DDFC-B17018E5AD51}"/>
                  </a:ext>
                </a:extLst>
              </p:cNvPr>
              <p:cNvSpPr txBox="1"/>
              <p:nvPr/>
            </p:nvSpPr>
            <p:spPr>
              <a:xfrm>
                <a:off x="7682851" y="4507252"/>
                <a:ext cx="1877787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1" smtClean="0">
                          <a:solidFill>
                            <a:srgbClr val="1306BA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FF66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FF66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FF66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215870-B766-8617-DDFC-B17018E5AD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2851" y="4507252"/>
                <a:ext cx="1877787" cy="461665"/>
              </a:xfrm>
              <a:prstGeom prst="rect">
                <a:avLst/>
              </a:prstGeom>
              <a:blipFill>
                <a:blip r:embed="rId5"/>
                <a:stretch>
                  <a:fillRect b="-171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68A2B6C-7D04-4E74-CA80-EFD886E6B014}"/>
                  </a:ext>
                </a:extLst>
              </p:cNvPr>
              <p:cNvSpPr txBox="1"/>
              <p:nvPr/>
            </p:nvSpPr>
            <p:spPr>
              <a:xfrm>
                <a:off x="8245226" y="5661970"/>
                <a:ext cx="753035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1" smtClean="0">
                          <a:solidFill>
                            <a:srgbClr val="1306BA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68A2B6C-7D04-4E74-CA80-EFD886E6B0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5226" y="5661970"/>
                <a:ext cx="753035" cy="461665"/>
              </a:xfrm>
              <a:prstGeom prst="rect">
                <a:avLst/>
              </a:prstGeom>
              <a:blipFill>
                <a:blip r:embed="rId6"/>
                <a:stretch>
                  <a:fillRect l="-24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974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21" grpId="0"/>
      <p:bldP spid="5" grpId="0"/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E6AB8-637A-76A1-DCAA-3BCB6C201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7DD70A3D-9946-566F-CEA5-D23BE2C27188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Example of Generalized Modus Ponens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B02D0A-7959-4C20-F582-A9D31AA15C08}"/>
              </a:ext>
            </a:extLst>
          </p:cNvPr>
          <p:cNvSpPr txBox="1"/>
          <p:nvPr/>
        </p:nvSpPr>
        <p:spPr>
          <a:xfrm>
            <a:off x="693963" y="900329"/>
            <a:ext cx="10690729" cy="203132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KB:</a:t>
            </a:r>
          </a:p>
          <a:p>
            <a:pPr lvl="1"/>
            <a:r>
              <a:rPr lang="en-US" dirty="0"/>
              <a:t>Teaches(</a:t>
            </a:r>
            <a:r>
              <a:rPr lang="en-US" dirty="0">
                <a:solidFill>
                  <a:srgbClr val="461D7C"/>
                </a:solidFill>
              </a:rPr>
              <a:t>Alvin</a:t>
            </a:r>
            <a:r>
              <a:rPr lang="en-US" dirty="0"/>
              <a:t>, </a:t>
            </a:r>
            <a:r>
              <a:rPr lang="en-US" dirty="0">
                <a:solidFill>
                  <a:srgbClr val="FF6600"/>
                </a:solidFill>
              </a:rPr>
              <a:t>CSC343</a:t>
            </a:r>
            <a:r>
              <a:rPr lang="en-US" dirty="0"/>
              <a:t>, </a:t>
            </a:r>
            <a:r>
              <a:rPr lang="en-US" dirty="0">
                <a:solidFill>
                  <a:srgbClr val="5ACAD6"/>
                </a:solidFill>
              </a:rPr>
              <a:t>Spring2026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Enrolled(</a:t>
            </a:r>
            <a:r>
              <a:rPr lang="en-US" dirty="0">
                <a:solidFill>
                  <a:srgbClr val="1306BA"/>
                </a:solidFill>
              </a:rPr>
              <a:t>Alice</a:t>
            </a:r>
            <a:r>
              <a:rPr lang="en-US" dirty="0"/>
              <a:t>, </a:t>
            </a:r>
            <a:r>
              <a:rPr lang="en-US" dirty="0">
                <a:solidFill>
                  <a:srgbClr val="FF6600"/>
                </a:solidFill>
              </a:rPr>
              <a:t>CSC343</a:t>
            </a:r>
            <a:r>
              <a:rPr lang="en-US" dirty="0"/>
              <a:t>, </a:t>
            </a:r>
            <a:r>
              <a:rPr lang="en-US" dirty="0">
                <a:solidFill>
                  <a:srgbClr val="5ACAD6"/>
                </a:solidFill>
              </a:rPr>
              <a:t>Spring2026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Rule(s):</a:t>
            </a:r>
          </a:p>
          <a:p>
            <a:pPr lvl="1"/>
            <a:r>
              <a:rPr lang="en-US" dirty="0"/>
              <a:t>∀</a:t>
            </a:r>
            <a:r>
              <a:rPr lang="en-US" dirty="0">
                <a:solidFill>
                  <a:srgbClr val="461D7C"/>
                </a:solidFill>
              </a:rPr>
              <a:t>prof</a:t>
            </a:r>
            <a:r>
              <a:rPr lang="en-US" dirty="0"/>
              <a:t> ∀</a:t>
            </a:r>
            <a:r>
              <a:rPr lang="en-US" dirty="0">
                <a:solidFill>
                  <a:srgbClr val="1306BA"/>
                </a:solidFill>
              </a:rPr>
              <a:t>student </a:t>
            </a:r>
            <a:r>
              <a:rPr lang="en-US" dirty="0"/>
              <a:t>∀</a:t>
            </a:r>
            <a:r>
              <a:rPr lang="en-US" dirty="0">
                <a:solidFill>
                  <a:srgbClr val="FF6600"/>
                </a:solidFill>
              </a:rPr>
              <a:t>course</a:t>
            </a:r>
            <a:r>
              <a:rPr lang="en-US" dirty="0"/>
              <a:t> ∀</a:t>
            </a:r>
            <a:r>
              <a:rPr lang="en-US" dirty="0">
                <a:solidFill>
                  <a:srgbClr val="5ACAD6"/>
                </a:solidFill>
              </a:rPr>
              <a:t>semester</a:t>
            </a:r>
            <a:r>
              <a:rPr lang="en-US" dirty="0"/>
              <a:t> (Teaches(</a:t>
            </a:r>
            <a:r>
              <a:rPr lang="en-US" dirty="0">
                <a:solidFill>
                  <a:srgbClr val="461D7C"/>
                </a:solidFill>
              </a:rPr>
              <a:t>prof</a:t>
            </a:r>
            <a:r>
              <a:rPr lang="en-US" dirty="0"/>
              <a:t>, </a:t>
            </a:r>
            <a:r>
              <a:rPr lang="en-US" dirty="0">
                <a:solidFill>
                  <a:srgbClr val="FF6600"/>
                </a:solidFill>
              </a:rPr>
              <a:t>course</a:t>
            </a:r>
            <a:r>
              <a:rPr lang="en-US" dirty="0"/>
              <a:t>, </a:t>
            </a:r>
            <a:r>
              <a:rPr lang="en-US" dirty="0">
                <a:solidFill>
                  <a:srgbClr val="5ACAD6"/>
                </a:solidFill>
              </a:rPr>
              <a:t>semester</a:t>
            </a:r>
            <a:r>
              <a:rPr lang="en-US" dirty="0"/>
              <a:t>) ∧ Enrolled(</a:t>
            </a:r>
            <a:r>
              <a:rPr lang="en-US" dirty="0">
                <a:solidFill>
                  <a:srgbClr val="1306BA"/>
                </a:solidFill>
              </a:rPr>
              <a:t>student</a:t>
            </a:r>
            <a:r>
              <a:rPr lang="en-US" dirty="0"/>
              <a:t>, </a:t>
            </a:r>
            <a:r>
              <a:rPr lang="en-US" dirty="0">
                <a:solidFill>
                  <a:srgbClr val="FF6600"/>
                </a:solidFill>
              </a:rPr>
              <a:t>course</a:t>
            </a:r>
            <a:r>
              <a:rPr lang="en-US" dirty="0"/>
              <a:t>, </a:t>
            </a:r>
            <a:r>
              <a:rPr lang="en-US" dirty="0">
                <a:solidFill>
                  <a:srgbClr val="5ACAD6"/>
                </a:solidFill>
              </a:rPr>
              <a:t>semester</a:t>
            </a:r>
            <a:r>
              <a:rPr lang="en-US" dirty="0"/>
              <a:t>))</a:t>
            </a:r>
          </a:p>
          <a:p>
            <a:pPr lvl="1" algn="r"/>
            <a:r>
              <a:rPr lang="en-US" dirty="0"/>
              <a:t>⇒ </a:t>
            </a:r>
            <a:r>
              <a:rPr lang="en-US" dirty="0" err="1"/>
              <a:t>InClass</a:t>
            </a:r>
            <a:r>
              <a:rPr lang="en-US" dirty="0"/>
              <a:t>(</a:t>
            </a:r>
            <a:r>
              <a:rPr lang="en-US" dirty="0">
                <a:solidFill>
                  <a:srgbClr val="1306BA"/>
                </a:solidFill>
              </a:rPr>
              <a:t>student</a:t>
            </a:r>
            <a:r>
              <a:rPr lang="en-US" dirty="0"/>
              <a:t>, </a:t>
            </a:r>
            <a:r>
              <a:rPr lang="en-US" dirty="0">
                <a:solidFill>
                  <a:srgbClr val="461D7C"/>
                </a:solidFill>
              </a:rPr>
              <a:t>prof</a:t>
            </a:r>
            <a:r>
              <a:rPr lang="en-US" dirty="0"/>
              <a:t>, </a:t>
            </a:r>
            <a:r>
              <a:rPr lang="en-US" dirty="0">
                <a:solidFill>
                  <a:srgbClr val="FF6600"/>
                </a:solidFill>
              </a:rPr>
              <a:t>course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28FC9E8-C17F-CEAA-0A69-E78BCF27F610}"/>
                  </a:ext>
                </a:extLst>
              </p:cNvPr>
              <p:cNvSpPr txBox="1"/>
              <p:nvPr/>
            </p:nvSpPr>
            <p:spPr>
              <a:xfrm>
                <a:off x="693962" y="3605168"/>
                <a:ext cx="917496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l-GR" dirty="0"/>
                  <a:t>(</a:t>
                </a:r>
                <a:r>
                  <a:rPr lang="en-US" dirty="0"/>
                  <a:t>Teaches(</a:t>
                </a:r>
                <a:r>
                  <a:rPr lang="en-US" dirty="0">
                    <a:solidFill>
                      <a:srgbClr val="461D7C"/>
                    </a:solidFill>
                  </a:rPr>
                  <a:t>prof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rgbClr val="FF6600"/>
                    </a:solidFill>
                  </a:rPr>
                  <a:t>course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rgbClr val="5ACAD6"/>
                    </a:solidFill>
                  </a:rPr>
                  <a:t>semester</a:t>
                </a:r>
                <a:r>
                  <a:rPr lang="en-US" dirty="0"/>
                  <a:t>) ) = Teaches(</a:t>
                </a:r>
                <a:r>
                  <a:rPr lang="en-US" dirty="0">
                    <a:solidFill>
                      <a:srgbClr val="461D7C"/>
                    </a:solidFill>
                  </a:rPr>
                  <a:t>Alvin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rgbClr val="FF6600"/>
                    </a:solidFill>
                  </a:rPr>
                  <a:t>CSC343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rgbClr val="5ACAD6"/>
                    </a:solidFill>
                  </a:rPr>
                  <a:t>Spring2026</a:t>
                </a:r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28FC9E8-C17F-CEAA-0A69-E78BCF27F6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962" y="3605168"/>
                <a:ext cx="9174967" cy="369332"/>
              </a:xfrm>
              <a:prstGeom prst="rect">
                <a:avLst/>
              </a:prstGeom>
              <a:blipFill>
                <a:blip r:embed="rId2"/>
                <a:stretch>
                  <a:fillRect t="-8197" b="-245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2E85704-7E2D-A63C-DADD-5D56BC99AE18}"/>
                  </a:ext>
                </a:extLst>
              </p:cNvPr>
              <p:cNvSpPr txBox="1"/>
              <p:nvPr/>
            </p:nvSpPr>
            <p:spPr>
              <a:xfrm>
                <a:off x="4334623" y="4007921"/>
                <a:ext cx="729048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where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/>
                  <a:t>(</a:t>
                </a:r>
                <a:r>
                  <a:rPr lang="en-US" dirty="0">
                    <a:solidFill>
                      <a:srgbClr val="461D7C"/>
                    </a:solidFill>
                  </a:rPr>
                  <a:t>prof</a:t>
                </a:r>
                <a:r>
                  <a:rPr lang="en-US" dirty="0"/>
                  <a:t>) = </a:t>
                </a:r>
                <a:r>
                  <a:rPr lang="en-US" dirty="0">
                    <a:solidFill>
                      <a:srgbClr val="461D7C"/>
                    </a:solidFill>
                  </a:rPr>
                  <a:t>Alvin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/>
                  <a:t>(</a:t>
                </a:r>
                <a:r>
                  <a:rPr lang="en-US" dirty="0">
                    <a:solidFill>
                      <a:srgbClr val="FF6600"/>
                    </a:solidFill>
                  </a:rPr>
                  <a:t>course</a:t>
                </a:r>
                <a:r>
                  <a:rPr lang="en-US" dirty="0"/>
                  <a:t>) = </a:t>
                </a:r>
                <a:r>
                  <a:rPr lang="en-US" dirty="0">
                    <a:solidFill>
                      <a:srgbClr val="FF6600"/>
                    </a:solidFill>
                  </a:rPr>
                  <a:t>CSC343</a:t>
                </a:r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/>
                  <a:t>(</a:t>
                </a:r>
                <a:r>
                  <a:rPr lang="en-US" dirty="0">
                    <a:solidFill>
                      <a:srgbClr val="5ACAD6"/>
                    </a:solidFill>
                  </a:rPr>
                  <a:t>semester</a:t>
                </a:r>
                <a:r>
                  <a:rPr lang="en-US" dirty="0"/>
                  <a:t>) = </a:t>
                </a:r>
                <a:r>
                  <a:rPr lang="en-US" dirty="0">
                    <a:solidFill>
                      <a:srgbClr val="5ACAD6"/>
                    </a:solidFill>
                  </a:rPr>
                  <a:t>Spring2026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2E85704-7E2D-A63C-DADD-5D56BC99A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4623" y="4007921"/>
                <a:ext cx="7290488" cy="369332"/>
              </a:xfrm>
              <a:prstGeom prst="rect">
                <a:avLst/>
              </a:prstGeom>
              <a:blipFill>
                <a:blip r:embed="rId3"/>
                <a:stretch>
                  <a:fillRect l="-669" t="-8197" b="-245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30C40F2-C508-0095-BC62-EF8723AFF9B7}"/>
                  </a:ext>
                </a:extLst>
              </p:cNvPr>
              <p:cNvSpPr txBox="1"/>
              <p:nvPr/>
            </p:nvSpPr>
            <p:spPr>
              <a:xfrm>
                <a:off x="693963" y="3104081"/>
                <a:ext cx="348262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Match premises with facts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l-GR" dirty="0"/>
                  <a:t>:</a:t>
                </a:r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30C40F2-C508-0095-BC62-EF8723AFF9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963" y="3104081"/>
                <a:ext cx="3482622" cy="369332"/>
              </a:xfrm>
              <a:prstGeom prst="rect">
                <a:avLst/>
              </a:prstGeom>
              <a:blipFill>
                <a:blip r:embed="rId4"/>
                <a:stretch>
                  <a:fillRect l="-1576" t="-8197" b="-245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3191329-CC4C-5DD2-390F-DA6F92EA2A79}"/>
                  </a:ext>
                </a:extLst>
              </p:cNvPr>
              <p:cNvSpPr txBox="1"/>
              <p:nvPr/>
            </p:nvSpPr>
            <p:spPr>
              <a:xfrm>
                <a:off x="693962" y="4648014"/>
                <a:ext cx="917496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l-GR" dirty="0"/>
                  <a:t>(</a:t>
                </a:r>
                <a:r>
                  <a:rPr lang="en-US" dirty="0"/>
                  <a:t>Enrolled(</a:t>
                </a:r>
                <a:r>
                  <a:rPr lang="en-US" dirty="0">
                    <a:solidFill>
                      <a:srgbClr val="1306BA"/>
                    </a:solidFill>
                  </a:rPr>
                  <a:t>student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rgbClr val="FF6600"/>
                    </a:solidFill>
                  </a:rPr>
                  <a:t>course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rgbClr val="5ACAD6"/>
                    </a:solidFill>
                  </a:rPr>
                  <a:t>semester</a:t>
                </a:r>
                <a:r>
                  <a:rPr lang="en-US" dirty="0"/>
                  <a:t>)) = Enrolled(</a:t>
                </a:r>
                <a:r>
                  <a:rPr lang="en-US" dirty="0">
                    <a:solidFill>
                      <a:srgbClr val="1306BA"/>
                    </a:solidFill>
                  </a:rPr>
                  <a:t>Alice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rgbClr val="FF6600"/>
                    </a:solidFill>
                  </a:rPr>
                  <a:t>CSC343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rgbClr val="5ACAD6"/>
                    </a:solidFill>
                  </a:rPr>
                  <a:t>Spring2026</a:t>
                </a:r>
                <a:r>
                  <a:rPr lang="en-US" dirty="0"/>
                  <a:t>))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3191329-CC4C-5DD2-390F-DA6F92EA2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962" y="4648014"/>
                <a:ext cx="9174967" cy="369332"/>
              </a:xfrm>
              <a:prstGeom prst="rect">
                <a:avLst/>
              </a:prstGeom>
              <a:blipFill>
                <a:blip r:embed="rId5"/>
                <a:stretch>
                  <a:fillRect t="-8197" b="-245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5460BF2-2A6C-3F4B-B800-1702B2FFD195}"/>
                  </a:ext>
                </a:extLst>
              </p:cNvPr>
              <p:cNvSpPr txBox="1"/>
              <p:nvPr/>
            </p:nvSpPr>
            <p:spPr>
              <a:xfrm>
                <a:off x="4334623" y="5050767"/>
                <a:ext cx="753762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where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/>
                  <a:t>(</a:t>
                </a:r>
                <a:r>
                  <a:rPr lang="en-US" dirty="0">
                    <a:solidFill>
                      <a:srgbClr val="1306BA"/>
                    </a:solidFill>
                  </a:rPr>
                  <a:t>student</a:t>
                </a:r>
                <a:r>
                  <a:rPr lang="en-US" dirty="0"/>
                  <a:t>) = </a:t>
                </a:r>
                <a:r>
                  <a:rPr lang="en-US" dirty="0">
                    <a:solidFill>
                      <a:srgbClr val="1306BA"/>
                    </a:solidFill>
                  </a:rPr>
                  <a:t>Alice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/>
                  <a:t>(</a:t>
                </a:r>
                <a:r>
                  <a:rPr lang="en-US" dirty="0">
                    <a:solidFill>
                      <a:srgbClr val="FF6600"/>
                    </a:solidFill>
                  </a:rPr>
                  <a:t>course</a:t>
                </a:r>
                <a:r>
                  <a:rPr lang="en-US" dirty="0"/>
                  <a:t>) = </a:t>
                </a:r>
                <a:r>
                  <a:rPr lang="en-US" dirty="0">
                    <a:solidFill>
                      <a:srgbClr val="FF6600"/>
                    </a:solidFill>
                  </a:rPr>
                  <a:t>CSC343</a:t>
                </a:r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/>
                  <a:t>(</a:t>
                </a:r>
                <a:r>
                  <a:rPr lang="en-US" dirty="0">
                    <a:solidFill>
                      <a:srgbClr val="5ACAD6"/>
                    </a:solidFill>
                  </a:rPr>
                  <a:t>semester</a:t>
                </a:r>
                <a:r>
                  <a:rPr lang="en-US" dirty="0"/>
                  <a:t>) = </a:t>
                </a:r>
                <a:r>
                  <a:rPr lang="en-US" dirty="0">
                    <a:solidFill>
                      <a:srgbClr val="5ACAD6"/>
                    </a:solidFill>
                  </a:rPr>
                  <a:t>Spring2026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5460BF2-2A6C-3F4B-B800-1702B2FFD1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4623" y="5050767"/>
                <a:ext cx="7537624" cy="369332"/>
              </a:xfrm>
              <a:prstGeom prst="rect">
                <a:avLst/>
              </a:prstGeom>
              <a:blipFill>
                <a:blip r:embed="rId6"/>
                <a:stretch>
                  <a:fillRect l="-647" t="-10000" b="-2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CD74D72-4830-8FBF-CAD8-F1E748A14862}"/>
                  </a:ext>
                </a:extLst>
              </p:cNvPr>
              <p:cNvSpPr txBox="1"/>
              <p:nvPr/>
            </p:nvSpPr>
            <p:spPr>
              <a:xfrm>
                <a:off x="693963" y="6144564"/>
                <a:ext cx="733793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l-GR" dirty="0"/>
                  <a:t>(</a:t>
                </a:r>
                <a:r>
                  <a:rPr lang="en-US" dirty="0"/>
                  <a:t>InClass(</a:t>
                </a:r>
                <a:r>
                  <a:rPr lang="en-US" dirty="0">
                    <a:solidFill>
                      <a:srgbClr val="1306BA"/>
                    </a:solidFill>
                  </a:rPr>
                  <a:t>student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rgbClr val="461D7C"/>
                    </a:solidFill>
                  </a:rPr>
                  <a:t>prof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rgbClr val="FF6600"/>
                    </a:solidFill>
                  </a:rPr>
                  <a:t>course</a:t>
                </a:r>
                <a:r>
                  <a:rPr lang="en-US" dirty="0"/>
                  <a:t>)) = </a:t>
                </a:r>
                <a:r>
                  <a:rPr lang="en-US" dirty="0" err="1"/>
                  <a:t>InClass</a:t>
                </a:r>
                <a:r>
                  <a:rPr lang="en-US" dirty="0"/>
                  <a:t>(</a:t>
                </a:r>
                <a:r>
                  <a:rPr lang="en-US" dirty="0">
                    <a:solidFill>
                      <a:srgbClr val="1306BA"/>
                    </a:solidFill>
                  </a:rPr>
                  <a:t>Alice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rgbClr val="461D7C"/>
                    </a:solidFill>
                  </a:rPr>
                  <a:t>Alvin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rgbClr val="FF6600"/>
                    </a:solidFill>
                  </a:rPr>
                  <a:t>CSC343</a:t>
                </a:r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CD74D72-4830-8FBF-CAD8-F1E748A148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963" y="6144564"/>
                <a:ext cx="7337930" cy="369332"/>
              </a:xfrm>
              <a:prstGeom prst="rect">
                <a:avLst/>
              </a:prstGeom>
              <a:blipFill>
                <a:blip r:embed="rId7"/>
                <a:stretch>
                  <a:fillRect t="-9836" b="-245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2611EEE3-A44E-C330-1044-823C321D49C0}"/>
              </a:ext>
            </a:extLst>
          </p:cNvPr>
          <p:cNvSpPr txBox="1"/>
          <p:nvPr/>
        </p:nvSpPr>
        <p:spPr>
          <a:xfrm>
            <a:off x="693962" y="5716888"/>
            <a:ext cx="4256979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So by generalized Modus Ponens, we have: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70B0DCF-E845-2F3E-0636-B94726B14DDC}"/>
              </a:ext>
            </a:extLst>
          </p:cNvPr>
          <p:cNvCxnSpPr>
            <a:cxnSpLocks/>
          </p:cNvCxnSpPr>
          <p:nvPr/>
        </p:nvCxnSpPr>
        <p:spPr>
          <a:xfrm>
            <a:off x="589458" y="2938904"/>
            <a:ext cx="11035653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4124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C802D-5BB3-76CB-9287-330AD0A3E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743B7193-904B-6432-2BFE-511CAEEDDC6B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Forward Chaining in FOL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98D603-B3AA-1047-6F71-85A5DE26C2E4}"/>
              </a:ext>
            </a:extLst>
          </p:cNvPr>
          <p:cNvSpPr txBox="1"/>
          <p:nvPr/>
        </p:nvSpPr>
        <p:spPr>
          <a:xfrm>
            <a:off x="693964" y="1062083"/>
            <a:ext cx="6654188" cy="163121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2000" dirty="0"/>
              <a:t>Start with initial facts in KB</a:t>
            </a:r>
          </a:p>
          <a:p>
            <a:pPr marL="342900" indent="-342900">
              <a:buAutoNum type="arabicPeriod"/>
            </a:pPr>
            <a:r>
              <a:rPr lang="en-US" sz="2000" dirty="0"/>
              <a:t>Find a rule whose premises match facts (using unification)</a:t>
            </a:r>
          </a:p>
          <a:p>
            <a:pPr marL="342900" indent="-342900">
              <a:buAutoNum type="arabicPeriod"/>
            </a:pPr>
            <a:r>
              <a:rPr lang="en-US" sz="2000" dirty="0"/>
              <a:t>Apply GMP to derive the conclusion</a:t>
            </a:r>
          </a:p>
          <a:p>
            <a:pPr marL="342900" indent="-342900">
              <a:buAutoNum type="arabicPeriod"/>
            </a:pPr>
            <a:r>
              <a:rPr lang="en-US" sz="2000" dirty="0"/>
              <a:t>Add the new fact to KB</a:t>
            </a:r>
          </a:p>
          <a:p>
            <a:pPr marL="342900" indent="-342900">
              <a:buAutoNum type="arabicPeriod"/>
            </a:pPr>
            <a:r>
              <a:rPr lang="en-US" sz="2000" dirty="0"/>
              <a:t>Repeat until goal is derived or no new facts can be added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92AB3C-4D23-F98C-FDC0-A46C33D71985}"/>
              </a:ext>
            </a:extLst>
          </p:cNvPr>
          <p:cNvSpPr txBox="1"/>
          <p:nvPr/>
        </p:nvSpPr>
        <p:spPr>
          <a:xfrm>
            <a:off x="5305167" y="3067624"/>
            <a:ext cx="1581665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400" b="1" dirty="0"/>
              <a:t>Properties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D42C84-6CC3-170E-3CA6-480A57A61E77}"/>
              </a:ext>
            </a:extLst>
          </p:cNvPr>
          <p:cNvSpPr txBox="1"/>
          <p:nvPr/>
        </p:nvSpPr>
        <p:spPr>
          <a:xfrm>
            <a:off x="8517924" y="1260656"/>
            <a:ext cx="3107187" cy="1200329"/>
          </a:xfrm>
          <a:prstGeom prst="rect">
            <a:avLst/>
          </a:prstGeom>
          <a:noFill/>
          <a:ln w="25400">
            <a:solidFill>
              <a:srgbClr val="1306BA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This is the same algorithm as in propositional logic, except here we use unification and GMP to derive new facts in FOL.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A8B6EB-10EC-E3E4-DDF9-FEB07E5BDF8B}"/>
              </a:ext>
            </a:extLst>
          </p:cNvPr>
          <p:cNvSpPr txBox="1"/>
          <p:nvPr/>
        </p:nvSpPr>
        <p:spPr>
          <a:xfrm>
            <a:off x="593123" y="3672259"/>
            <a:ext cx="5726819" cy="98488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1306BA"/>
                </a:solidFill>
                <a:effectLst/>
              </a:rPr>
              <a:t>Sound</a:t>
            </a:r>
            <a:r>
              <a:rPr lang="en-US" b="1" dirty="0">
                <a:effectLst/>
              </a:rPr>
              <a:t>: </a:t>
            </a:r>
            <a:r>
              <a:rPr lang="en-US" dirty="0"/>
              <a:t>Everything derived is entailed by the KB</a:t>
            </a:r>
            <a:endParaRPr lang="en-US" b="1" dirty="0">
              <a:solidFill>
                <a:srgbClr val="383A42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Forward chaining only derives logical consequences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 false conclusions from true premises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5D2E519-1D3B-4108-DDDE-9879AD502A14}"/>
                  </a:ext>
                </a:extLst>
              </p:cNvPr>
              <p:cNvSpPr txBox="1"/>
              <p:nvPr/>
            </p:nvSpPr>
            <p:spPr>
              <a:xfrm>
                <a:off x="593123" y="4943084"/>
                <a:ext cx="5824153" cy="15388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200" b="1" dirty="0">
                    <a:solidFill>
                      <a:srgbClr val="1306BA"/>
                    </a:solidFill>
                    <a:effectLst/>
                  </a:rPr>
                  <a:t>Complete for definite clauses</a:t>
                </a:r>
                <a:r>
                  <a:rPr lang="en-US" b="1" dirty="0">
                    <a:effectLst/>
                  </a:rPr>
                  <a:t>:</a:t>
                </a:r>
                <a:r>
                  <a:rPr lang="en-US" dirty="0">
                    <a:effectLst/>
                  </a:rPr>
                  <a:t> F</a:t>
                </a:r>
                <a:r>
                  <a:rPr lang="en-US" dirty="0"/>
                  <a:t>ind all entailed atomic facts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Definite clause: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∧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q</m:t>
                    </m:r>
                  </m:oMath>
                </a14:m>
                <a:endParaRPr lang="en-US" dirty="0"/>
              </a:p>
              <a:p>
                <a:pPr lvl="6"/>
                <a:r>
                  <a:rPr lang="en-US" dirty="0"/>
                  <a:t>(single positive conclusion)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If entailed, forward chaining will eventually derive it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5D2E519-1D3B-4108-DDDE-9879AD502A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123" y="4943084"/>
                <a:ext cx="5824153" cy="1538883"/>
              </a:xfrm>
              <a:prstGeom prst="rect">
                <a:avLst/>
              </a:prstGeom>
              <a:blipFill>
                <a:blip r:embed="rId2"/>
                <a:stretch>
                  <a:fillRect l="-1360" t="-2778" b="-555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B847CF4B-16BE-12DB-71DD-E2F302435FE3}"/>
              </a:ext>
            </a:extLst>
          </p:cNvPr>
          <p:cNvSpPr txBox="1"/>
          <p:nvPr/>
        </p:nvSpPr>
        <p:spPr>
          <a:xfrm>
            <a:off x="6886832" y="3672259"/>
            <a:ext cx="4176584" cy="98488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1306BA"/>
                </a:solidFill>
              </a:rPr>
              <a:t>Exhaustive</a:t>
            </a:r>
            <a:r>
              <a:rPr lang="en-US" b="1" dirty="0"/>
              <a:t>:</a:t>
            </a:r>
            <a:r>
              <a:rPr lang="en-US" dirty="0"/>
              <a:t> Derives all entailed facts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Continues until no new inferences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Guarantees nothing is missed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1A2AE3-7B18-A1B0-C952-9F09DA65F5C1}"/>
              </a:ext>
            </a:extLst>
          </p:cNvPr>
          <p:cNvSpPr txBox="1"/>
          <p:nvPr/>
        </p:nvSpPr>
        <p:spPr>
          <a:xfrm>
            <a:off x="6882713" y="4943084"/>
            <a:ext cx="4716164" cy="12618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1306BA"/>
                </a:solidFill>
              </a:rPr>
              <a:t>May derive irrelevant facts</a:t>
            </a:r>
            <a:r>
              <a:rPr lang="en-US" dirty="0"/>
              <a:t>: the “Shotgun approach”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Produces facts unrelated to your query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Inefficient for large KBs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D37849-940B-ECF0-E547-C7A56072CA0F}"/>
              </a:ext>
            </a:extLst>
          </p:cNvPr>
          <p:cNvSpPr txBox="1"/>
          <p:nvPr/>
        </p:nvSpPr>
        <p:spPr>
          <a:xfrm>
            <a:off x="1100742" y="1392195"/>
            <a:ext cx="6033226" cy="670162"/>
          </a:xfrm>
          <a:prstGeom prst="rect">
            <a:avLst/>
          </a:prstGeom>
          <a:noFill/>
          <a:ln w="25400">
            <a:solidFill>
              <a:srgbClr val="1306BA"/>
            </a:solidFill>
          </a:ln>
          <a:effectLst/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339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  <p:bldP spid="17" grpId="0"/>
      <p:bldP spid="18" grpId="0"/>
      <p:bldP spid="19" grpId="0"/>
      <p:bldP spid="20" grpId="0"/>
      <p:bldP spid="2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B281E-D305-FDBB-E4DA-7CEDECAD9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D38E63C5-488E-0B53-4DD2-44DC65E823EC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Backward Chaining in FOL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402560-F2EB-B862-FE4B-CDBB16DDBD2D}"/>
              </a:ext>
            </a:extLst>
          </p:cNvPr>
          <p:cNvSpPr txBox="1"/>
          <p:nvPr/>
        </p:nvSpPr>
        <p:spPr>
          <a:xfrm>
            <a:off x="693963" y="876491"/>
            <a:ext cx="8581841" cy="224676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2000" dirty="0"/>
              <a:t>Check if goal is already a fact in KB</a:t>
            </a:r>
          </a:p>
          <a:p>
            <a:pPr marL="342900" indent="-342900">
              <a:buAutoNum type="arabicPeriod"/>
            </a:pPr>
            <a:r>
              <a:rPr lang="en-US" sz="2000" dirty="0"/>
              <a:t>Find rules whose conclusions could match the goal</a:t>
            </a:r>
          </a:p>
          <a:p>
            <a:pPr marL="342900" indent="-342900">
              <a:buAutoNum type="arabicPeriod"/>
            </a:pPr>
            <a:r>
              <a:rPr lang="en-US" sz="2000" dirty="0"/>
              <a:t>Use UNIFY to match the rule's conclusion with the goal</a:t>
            </a:r>
          </a:p>
          <a:p>
            <a:pPr marL="342900" indent="-342900">
              <a:buAutoNum type="arabicPeriod"/>
            </a:pPr>
            <a:r>
              <a:rPr lang="en-US" sz="2000" dirty="0"/>
              <a:t>If unification succeeds, apply θ to the rule's premises to get specific subgoals</a:t>
            </a:r>
          </a:p>
          <a:p>
            <a:pPr marL="342900" indent="-342900">
              <a:buAutoNum type="arabicPeriod"/>
            </a:pPr>
            <a:r>
              <a:rPr lang="en-US" sz="2000" dirty="0"/>
              <a:t>Recursively apply backward chaining to prove each subgoal</a:t>
            </a:r>
          </a:p>
          <a:p>
            <a:pPr marL="342900" indent="-342900">
              <a:buAutoNum type="arabicPeriod"/>
            </a:pPr>
            <a:r>
              <a:rPr lang="en-US" sz="2000" dirty="0"/>
              <a:t>If all subgoals are proven, return success; otherwise try next rule</a:t>
            </a:r>
          </a:p>
          <a:p>
            <a:pPr marL="342900" indent="-342900">
              <a:buAutoNum type="arabicPeriod"/>
            </a:pPr>
            <a:r>
              <a:rPr lang="en-US" sz="2000" dirty="0"/>
              <a:t>If no rule succeeds, return failure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A44C43-A8CB-6DEF-E9C5-568F17ACC8F2}"/>
              </a:ext>
            </a:extLst>
          </p:cNvPr>
          <p:cNvSpPr txBox="1"/>
          <p:nvPr/>
        </p:nvSpPr>
        <p:spPr>
          <a:xfrm>
            <a:off x="5305167" y="3298455"/>
            <a:ext cx="1581665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400" b="1" dirty="0"/>
              <a:t>Properties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849087-5DDF-3E9A-8FDB-839618F94381}"/>
              </a:ext>
            </a:extLst>
          </p:cNvPr>
          <p:cNvSpPr txBox="1"/>
          <p:nvPr/>
        </p:nvSpPr>
        <p:spPr>
          <a:xfrm>
            <a:off x="9333469" y="1260656"/>
            <a:ext cx="2678819" cy="1477328"/>
          </a:xfrm>
          <a:prstGeom prst="rect">
            <a:avLst/>
          </a:prstGeom>
          <a:noFill/>
          <a:ln w="25400">
            <a:solidFill>
              <a:srgbClr val="1306BA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Same algorithm as in propositional logic, except here we use unification to work backwards from goals to facts in FOL.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C316D9-A900-8E9C-CBCD-DFD6A1F4B6F0}"/>
              </a:ext>
            </a:extLst>
          </p:cNvPr>
          <p:cNvSpPr txBox="1"/>
          <p:nvPr/>
        </p:nvSpPr>
        <p:spPr>
          <a:xfrm>
            <a:off x="764599" y="5350476"/>
            <a:ext cx="5726819" cy="98488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1306BA"/>
                </a:solidFill>
                <a:effectLst/>
              </a:rPr>
              <a:t>Sound</a:t>
            </a:r>
            <a:r>
              <a:rPr lang="en-US" b="1" dirty="0">
                <a:effectLst/>
              </a:rPr>
              <a:t>: </a:t>
            </a:r>
            <a:r>
              <a:rPr lang="en-US" dirty="0"/>
              <a:t>Proves only entailed goals</a:t>
            </a:r>
            <a:endParaRPr lang="en-US" b="1" dirty="0">
              <a:solidFill>
                <a:srgbClr val="383A42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 false conclusions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Every step is logically valid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5A5B659-FB94-E072-653F-30A6E3386EE1}"/>
                  </a:ext>
                </a:extLst>
              </p:cNvPr>
              <p:cNvSpPr txBox="1"/>
              <p:nvPr/>
            </p:nvSpPr>
            <p:spPr>
              <a:xfrm>
                <a:off x="764599" y="3808940"/>
                <a:ext cx="5107461" cy="12618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200" b="1" dirty="0">
                    <a:solidFill>
                      <a:srgbClr val="1306BA"/>
                    </a:solidFill>
                    <a:effectLst/>
                  </a:rPr>
                  <a:t>Complete for definite clauses</a:t>
                </a:r>
                <a:r>
                  <a:rPr lang="en-US" b="1" dirty="0">
                    <a:effectLst/>
                  </a:rPr>
                  <a:t>: </a:t>
                </a:r>
                <a:r>
                  <a:rPr lang="en-US" dirty="0"/>
                  <a:t>Finds a proof if one exists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Definite clause: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∧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q</m:t>
                    </m:r>
                  </m:oMath>
                </a14:m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If entailed, backward chaining will prove it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5A5B659-FB94-E072-653F-30A6E3386E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599" y="3808940"/>
                <a:ext cx="5107461" cy="1261884"/>
              </a:xfrm>
              <a:prstGeom prst="rect">
                <a:avLst/>
              </a:prstGeom>
              <a:blipFill>
                <a:blip r:embed="rId2"/>
                <a:stretch>
                  <a:fillRect l="-1551" t="-3382" r="-1193" b="-676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EFE90C1E-93FC-ACB7-0740-F4060B9FA554}"/>
              </a:ext>
            </a:extLst>
          </p:cNvPr>
          <p:cNvSpPr txBox="1"/>
          <p:nvPr/>
        </p:nvSpPr>
        <p:spPr>
          <a:xfrm>
            <a:off x="6495536" y="3808940"/>
            <a:ext cx="5395785" cy="98488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1306BA"/>
                </a:solidFill>
              </a:rPr>
              <a:t>Goal-Directed</a:t>
            </a:r>
            <a:r>
              <a:rPr lang="en-US" b="1" dirty="0"/>
              <a:t>:</a:t>
            </a:r>
            <a:r>
              <a:rPr lang="en-US" dirty="0"/>
              <a:t> More efficient than forward chaining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Explores only facts relevant to the query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Avoids irrelevant derivations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BF172C-DAC0-703E-0EF0-528DCB15F4A4}"/>
              </a:ext>
            </a:extLst>
          </p:cNvPr>
          <p:cNvSpPr txBox="1"/>
          <p:nvPr/>
        </p:nvSpPr>
        <p:spPr>
          <a:xfrm>
            <a:off x="6491418" y="5350476"/>
            <a:ext cx="4716164" cy="12618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1306BA"/>
                </a:solidFill>
              </a:rPr>
              <a:t>Prolog-based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Prolog uses backward chaining with depth-first search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Ideal for answering queries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1AF409-1311-BD32-166D-6197E14C7E81}"/>
              </a:ext>
            </a:extLst>
          </p:cNvPr>
          <p:cNvSpPr txBox="1"/>
          <p:nvPr/>
        </p:nvSpPr>
        <p:spPr>
          <a:xfrm>
            <a:off x="1100741" y="1507524"/>
            <a:ext cx="7962401" cy="642551"/>
          </a:xfrm>
          <a:prstGeom prst="rect">
            <a:avLst/>
          </a:prstGeom>
          <a:noFill/>
          <a:ln w="25400">
            <a:solidFill>
              <a:srgbClr val="1306BA"/>
            </a:solidFill>
          </a:ln>
          <a:effectLst/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161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  <p:bldP spid="17" grpId="0"/>
      <p:bldP spid="18" grpId="0"/>
      <p:bldP spid="19" grpId="0"/>
      <p:bldP spid="20" grpId="0"/>
      <p:bldP spid="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D22B4-4ECC-BEEA-A3E0-D46575BCE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D41A2067-77F3-4A26-8E7B-C0A341D875B9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Example: Backward Chaining in FOL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D683A1-1487-FDF0-F5FE-0B7AE6F35CE6}"/>
              </a:ext>
            </a:extLst>
          </p:cNvPr>
          <p:cNvSpPr txBox="1"/>
          <p:nvPr/>
        </p:nvSpPr>
        <p:spPr>
          <a:xfrm>
            <a:off x="693963" y="900329"/>
            <a:ext cx="5402037" cy="12003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b="1" dirty="0"/>
              <a:t>KB: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Student(Alice)
Takes(Alice, CSC343)
∀x (Student(x) ∧ Takes(x, CSC343)) ⇒ Smart(x)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F6EA3B7-EED9-45AA-EE0E-60CAADC5B1CA}"/>
              </a:ext>
            </a:extLst>
          </p:cNvPr>
          <p:cNvCxnSpPr>
            <a:cxnSpLocks/>
          </p:cNvCxnSpPr>
          <p:nvPr/>
        </p:nvCxnSpPr>
        <p:spPr>
          <a:xfrm>
            <a:off x="589458" y="2345780"/>
            <a:ext cx="11035653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D832525-7362-565E-6CEE-5320EA148CAD}"/>
              </a:ext>
            </a:extLst>
          </p:cNvPr>
          <p:cNvSpPr txBox="1"/>
          <p:nvPr/>
        </p:nvSpPr>
        <p:spPr>
          <a:xfrm>
            <a:off x="4075572" y="6103751"/>
            <a:ext cx="1390209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Smart(Alice)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B6AEDA2-6997-6821-1ABB-69BE59F8E655}"/>
                  </a:ext>
                </a:extLst>
              </p:cNvPr>
              <p:cNvSpPr txBox="1"/>
              <p:nvPr/>
            </p:nvSpPr>
            <p:spPr>
              <a:xfrm>
                <a:off x="2292080" y="4520978"/>
                <a:ext cx="4957195" cy="4049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UNIFY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Smart</m:t>
                        </m:r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Smart</m:t>
                        </m:r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Alice</m:t>
                            </m:r>
                          </m:e>
                        </m:d>
                      </m:e>
                    </m:d>
                  </m:oMath>
                </a14:m>
                <a:r>
                  <a:rPr lang="el-GR" dirty="0"/>
                  <a:t> = {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/Alice }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B6AEDA2-6997-6821-1ABB-69BE59F8E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080" y="4520978"/>
                <a:ext cx="4957195" cy="404983"/>
              </a:xfrm>
              <a:prstGeom prst="rect">
                <a:avLst/>
              </a:prstGeom>
              <a:blipFill>
                <a:blip r:embed="rId2"/>
                <a:stretch>
                  <a:fillRect t="-3030" b="-212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DB70EB91-B24D-600C-C432-57A062C0091A}"/>
              </a:ext>
            </a:extLst>
          </p:cNvPr>
          <p:cNvSpPr txBox="1"/>
          <p:nvPr/>
        </p:nvSpPr>
        <p:spPr>
          <a:xfrm>
            <a:off x="2503160" y="5300822"/>
            <a:ext cx="4594729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∀x (Student(x) ∧ Takes(x, CSC343)) ⇒ Smart(x)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BC1F9F-7C36-B1BD-68E0-47BDB636F26D}"/>
              </a:ext>
            </a:extLst>
          </p:cNvPr>
          <p:cNvSpPr txBox="1"/>
          <p:nvPr/>
        </p:nvSpPr>
        <p:spPr>
          <a:xfrm>
            <a:off x="8559113" y="5670154"/>
            <a:ext cx="3031525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Find matching rule: conclusion could match the goal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33379D-A18D-3E86-5F67-5F8C7F970DE9}"/>
              </a:ext>
            </a:extLst>
          </p:cNvPr>
          <p:cNvSpPr txBox="1"/>
          <p:nvPr/>
        </p:nvSpPr>
        <p:spPr>
          <a:xfrm>
            <a:off x="8486958" y="4925961"/>
            <a:ext cx="3210772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UNIFY goal with rule conclusion: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239C65E-C1B2-DAD2-EFCC-A66615C4A1A4}"/>
                  </a:ext>
                </a:extLst>
              </p:cNvPr>
              <p:cNvSpPr txBox="1"/>
              <p:nvPr/>
            </p:nvSpPr>
            <p:spPr>
              <a:xfrm>
                <a:off x="8486958" y="4106831"/>
                <a:ext cx="370504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Apply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/>
                  <a:t> to premises to get subgoals.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239C65E-C1B2-DAD2-EFCC-A66615C4A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6958" y="4106831"/>
                <a:ext cx="3705042" cy="369332"/>
              </a:xfrm>
              <a:prstGeom prst="rect">
                <a:avLst/>
              </a:prstGeom>
              <a:blipFill>
                <a:blip r:embed="rId3"/>
                <a:stretch>
                  <a:fillRect l="-1316" t="-10000" b="-2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BA39283-912F-F93E-F5CD-6418FCE143B3}"/>
                  </a:ext>
                </a:extLst>
              </p:cNvPr>
              <p:cNvSpPr txBox="1"/>
              <p:nvPr/>
            </p:nvSpPr>
            <p:spPr>
              <a:xfrm>
                <a:off x="2627847" y="3712520"/>
                <a:ext cx="413341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dirty="0">
                          <a:latin typeface="Cambria Math" panose="02040503050406030204" pitchFamily="18" charset="0"/>
                        </a:rPr>
                        <m:t>Student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Alice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m:rPr>
                          <m:sty m:val="p"/>
                        </m:rPr>
                        <a:rPr lang="en-US" i="1" dirty="0">
                          <a:latin typeface="Cambria Math" panose="02040503050406030204" pitchFamily="18" charset="0"/>
                        </a:rPr>
                        <m:t>Takes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Alice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CSC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343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BA39283-912F-F93E-F5CD-6418FCE143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847" y="3712520"/>
                <a:ext cx="413341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09C091A0-ADCA-5191-2A5F-FB86D80911D5}"/>
              </a:ext>
            </a:extLst>
          </p:cNvPr>
          <p:cNvSpPr txBox="1"/>
          <p:nvPr/>
        </p:nvSpPr>
        <p:spPr>
          <a:xfrm>
            <a:off x="9223252" y="3388634"/>
            <a:ext cx="1703248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Prove subgoals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F32A2CE-2DB5-BD4E-6BC2-7DFFD93D1787}"/>
                  </a:ext>
                </a:extLst>
              </p:cNvPr>
              <p:cNvSpPr txBox="1"/>
              <p:nvPr/>
            </p:nvSpPr>
            <p:spPr>
              <a:xfrm>
                <a:off x="1624838" y="2933591"/>
                <a:ext cx="170324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dirty="0">
                          <a:latin typeface="Cambria Math" panose="02040503050406030204" pitchFamily="18" charset="0"/>
                        </a:rPr>
                        <m:t>Student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Alice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F32A2CE-2DB5-BD4E-6BC2-7DFFD93D1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4838" y="2933591"/>
                <a:ext cx="170324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78AB843-3D9E-67CD-5E0E-1A097480FBFE}"/>
                  </a:ext>
                </a:extLst>
              </p:cNvPr>
              <p:cNvSpPr txBox="1"/>
              <p:nvPr/>
            </p:nvSpPr>
            <p:spPr>
              <a:xfrm>
                <a:off x="5923004" y="2933591"/>
                <a:ext cx="226540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dirty="0">
                          <a:latin typeface="Cambria Math" panose="02040503050406030204" pitchFamily="18" charset="0"/>
                        </a:rPr>
                        <m:t>Takes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Alice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CSC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343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78AB843-3D9E-67CD-5E0E-1A097480FB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3004" y="2933591"/>
                <a:ext cx="226540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FA654D18-EADD-3222-4F10-D9DE36D405C8}"/>
              </a:ext>
            </a:extLst>
          </p:cNvPr>
          <p:cNvSpPr txBox="1"/>
          <p:nvPr/>
        </p:nvSpPr>
        <p:spPr>
          <a:xfrm>
            <a:off x="2570182" y="2415562"/>
            <a:ext cx="757903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In KB.</a:t>
            </a:r>
          </a:p>
        </p:txBody>
      </p:sp>
      <p:pic>
        <p:nvPicPr>
          <p:cNvPr id="29" name="Graphic 28" descr="Checkmark with solid fill">
            <a:extLst>
              <a:ext uri="{FF2B5EF4-FFF2-40B4-BE49-F238E27FC236}">
                <a16:creationId xmlns:a16="http://schemas.microsoft.com/office/drawing/2014/main" id="{13B4EFB2-1B33-BFE4-DE5E-1FC9B6BE188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25076" y="2630820"/>
            <a:ext cx="302771" cy="30277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9A91EFC-330F-33DC-163F-BDD20BCDCC29}"/>
              </a:ext>
            </a:extLst>
          </p:cNvPr>
          <p:cNvSpPr txBox="1"/>
          <p:nvPr/>
        </p:nvSpPr>
        <p:spPr>
          <a:xfrm>
            <a:off x="7191610" y="2415562"/>
            <a:ext cx="757903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In KB.</a:t>
            </a:r>
          </a:p>
        </p:txBody>
      </p:sp>
      <p:pic>
        <p:nvPicPr>
          <p:cNvPr id="31" name="Graphic 30" descr="Checkmark with solid fill">
            <a:extLst>
              <a:ext uri="{FF2B5EF4-FFF2-40B4-BE49-F238E27FC236}">
                <a16:creationId xmlns:a16="http://schemas.microsoft.com/office/drawing/2014/main" id="{507FA483-B6B4-9B97-7AB4-DFA1B007E4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46504" y="2630820"/>
            <a:ext cx="302771" cy="30277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E370C84B-8A39-2374-9670-E381BE5D9D64}"/>
              </a:ext>
            </a:extLst>
          </p:cNvPr>
          <p:cNvSpPr txBox="1"/>
          <p:nvPr/>
        </p:nvSpPr>
        <p:spPr>
          <a:xfrm>
            <a:off x="6428512" y="864680"/>
            <a:ext cx="2155315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b="1" dirty="0"/>
              <a:t>Query: </a:t>
            </a:r>
            <a:r>
              <a:rPr lang="en-US" dirty="0"/>
              <a:t>Smart(Alice)</a:t>
            </a:r>
          </a:p>
        </p:txBody>
      </p:sp>
    </p:spTree>
    <p:extLst>
      <p:ext uri="{BB962C8B-B14F-4D97-AF65-F5344CB8AC3E}">
        <p14:creationId xmlns:p14="http://schemas.microsoft.com/office/powerpoint/2010/main" val="3131788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3" grpId="0"/>
      <p:bldP spid="16" grpId="0"/>
      <p:bldP spid="21" grpId="0"/>
      <p:bldP spid="22" grpId="0"/>
      <p:bldP spid="23" grpId="0"/>
      <p:bldP spid="25" grpId="0"/>
      <p:bldP spid="26" grpId="0"/>
      <p:bldP spid="27" grpId="0"/>
      <p:bldP spid="28" grpId="0"/>
      <p:bldP spid="3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3E8FB-C48D-3EBA-A20E-635E2013C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EB529-5524-585D-2B62-FB833EA3AE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00413"/>
            <a:ext cx="9144000" cy="1307736"/>
          </a:xfrm>
        </p:spPr>
        <p:txBody>
          <a:bodyPr>
            <a:normAutofit/>
          </a:bodyPr>
          <a:lstStyle/>
          <a:p>
            <a:r>
              <a:rPr lang="en-US" dirty="0"/>
              <a:t>Inference </a:t>
            </a:r>
            <a:r>
              <a:rPr lang="en-US"/>
              <a:t>in Prolog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305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2"/>
          <p:cNvSpPr txBox="1">
            <a:spLocks/>
          </p:cNvSpPr>
          <p:nvPr/>
        </p:nvSpPr>
        <p:spPr>
          <a:xfrm>
            <a:off x="459665" y="69597"/>
            <a:ext cx="1088231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Backtracking</a:t>
            </a:r>
          </a:p>
        </p:txBody>
      </p:sp>
      <p:sp>
        <p:nvSpPr>
          <p:cNvPr id="2" name="Rectangle 1"/>
          <p:cNvSpPr/>
          <p:nvPr/>
        </p:nvSpPr>
        <p:spPr>
          <a:xfrm>
            <a:off x="583297" y="1296364"/>
            <a:ext cx="11043971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200" dirty="0">
                <a:solidFill>
                  <a:srgbClr val="000000"/>
                </a:solidFill>
                <a:ea typeface="Times New Roman" panose="02020603050405020304" pitchFamily="18" charset="0"/>
              </a:rPr>
              <a:t>If we reach a point where a goal cannot be matched, or the body of a rule cannot be matched, we </a:t>
            </a:r>
            <a:r>
              <a:rPr lang="en-US" sz="2200" i="1" dirty="0">
                <a:solidFill>
                  <a:srgbClr val="000000"/>
                </a:solidFill>
                <a:ea typeface="Times New Roman" panose="02020603050405020304" pitchFamily="18" charset="0"/>
              </a:rPr>
              <a:t>backtrack </a:t>
            </a:r>
            <a:r>
              <a:rPr lang="en-US" sz="2200" dirty="0">
                <a:solidFill>
                  <a:srgbClr val="000000"/>
                </a:solidFill>
                <a:ea typeface="Times New Roman" panose="02020603050405020304" pitchFamily="18" charset="0"/>
              </a:rPr>
              <a:t>to the last (most recent) spot where a choice of matching a particular fact or rule was made. </a:t>
            </a:r>
            <a:endParaRPr lang="en-US" sz="220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83297" y="2737230"/>
            <a:ext cx="1075868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200" dirty="0">
                <a:solidFill>
                  <a:srgbClr val="000000"/>
                </a:solidFill>
                <a:ea typeface="Times New Roman" panose="02020603050405020304" pitchFamily="18" charset="0"/>
              </a:rPr>
              <a:t>We then try to match a different fact or rule. If this cannot be done, we go back to the next previous place where a choice was made and try a different match there.</a:t>
            </a:r>
            <a:endParaRPr lang="en-US" sz="2200" dirty="0">
              <a:ea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3296" y="3771245"/>
            <a:ext cx="11043971" cy="1184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200" dirty="0">
                <a:solidFill>
                  <a:srgbClr val="000000"/>
                </a:solidFill>
                <a:ea typeface="Times New Roman" panose="02020603050405020304" pitchFamily="18" charset="0"/>
              </a:rPr>
              <a:t>We try alternatives until we are able to solve all the goals in our query or until all possible choices have been tried and found to fail.</a:t>
            </a:r>
          </a:p>
          <a:p>
            <a:pPr>
              <a:spcAft>
                <a:spcPts val="600"/>
              </a:spcAft>
            </a:pPr>
            <a:r>
              <a:rPr lang="en-US" sz="2200" dirty="0">
                <a:solidFill>
                  <a:srgbClr val="000000"/>
                </a:solidFill>
                <a:ea typeface="Times New Roman" panose="02020603050405020304" pitchFamily="18" charset="0"/>
              </a:rPr>
              <a:t>If this happens, we answer “no” the query can’t be solved.</a:t>
            </a:r>
            <a:endParaRPr lang="en-US" sz="2200" dirty="0">
              <a:ea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3296" y="5265587"/>
            <a:ext cx="861640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000000"/>
                </a:solidFill>
                <a:ea typeface="Times New Roman" panose="02020603050405020304" pitchFamily="18" charset="0"/>
              </a:rPr>
              <a:t>As we try to match facts and rules we try them in their order of definition.</a:t>
            </a:r>
            <a:endParaRPr lang="en-US" sz="2200" dirty="0"/>
          </a:p>
        </p:txBody>
      </p:sp>
      <p:sp>
        <p:nvSpPr>
          <p:cNvPr id="8" name="Rectangle 7"/>
          <p:cNvSpPr/>
          <p:nvPr/>
        </p:nvSpPr>
        <p:spPr>
          <a:xfrm>
            <a:off x="9615896" y="6107626"/>
            <a:ext cx="228522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000000"/>
                </a:solidFill>
                <a:ea typeface="Times New Roman" panose="02020603050405020304" pitchFamily="18" charset="0"/>
              </a:rPr>
              <a:t>Depth-first search.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175857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2"/>
          <p:cNvSpPr txBox="1">
            <a:spLocks/>
          </p:cNvSpPr>
          <p:nvPr/>
        </p:nvSpPr>
        <p:spPr>
          <a:xfrm>
            <a:off x="459665" y="69597"/>
            <a:ext cx="1088231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Backtracking Example</a:t>
            </a:r>
          </a:p>
        </p:txBody>
      </p:sp>
      <p:sp>
        <p:nvSpPr>
          <p:cNvPr id="2" name="Rectangle 1"/>
          <p:cNvSpPr/>
          <p:nvPr/>
        </p:nvSpPr>
        <p:spPr>
          <a:xfrm>
            <a:off x="529146" y="1305012"/>
            <a:ext cx="5444626" cy="20851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>
              <a:spcBef>
                <a:spcPts val="0"/>
              </a:spcBef>
              <a:spcAft>
                <a:spcPts val="300"/>
              </a:spcAft>
            </a:pP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grandMotherOf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(X,GM) :-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motherOf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(X,M),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motherOf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(M,GM).</a:t>
            </a:r>
            <a:endParaRPr lang="en-US" sz="1400" dirty="0"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R="0">
              <a:spcBef>
                <a:spcPts val="0"/>
              </a:spcBef>
              <a:spcAft>
                <a:spcPts val="300"/>
              </a:spcAft>
            </a:pP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grandMotherOf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(X,GM) :-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fatherOf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(X,F),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motherOf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(F,GM).</a:t>
            </a:r>
            <a:endParaRPr lang="en-US" sz="1400" dirty="0"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R="0">
              <a:spcBef>
                <a:spcPts val="0"/>
              </a:spcBef>
              <a:spcAft>
                <a:spcPts val="300"/>
              </a:spcAft>
            </a:pP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fatherOf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tom,dick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).</a:t>
            </a:r>
            <a:endParaRPr lang="en-US" sz="1400" dirty="0"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R="0">
              <a:spcBef>
                <a:spcPts val="0"/>
              </a:spcBef>
              <a:spcAft>
                <a:spcPts val="300"/>
              </a:spcAft>
            </a:pP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fatherOf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dick,harry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).</a:t>
            </a:r>
            <a:endParaRPr lang="en-US" sz="1400" dirty="0"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R="0">
              <a:spcBef>
                <a:spcPts val="0"/>
              </a:spcBef>
              <a:spcAft>
                <a:spcPts val="300"/>
              </a:spcAft>
            </a:pP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fatherOf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jane,harry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).</a:t>
            </a:r>
            <a:endParaRPr lang="en-US" sz="1400" dirty="0"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R="0">
              <a:spcBef>
                <a:spcPts val="0"/>
              </a:spcBef>
              <a:spcAft>
                <a:spcPts val="300"/>
              </a:spcAft>
            </a:pP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motherOf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tom,judy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).</a:t>
            </a:r>
            <a:endParaRPr lang="en-US" sz="1400" dirty="0"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R="0">
              <a:spcBef>
                <a:spcPts val="0"/>
              </a:spcBef>
              <a:spcAft>
                <a:spcPts val="300"/>
              </a:spcAft>
            </a:pP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motherOf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dick,mary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).</a:t>
            </a:r>
            <a:endParaRPr lang="en-US" sz="1400" dirty="0"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R="0">
              <a:spcBef>
                <a:spcPts val="0"/>
              </a:spcBef>
              <a:spcAft>
                <a:spcPts val="600"/>
              </a:spcAft>
            </a:pP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motherOf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jane,mary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).</a:t>
            </a:r>
            <a:endParaRPr lang="en-US" sz="1400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2307" y="820933"/>
            <a:ext cx="16168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Our database: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7162888" y="1378401"/>
            <a:ext cx="34772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?-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grandMotherOf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(tom, GM).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58223" y="820933"/>
            <a:ext cx="8764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Query: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823152" y="2666923"/>
            <a:ext cx="4327540" cy="369332"/>
          </a:xfrm>
          <a:prstGeom prst="rect">
            <a:avLst/>
          </a:prstGeom>
          <a:ln w="22225">
            <a:solidFill>
              <a:srgbClr val="00B050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We try the first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grandMotherOf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rule first.</a:t>
            </a:r>
            <a:endParaRPr lang="en-US" sz="2000" dirty="0">
              <a:ea typeface="Times New Roman" panose="02020603050405020304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6897453" y="4218485"/>
            <a:ext cx="0" cy="14274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346993" y="4278346"/>
            <a:ext cx="24366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This forces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M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judy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.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7073478" y="4889428"/>
            <a:ext cx="2337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motherOf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judy,GM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823152" y="3431630"/>
            <a:ext cx="6096000" cy="7232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We have to solve:</a:t>
            </a:r>
            <a:endParaRPr lang="en-US" sz="2000" dirty="0">
              <a:ea typeface="Times New Roman" panose="02020603050405020304" pitchFamily="18" charset="0"/>
            </a:endParaRPr>
          </a:p>
          <a:p>
            <a:pPr marL="457200" marR="0" algn="ctr">
              <a:spcBef>
                <a:spcPts val="0"/>
              </a:spcBef>
              <a:spcAft>
                <a:spcPts val="300"/>
              </a:spcAft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motherOf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tom,M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motherOf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(M,GM).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715904" y="5568953"/>
            <a:ext cx="339014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None of the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motherOf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rules match this goal, so we backtrack.</a:t>
            </a:r>
            <a:endParaRPr lang="en-US" dirty="0"/>
          </a:p>
        </p:txBody>
      </p:sp>
      <p:sp>
        <p:nvSpPr>
          <p:cNvPr id="16" name="Flowchart: Summing Junction 15"/>
          <p:cNvSpPr/>
          <p:nvPr/>
        </p:nvSpPr>
        <p:spPr>
          <a:xfrm>
            <a:off x="5559189" y="4747132"/>
            <a:ext cx="178870" cy="178870"/>
          </a:xfrm>
          <a:prstGeom prst="flowChartSummingJunction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3921994" y="4999578"/>
            <a:ext cx="30634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No other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motherOf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rule can solve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motherOf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tom,M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.</a:t>
            </a:r>
            <a:endParaRPr lang="en-US" dirty="0"/>
          </a:p>
        </p:txBody>
      </p:sp>
      <p:sp>
        <p:nvSpPr>
          <p:cNvPr id="20" name="Flowchart: Summing Junction 19"/>
          <p:cNvSpPr/>
          <p:nvPr/>
        </p:nvSpPr>
        <p:spPr>
          <a:xfrm>
            <a:off x="8882771" y="5422553"/>
            <a:ext cx="178870" cy="178870"/>
          </a:xfrm>
          <a:prstGeom prst="flowChartSummingJunction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602870" y="1353329"/>
            <a:ext cx="5231651" cy="227571"/>
          </a:xfrm>
          <a:prstGeom prst="rect">
            <a:avLst/>
          </a:prstGeom>
          <a:noFill/>
          <a:ln w="22225">
            <a:solidFill>
              <a:srgbClr val="00B050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8543909" y="2689496"/>
            <a:ext cx="2252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This forces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X = tom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00639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5" grpId="0" animBg="1"/>
      <p:bldP spid="5" grpId="1" animBg="1"/>
      <p:bldP spid="10" grpId="0"/>
      <p:bldP spid="10" grpId="1"/>
      <p:bldP spid="12" grpId="0"/>
      <p:bldP spid="12" grpId="1"/>
      <p:bldP spid="13" grpId="0"/>
      <p:bldP spid="13" grpId="1"/>
      <p:bldP spid="14" grpId="0"/>
      <p:bldP spid="14" grpId="1"/>
      <p:bldP spid="16" grpId="0" animBg="1"/>
      <p:bldP spid="16" grpId="1" animBg="1"/>
      <p:bldP spid="17" grpId="0"/>
      <p:bldP spid="17" grpId="1"/>
      <p:bldP spid="20" grpId="0" animBg="1"/>
      <p:bldP spid="20" grpId="1" animBg="1"/>
      <p:bldP spid="21" grpId="0" animBg="1"/>
      <p:bldP spid="23" grpId="0"/>
      <p:bldP spid="23" grpId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2"/>
          <p:cNvSpPr txBox="1">
            <a:spLocks/>
          </p:cNvSpPr>
          <p:nvPr/>
        </p:nvSpPr>
        <p:spPr>
          <a:xfrm>
            <a:off x="459665" y="69597"/>
            <a:ext cx="1088231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Backtracking Example (continued)</a:t>
            </a:r>
          </a:p>
        </p:txBody>
      </p:sp>
      <p:sp>
        <p:nvSpPr>
          <p:cNvPr id="2" name="Rectangle 1"/>
          <p:cNvSpPr/>
          <p:nvPr/>
        </p:nvSpPr>
        <p:spPr>
          <a:xfrm>
            <a:off x="515221" y="899853"/>
            <a:ext cx="5444626" cy="20851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>
              <a:spcBef>
                <a:spcPts val="0"/>
              </a:spcBef>
              <a:spcAft>
                <a:spcPts val="300"/>
              </a:spcAft>
            </a:pP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grandMotherOf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(X,GM) :-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motherOf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(X,M),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motherOf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(M,GM).</a:t>
            </a:r>
            <a:endParaRPr lang="en-US" sz="1400" dirty="0"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R="0">
              <a:spcBef>
                <a:spcPts val="0"/>
              </a:spcBef>
              <a:spcAft>
                <a:spcPts val="300"/>
              </a:spcAft>
            </a:pP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grandMotherOf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(X,GM) :-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fatherOf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(X,F),</a:t>
            </a:r>
            <a:r>
              <a:rPr lang="en-US" sz="1400" dirty="0"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motherOf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(F,GM).</a:t>
            </a:r>
            <a:endParaRPr lang="en-US" sz="1400" dirty="0"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R="0">
              <a:spcBef>
                <a:spcPts val="0"/>
              </a:spcBef>
              <a:spcAft>
                <a:spcPts val="300"/>
              </a:spcAft>
            </a:pP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fatherOf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tom,dick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).</a:t>
            </a:r>
            <a:endParaRPr lang="en-US" sz="1400" dirty="0"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R="0">
              <a:spcBef>
                <a:spcPts val="0"/>
              </a:spcBef>
              <a:spcAft>
                <a:spcPts val="300"/>
              </a:spcAft>
            </a:pP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fatherOf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dick,harry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).</a:t>
            </a:r>
            <a:endParaRPr lang="en-US" sz="1400" dirty="0"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R="0">
              <a:spcBef>
                <a:spcPts val="0"/>
              </a:spcBef>
              <a:spcAft>
                <a:spcPts val="300"/>
              </a:spcAft>
            </a:pP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fatherOf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jane,harry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).</a:t>
            </a:r>
            <a:endParaRPr lang="en-US" sz="1400" dirty="0"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R="0">
              <a:spcBef>
                <a:spcPts val="0"/>
              </a:spcBef>
              <a:spcAft>
                <a:spcPts val="300"/>
              </a:spcAft>
            </a:pP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motherOf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tom,judy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).</a:t>
            </a:r>
            <a:endParaRPr lang="en-US" sz="1400" dirty="0"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R="0">
              <a:spcBef>
                <a:spcPts val="0"/>
              </a:spcBef>
              <a:spcAft>
                <a:spcPts val="300"/>
              </a:spcAft>
            </a:pP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motherOf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dick,mary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).</a:t>
            </a:r>
            <a:endParaRPr lang="en-US" sz="1400" dirty="0"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R="0">
              <a:spcBef>
                <a:spcPts val="0"/>
              </a:spcBef>
              <a:spcAft>
                <a:spcPts val="600"/>
              </a:spcAft>
            </a:pP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motherOf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jane,mary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).</a:t>
            </a:r>
            <a:endParaRPr lang="en-US" sz="1400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931433" y="1057793"/>
            <a:ext cx="34772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?-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grandMotherOf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(tom, GM).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14678" y="1057804"/>
            <a:ext cx="8764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Query: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823152" y="1979942"/>
            <a:ext cx="4211500" cy="369332"/>
          </a:xfrm>
          <a:prstGeom prst="rect">
            <a:avLst/>
          </a:prstGeom>
          <a:ln w="22225">
            <a:solidFill>
              <a:srgbClr val="00B0F0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We try the second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grandMotherOf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rule.</a:t>
            </a:r>
            <a:endParaRPr lang="en-US" sz="2000" dirty="0">
              <a:ea typeface="Times New Roman" panose="02020603050405020304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7737587" y="3322652"/>
            <a:ext cx="0" cy="279036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880307" y="4313448"/>
            <a:ext cx="23789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This forces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F = dick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.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8402341" y="3441380"/>
            <a:ext cx="2337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motherOf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dick,GM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24037" y="2549360"/>
            <a:ext cx="6096000" cy="7232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We have to solve:</a:t>
            </a:r>
            <a:endParaRPr lang="en-US" sz="2000" dirty="0">
              <a:ea typeface="Times New Roman" panose="02020603050405020304" pitchFamily="18" charset="0"/>
            </a:endParaRPr>
          </a:p>
          <a:p>
            <a:pPr marL="457200" marR="0" algn="ctr">
              <a:spcBef>
                <a:spcPts val="0"/>
              </a:spcBef>
              <a:spcAft>
                <a:spcPts val="300"/>
              </a:spcAft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fatherOf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tom,F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motherOf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(F,GM).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928339" y="5097604"/>
            <a:ext cx="339014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None of the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fatherOf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rules match this goal, so we backtrack.</a:t>
            </a:r>
            <a:endParaRPr lang="en-US" dirty="0"/>
          </a:p>
        </p:txBody>
      </p:sp>
      <p:sp>
        <p:nvSpPr>
          <p:cNvPr id="16" name="Flowchart: Summing Junction 15"/>
          <p:cNvSpPr/>
          <p:nvPr/>
        </p:nvSpPr>
        <p:spPr>
          <a:xfrm>
            <a:off x="9928137" y="5708331"/>
            <a:ext cx="178870" cy="178870"/>
          </a:xfrm>
          <a:prstGeom prst="flowChartSummingJunction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8402341" y="5965907"/>
            <a:ext cx="30634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No other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motherOf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rule can solve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motherOf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(dick, GM)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.</a:t>
            </a:r>
            <a:endParaRPr lang="en-US" dirty="0"/>
          </a:p>
        </p:txBody>
      </p:sp>
      <p:sp>
        <p:nvSpPr>
          <p:cNvPr id="20" name="Flowchart: Summing Junction 19"/>
          <p:cNvSpPr/>
          <p:nvPr/>
        </p:nvSpPr>
        <p:spPr>
          <a:xfrm>
            <a:off x="5095206" y="4951204"/>
            <a:ext cx="178870" cy="178870"/>
          </a:xfrm>
          <a:prstGeom prst="flowChartSummingJunction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588945" y="1180481"/>
            <a:ext cx="5231651" cy="227571"/>
          </a:xfrm>
          <a:prstGeom prst="rect">
            <a:avLst/>
          </a:prstGeom>
          <a:noFill/>
          <a:ln w="22225">
            <a:solidFill>
              <a:srgbClr val="00B0F0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8543909" y="2002515"/>
            <a:ext cx="2252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This forces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X = tom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9520" y="3441875"/>
            <a:ext cx="3060432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We can match:</a:t>
            </a:r>
            <a:endParaRPr lang="en-US" sz="2000" dirty="0">
              <a:ea typeface="Times New Roman" panose="02020603050405020304" pitchFamily="18" charset="0"/>
            </a:endParaRPr>
          </a:p>
          <a:p>
            <a:pPr marL="457200" marR="0" algn="ctr">
              <a:spcBef>
                <a:spcPts val="0"/>
              </a:spcBef>
              <a:spcAft>
                <a:spcPts val="300"/>
              </a:spcAft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fatherOf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tom,dick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).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402341" y="4050416"/>
            <a:ext cx="3307957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We can match:</a:t>
            </a:r>
            <a:endParaRPr lang="en-US" sz="2000" dirty="0">
              <a:ea typeface="Times New Roman" panose="02020603050405020304" pitchFamily="18" charset="0"/>
            </a:endParaRPr>
          </a:p>
          <a:p>
            <a:pPr marL="457200" marR="0" algn="ctr">
              <a:spcBef>
                <a:spcPts val="0"/>
              </a:spcBef>
              <a:spcAft>
                <a:spcPts val="300"/>
              </a:spcAft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motherOf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(dick,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mary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).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887120" y="4951204"/>
            <a:ext cx="416198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We have matched all our goals, so we know the query is true, with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GM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mary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dirty="0"/>
          </a:p>
        </p:txBody>
      </p:sp>
      <p:sp>
        <p:nvSpPr>
          <p:cNvPr id="9" name="Smiley Face 8"/>
          <p:cNvSpPr/>
          <p:nvPr/>
        </p:nvSpPr>
        <p:spPr>
          <a:xfrm>
            <a:off x="11634399" y="4914747"/>
            <a:ext cx="283139" cy="283139"/>
          </a:xfrm>
          <a:prstGeom prst="smileyFace">
            <a:avLst/>
          </a:prstGeom>
          <a:noFill/>
          <a:ln>
            <a:solidFill>
              <a:srgbClr val="00B050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468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10" grpId="0"/>
      <p:bldP spid="10" grpId="1"/>
      <p:bldP spid="12" grpId="0"/>
      <p:bldP spid="12" grpId="1"/>
      <p:bldP spid="13" grpId="0"/>
      <p:bldP spid="13" grpId="1"/>
      <p:bldP spid="14" grpId="0"/>
      <p:bldP spid="14" grpId="1"/>
      <p:bldP spid="16" grpId="0" animBg="1"/>
      <p:bldP spid="16" grpId="1" animBg="1"/>
      <p:bldP spid="17" grpId="0"/>
      <p:bldP spid="17" grpId="1"/>
      <p:bldP spid="20" grpId="0" animBg="1"/>
      <p:bldP spid="20" grpId="1" animBg="1"/>
      <p:bldP spid="21" grpId="0" animBg="1"/>
      <p:bldP spid="23" grpId="0"/>
      <p:bldP spid="23" grpId="1"/>
      <p:bldP spid="18" grpId="0"/>
      <p:bldP spid="18" grpId="1"/>
      <p:bldP spid="19" grpId="0"/>
      <p:bldP spid="19" grpId="1"/>
      <p:bldP spid="7" grpId="0"/>
      <p:bldP spid="7" grpId="1"/>
      <p:bldP spid="9" grpId="0" animBg="1"/>
      <p:bldP spid="9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2"/>
          <p:cNvSpPr txBox="1">
            <a:spLocks/>
          </p:cNvSpPr>
          <p:nvPr/>
        </p:nvSpPr>
        <p:spPr>
          <a:xfrm>
            <a:off x="459665" y="69597"/>
            <a:ext cx="1088231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Query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4869861" y="5559087"/>
            <a:ext cx="2163895" cy="307777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grandMotherOf</a:t>
            </a:r>
            <a:r>
              <a:rPr lang="en-US" sz="1400" dirty="0">
                <a:latin typeface="Consolas" panose="020B0609020204030204" pitchFamily="49" charset="0"/>
              </a:rPr>
              <a:t>(X, GM)</a:t>
            </a:r>
            <a:endParaRPr lang="en-US" sz="1400" dirty="0"/>
          </a:p>
        </p:txBody>
      </p:sp>
      <p:sp>
        <p:nvSpPr>
          <p:cNvPr id="10" name="Rectangle 9"/>
          <p:cNvSpPr/>
          <p:nvPr/>
        </p:nvSpPr>
        <p:spPr>
          <a:xfrm>
            <a:off x="1584757" y="4524422"/>
            <a:ext cx="3251465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(X, M), </a:t>
            </a:r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(M, GM)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81055" y="4524423"/>
            <a:ext cx="3251465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fatherOf</a:t>
            </a:r>
            <a:r>
              <a:rPr lang="en-US" sz="1400" dirty="0">
                <a:latin typeface="Consolas" panose="020B0609020204030204" pitchFamily="49" charset="0"/>
              </a:rPr>
              <a:t>(X, F), </a:t>
            </a:r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(F, GM)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5393" y="2406637"/>
            <a:ext cx="2067092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(tom, </a:t>
            </a:r>
            <a:r>
              <a:rPr lang="en-US" sz="1400" dirty="0" err="1">
                <a:latin typeface="Consolas" panose="020B0609020204030204" pitchFamily="49" charset="0"/>
              </a:rPr>
              <a:t>judy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9460" y="1935029"/>
            <a:ext cx="2159106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(dick, </a:t>
            </a:r>
            <a:r>
              <a:rPr lang="en-US" sz="1400" dirty="0" err="1">
                <a:latin typeface="Consolas" panose="020B0609020204030204" pitchFamily="49" charset="0"/>
              </a:rPr>
              <a:t>mary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4282" y="1466093"/>
            <a:ext cx="2159106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(jane, </a:t>
            </a:r>
            <a:r>
              <a:rPr lang="en-US" sz="1400" dirty="0" err="1">
                <a:latin typeface="Consolas" panose="020B0609020204030204" pitchFamily="49" charset="0"/>
              </a:rPr>
              <a:t>mary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  <p:cxnSp>
        <p:nvCxnSpPr>
          <p:cNvPr id="17" name="Straight Connector 16"/>
          <p:cNvCxnSpPr>
            <a:endCxn id="14" idx="3"/>
          </p:cNvCxnSpPr>
          <p:nvPr/>
        </p:nvCxnSpPr>
        <p:spPr>
          <a:xfrm flipH="1" flipV="1">
            <a:off x="2182485" y="2560526"/>
            <a:ext cx="161215" cy="1963896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endCxn id="15" idx="3"/>
          </p:cNvCxnSpPr>
          <p:nvPr/>
        </p:nvCxnSpPr>
        <p:spPr>
          <a:xfrm flipV="1">
            <a:off x="2343700" y="2088918"/>
            <a:ext cx="4866" cy="2435504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endCxn id="16" idx="3"/>
          </p:cNvCxnSpPr>
          <p:nvPr/>
        </p:nvCxnSpPr>
        <p:spPr>
          <a:xfrm flipV="1">
            <a:off x="2359049" y="1619982"/>
            <a:ext cx="144339" cy="2880131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793164" y="2406637"/>
            <a:ext cx="2153598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(jane, </a:t>
            </a:r>
            <a:r>
              <a:rPr lang="en-US" sz="1400" dirty="0" err="1">
                <a:latin typeface="Consolas" panose="020B0609020204030204" pitchFamily="49" charset="0"/>
              </a:rPr>
              <a:t>mary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47701" y="1935029"/>
            <a:ext cx="2159106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(dick, </a:t>
            </a:r>
            <a:r>
              <a:rPr lang="en-US" sz="1400" dirty="0" err="1">
                <a:latin typeface="Consolas" panose="020B0609020204030204" pitchFamily="49" charset="0"/>
              </a:rPr>
              <a:t>mary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57536" y="1466093"/>
            <a:ext cx="2159106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tom,judy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  <p:cxnSp>
        <p:nvCxnSpPr>
          <p:cNvPr id="33" name="Straight Connector 32"/>
          <p:cNvCxnSpPr>
            <a:endCxn id="30" idx="1"/>
          </p:cNvCxnSpPr>
          <p:nvPr/>
        </p:nvCxnSpPr>
        <p:spPr>
          <a:xfrm flipH="1" flipV="1">
            <a:off x="3793164" y="2560526"/>
            <a:ext cx="190321" cy="1963895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endCxn id="31" idx="1"/>
          </p:cNvCxnSpPr>
          <p:nvPr/>
        </p:nvCxnSpPr>
        <p:spPr>
          <a:xfrm flipH="1" flipV="1">
            <a:off x="3647701" y="2088918"/>
            <a:ext cx="338068" cy="2459812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endCxn id="32" idx="1"/>
          </p:cNvCxnSpPr>
          <p:nvPr/>
        </p:nvCxnSpPr>
        <p:spPr>
          <a:xfrm flipH="1" flipV="1">
            <a:off x="3457536" y="1619982"/>
            <a:ext cx="528233" cy="2904439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7" idx="0"/>
            <a:endCxn id="10" idx="2"/>
          </p:cNvCxnSpPr>
          <p:nvPr/>
        </p:nvCxnSpPr>
        <p:spPr>
          <a:xfrm flipH="1" flipV="1">
            <a:off x="3210490" y="4832199"/>
            <a:ext cx="2741319" cy="72688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9920077" y="2406634"/>
            <a:ext cx="2153598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(jane, </a:t>
            </a:r>
            <a:r>
              <a:rPr lang="en-US" sz="1400" dirty="0" err="1">
                <a:latin typeface="Consolas" panose="020B0609020204030204" pitchFamily="49" charset="0"/>
              </a:rPr>
              <a:t>mary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774614" y="1935026"/>
            <a:ext cx="2159106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(dick, </a:t>
            </a:r>
            <a:r>
              <a:rPr lang="en-US" sz="1400" dirty="0" err="1">
                <a:latin typeface="Consolas" panose="020B0609020204030204" pitchFamily="49" charset="0"/>
              </a:rPr>
              <a:t>mary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584449" y="1466090"/>
            <a:ext cx="2159106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tom,judy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  <p:cxnSp>
        <p:nvCxnSpPr>
          <p:cNvPr id="53" name="Straight Connector 52"/>
          <p:cNvCxnSpPr>
            <a:endCxn id="50" idx="1"/>
          </p:cNvCxnSpPr>
          <p:nvPr/>
        </p:nvCxnSpPr>
        <p:spPr>
          <a:xfrm flipV="1">
            <a:off x="9774614" y="2560523"/>
            <a:ext cx="145463" cy="1963897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endCxn id="51" idx="1"/>
          </p:cNvCxnSpPr>
          <p:nvPr/>
        </p:nvCxnSpPr>
        <p:spPr>
          <a:xfrm flipV="1">
            <a:off x="9774614" y="2088915"/>
            <a:ext cx="0" cy="2459815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endCxn id="52" idx="1"/>
          </p:cNvCxnSpPr>
          <p:nvPr/>
        </p:nvCxnSpPr>
        <p:spPr>
          <a:xfrm flipH="1" flipV="1">
            <a:off x="9584449" y="1619979"/>
            <a:ext cx="190165" cy="2904441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6287528" y="2406637"/>
            <a:ext cx="2067092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fatherOf</a:t>
            </a:r>
            <a:r>
              <a:rPr lang="en-US" sz="1400" dirty="0">
                <a:latin typeface="Consolas" panose="020B0609020204030204" pitchFamily="49" charset="0"/>
              </a:rPr>
              <a:t>(tom, dick)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38610" y="1935029"/>
            <a:ext cx="2277225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fatherOf</a:t>
            </a:r>
            <a:r>
              <a:rPr lang="en-US" sz="1400" dirty="0">
                <a:latin typeface="Consolas" panose="020B0609020204030204" pitchFamily="49" charset="0"/>
              </a:rPr>
              <a:t>(dick, harry)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02192" y="1466093"/>
            <a:ext cx="2159106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fatherOf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jane,harry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  <p:cxnSp>
        <p:nvCxnSpPr>
          <p:cNvPr id="59" name="Straight Connector 58"/>
          <p:cNvCxnSpPr>
            <a:endCxn id="56" idx="3"/>
          </p:cNvCxnSpPr>
          <p:nvPr/>
        </p:nvCxnSpPr>
        <p:spPr>
          <a:xfrm flipV="1">
            <a:off x="8136921" y="2560526"/>
            <a:ext cx="217699" cy="1963894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endCxn id="57" idx="3"/>
          </p:cNvCxnSpPr>
          <p:nvPr/>
        </p:nvCxnSpPr>
        <p:spPr>
          <a:xfrm flipV="1">
            <a:off x="8134637" y="2088918"/>
            <a:ext cx="381198" cy="2435503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endCxn id="58" idx="3"/>
          </p:cNvCxnSpPr>
          <p:nvPr/>
        </p:nvCxnSpPr>
        <p:spPr>
          <a:xfrm flipV="1">
            <a:off x="8132353" y="1619982"/>
            <a:ext cx="528945" cy="290443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7" idx="0"/>
            <a:endCxn id="13" idx="2"/>
          </p:cNvCxnSpPr>
          <p:nvPr/>
        </p:nvCxnSpPr>
        <p:spPr>
          <a:xfrm flipV="1">
            <a:off x="5951809" y="4832200"/>
            <a:ext cx="3054979" cy="726887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9" name="Rectangle 88"/>
          <p:cNvSpPr/>
          <p:nvPr/>
        </p:nvSpPr>
        <p:spPr>
          <a:xfrm>
            <a:off x="1306879" y="3120675"/>
            <a:ext cx="818830" cy="523220"/>
          </a:xfrm>
          <a:prstGeom prst="rect">
            <a:avLst/>
          </a:prstGeom>
          <a:ln w="19050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X=   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M=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673393" y="5060092"/>
            <a:ext cx="818830" cy="523220"/>
          </a:xfrm>
          <a:prstGeom prst="rect">
            <a:avLst/>
          </a:prstGeom>
          <a:ln w="19050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X=   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GM= 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715215" y="5095635"/>
            <a:ext cx="818830" cy="523220"/>
          </a:xfrm>
          <a:prstGeom prst="rect">
            <a:avLst/>
          </a:prstGeom>
          <a:ln w="19050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X=   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GM= 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108377" y="3120675"/>
            <a:ext cx="818830" cy="738664"/>
          </a:xfrm>
          <a:prstGeom prst="rect">
            <a:avLst/>
          </a:prstGeom>
          <a:ln w="19050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X=   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M=   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GM= 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281900" y="3120675"/>
            <a:ext cx="818830" cy="523220"/>
          </a:xfrm>
          <a:prstGeom prst="rect">
            <a:avLst/>
          </a:prstGeom>
          <a:ln w="19050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X=   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F=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145626" y="3120675"/>
            <a:ext cx="818830" cy="523220"/>
          </a:xfrm>
          <a:prstGeom prst="rect">
            <a:avLst/>
          </a:prstGeom>
          <a:ln w="19050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X=   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F=</a:t>
            </a:r>
          </a:p>
        </p:txBody>
      </p:sp>
    </p:spTree>
    <p:extLst>
      <p:ext uri="{BB962C8B-B14F-4D97-AF65-F5344CB8AC3E}">
        <p14:creationId xmlns:p14="http://schemas.microsoft.com/office/powerpoint/2010/main" val="1582920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2"/>
          <p:cNvSpPr txBox="1">
            <a:spLocks/>
          </p:cNvSpPr>
          <p:nvPr/>
        </p:nvSpPr>
        <p:spPr>
          <a:xfrm>
            <a:off x="459665" y="69597"/>
            <a:ext cx="1088231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Visualizing Prolog Query Search I</a:t>
            </a:r>
          </a:p>
        </p:txBody>
      </p:sp>
      <p:sp>
        <p:nvSpPr>
          <p:cNvPr id="7" name="Rectangle 6"/>
          <p:cNvSpPr/>
          <p:nvPr/>
        </p:nvSpPr>
        <p:spPr>
          <a:xfrm>
            <a:off x="4869861" y="5559087"/>
            <a:ext cx="2163895" cy="307777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grandMotherOf</a:t>
            </a:r>
            <a:r>
              <a:rPr lang="en-US" sz="1400" dirty="0">
                <a:latin typeface="Consolas" panose="020B0609020204030204" pitchFamily="49" charset="0"/>
              </a:rPr>
              <a:t>(X, GM)</a:t>
            </a:r>
            <a:endParaRPr lang="en-US" sz="1400" dirty="0"/>
          </a:p>
        </p:txBody>
      </p:sp>
      <p:sp>
        <p:nvSpPr>
          <p:cNvPr id="10" name="Rectangle 9"/>
          <p:cNvSpPr/>
          <p:nvPr/>
        </p:nvSpPr>
        <p:spPr>
          <a:xfrm>
            <a:off x="1584757" y="4524422"/>
            <a:ext cx="3251465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(X, M), </a:t>
            </a:r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(M, GM)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5393" y="2406637"/>
            <a:ext cx="2067092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(tom, </a:t>
            </a:r>
            <a:r>
              <a:rPr lang="en-US" sz="1400" dirty="0" err="1">
                <a:latin typeface="Consolas" panose="020B0609020204030204" pitchFamily="49" charset="0"/>
              </a:rPr>
              <a:t>judy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  <p:cxnSp>
        <p:nvCxnSpPr>
          <p:cNvPr id="17" name="Straight Connector 16"/>
          <p:cNvCxnSpPr>
            <a:endCxn id="14" idx="3"/>
          </p:cNvCxnSpPr>
          <p:nvPr/>
        </p:nvCxnSpPr>
        <p:spPr>
          <a:xfrm flipH="1" flipV="1">
            <a:off x="2182485" y="2560526"/>
            <a:ext cx="161215" cy="1963896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793164" y="2406637"/>
            <a:ext cx="2153598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(jane, </a:t>
            </a:r>
            <a:r>
              <a:rPr lang="en-US" sz="1400" dirty="0" err="1">
                <a:latin typeface="Consolas" panose="020B0609020204030204" pitchFamily="49" charset="0"/>
              </a:rPr>
              <a:t>mary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47701" y="1935029"/>
            <a:ext cx="2159106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(dick, </a:t>
            </a:r>
            <a:r>
              <a:rPr lang="en-US" sz="1400" dirty="0" err="1">
                <a:latin typeface="Consolas" panose="020B0609020204030204" pitchFamily="49" charset="0"/>
              </a:rPr>
              <a:t>mary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57536" y="1466093"/>
            <a:ext cx="2159106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tom,judy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  <p:cxnSp>
        <p:nvCxnSpPr>
          <p:cNvPr id="33" name="Straight Connector 32"/>
          <p:cNvCxnSpPr>
            <a:endCxn id="30" idx="1"/>
          </p:cNvCxnSpPr>
          <p:nvPr/>
        </p:nvCxnSpPr>
        <p:spPr>
          <a:xfrm flipH="1" flipV="1">
            <a:off x="3793164" y="2560526"/>
            <a:ext cx="190321" cy="1963895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endCxn id="31" idx="1"/>
          </p:cNvCxnSpPr>
          <p:nvPr/>
        </p:nvCxnSpPr>
        <p:spPr>
          <a:xfrm flipH="1" flipV="1">
            <a:off x="3647701" y="2088918"/>
            <a:ext cx="338068" cy="2459812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endCxn id="32" idx="1"/>
          </p:cNvCxnSpPr>
          <p:nvPr/>
        </p:nvCxnSpPr>
        <p:spPr>
          <a:xfrm flipH="1" flipV="1">
            <a:off x="3457536" y="1619982"/>
            <a:ext cx="528233" cy="2904439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7" idx="0"/>
            <a:endCxn id="10" idx="2"/>
          </p:cNvCxnSpPr>
          <p:nvPr/>
        </p:nvCxnSpPr>
        <p:spPr>
          <a:xfrm flipH="1" flipV="1">
            <a:off x="3210490" y="4832199"/>
            <a:ext cx="2741319" cy="72688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9" name="Rectangle 88"/>
          <p:cNvSpPr/>
          <p:nvPr/>
        </p:nvSpPr>
        <p:spPr>
          <a:xfrm>
            <a:off x="1253329" y="3132176"/>
            <a:ext cx="890627" cy="523220"/>
          </a:xfrm>
          <a:prstGeom prst="rect">
            <a:avLst/>
          </a:prstGeom>
          <a:ln w="19050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X=tom,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M=</a:t>
            </a:r>
            <a:r>
              <a:rPr lang="en-US" sz="1400" dirty="0" err="1">
                <a:latin typeface="Consolas" panose="020B0609020204030204" pitchFamily="49" charset="0"/>
              </a:rPr>
              <a:t>judy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611681" y="5069609"/>
            <a:ext cx="890627" cy="523220"/>
          </a:xfrm>
          <a:prstGeom prst="rect">
            <a:avLst/>
          </a:prstGeom>
          <a:ln w="19050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X=?,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GM=?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52626" y="3132176"/>
            <a:ext cx="890627" cy="738664"/>
          </a:xfrm>
          <a:prstGeom prst="rect">
            <a:avLst/>
          </a:prstGeom>
          <a:ln w="19050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X=tom,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M=</a:t>
            </a:r>
            <a:r>
              <a:rPr lang="en-US" sz="1400" dirty="0" err="1">
                <a:latin typeface="Consolas" panose="020B0609020204030204" pitchFamily="49" charset="0"/>
              </a:rPr>
              <a:t>judy</a:t>
            </a:r>
            <a:r>
              <a:rPr lang="en-US" sz="1400" dirty="0">
                <a:latin typeface="Consolas" panose="020B0609020204030204" pitchFamily="49" charset="0"/>
              </a:rPr>
              <a:t>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GM=?</a:t>
            </a:r>
          </a:p>
        </p:txBody>
      </p:sp>
      <p:sp>
        <p:nvSpPr>
          <p:cNvPr id="40" name="Flowchart: Summing Junction 39"/>
          <p:cNvSpPr/>
          <p:nvPr/>
        </p:nvSpPr>
        <p:spPr>
          <a:xfrm>
            <a:off x="5200335" y="3870840"/>
            <a:ext cx="178870" cy="178870"/>
          </a:xfrm>
          <a:prstGeom prst="flowChartSummingJunction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F0C263-AF1D-1F11-4A21-775925A19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8033" y="215638"/>
            <a:ext cx="2502173" cy="18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375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89" grpId="0"/>
      <p:bldP spid="38" grpId="0"/>
      <p:bldP spid="39" grpId="0"/>
      <p:bldP spid="4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2"/>
          <p:cNvSpPr txBox="1">
            <a:spLocks/>
          </p:cNvSpPr>
          <p:nvPr/>
        </p:nvSpPr>
        <p:spPr>
          <a:xfrm>
            <a:off x="459665" y="69597"/>
            <a:ext cx="1088231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Visualizing Prolog Query Search II</a:t>
            </a:r>
          </a:p>
        </p:txBody>
      </p:sp>
      <p:sp>
        <p:nvSpPr>
          <p:cNvPr id="7" name="Rectangle 6"/>
          <p:cNvSpPr/>
          <p:nvPr/>
        </p:nvSpPr>
        <p:spPr>
          <a:xfrm>
            <a:off x="4869861" y="5559087"/>
            <a:ext cx="2163895" cy="307777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grandMotherOf</a:t>
            </a:r>
            <a:r>
              <a:rPr lang="en-US" sz="1400" dirty="0">
                <a:latin typeface="Consolas" panose="020B0609020204030204" pitchFamily="49" charset="0"/>
              </a:rPr>
              <a:t>(X, GM)</a:t>
            </a:r>
            <a:endParaRPr lang="en-US" sz="1400" dirty="0"/>
          </a:p>
        </p:txBody>
      </p:sp>
      <p:sp>
        <p:nvSpPr>
          <p:cNvPr id="10" name="Rectangle 9"/>
          <p:cNvSpPr/>
          <p:nvPr/>
        </p:nvSpPr>
        <p:spPr>
          <a:xfrm>
            <a:off x="1584757" y="4524422"/>
            <a:ext cx="3251465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(X, M), </a:t>
            </a:r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(M, GM)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9460" y="1935029"/>
            <a:ext cx="2159106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(dick, </a:t>
            </a:r>
            <a:r>
              <a:rPr lang="en-US" sz="1400" dirty="0" err="1">
                <a:latin typeface="Consolas" panose="020B0609020204030204" pitchFamily="49" charset="0"/>
              </a:rPr>
              <a:t>mary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  <p:cxnSp>
        <p:nvCxnSpPr>
          <p:cNvPr id="20" name="Straight Connector 19"/>
          <p:cNvCxnSpPr>
            <a:endCxn id="15" idx="3"/>
          </p:cNvCxnSpPr>
          <p:nvPr/>
        </p:nvCxnSpPr>
        <p:spPr>
          <a:xfrm flipV="1">
            <a:off x="2343700" y="2088918"/>
            <a:ext cx="4866" cy="2435504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793164" y="2406637"/>
            <a:ext cx="2153598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(jane, </a:t>
            </a:r>
            <a:r>
              <a:rPr lang="en-US" sz="1400" dirty="0" err="1">
                <a:latin typeface="Consolas" panose="020B0609020204030204" pitchFamily="49" charset="0"/>
              </a:rPr>
              <a:t>mary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47701" y="1935029"/>
            <a:ext cx="2159106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(dick, </a:t>
            </a:r>
            <a:r>
              <a:rPr lang="en-US" sz="1400" dirty="0" err="1">
                <a:latin typeface="Consolas" panose="020B0609020204030204" pitchFamily="49" charset="0"/>
              </a:rPr>
              <a:t>mary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57536" y="1466093"/>
            <a:ext cx="2159106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tom,judy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  <p:cxnSp>
        <p:nvCxnSpPr>
          <p:cNvPr id="33" name="Straight Connector 32"/>
          <p:cNvCxnSpPr>
            <a:endCxn id="30" idx="1"/>
          </p:cNvCxnSpPr>
          <p:nvPr/>
        </p:nvCxnSpPr>
        <p:spPr>
          <a:xfrm flipH="1" flipV="1">
            <a:off x="3793164" y="2560526"/>
            <a:ext cx="190321" cy="1963895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endCxn id="31" idx="1"/>
          </p:cNvCxnSpPr>
          <p:nvPr/>
        </p:nvCxnSpPr>
        <p:spPr>
          <a:xfrm flipH="1" flipV="1">
            <a:off x="3647701" y="2088918"/>
            <a:ext cx="338068" cy="2459812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endCxn id="32" idx="1"/>
          </p:cNvCxnSpPr>
          <p:nvPr/>
        </p:nvCxnSpPr>
        <p:spPr>
          <a:xfrm flipH="1" flipV="1">
            <a:off x="3457536" y="1619982"/>
            <a:ext cx="528233" cy="2904439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7" idx="0"/>
            <a:endCxn id="10" idx="2"/>
          </p:cNvCxnSpPr>
          <p:nvPr/>
        </p:nvCxnSpPr>
        <p:spPr>
          <a:xfrm flipH="1" flipV="1">
            <a:off x="3210490" y="4832199"/>
            <a:ext cx="2741319" cy="72688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9" name="Rectangle 88"/>
          <p:cNvSpPr/>
          <p:nvPr/>
        </p:nvSpPr>
        <p:spPr>
          <a:xfrm>
            <a:off x="1298430" y="3070772"/>
            <a:ext cx="969932" cy="523220"/>
          </a:xfrm>
          <a:prstGeom prst="rect">
            <a:avLst/>
          </a:prstGeom>
          <a:ln w="19050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X=dick,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M=</a:t>
            </a:r>
            <a:r>
              <a:rPr lang="en-US" sz="1400" dirty="0" err="1">
                <a:latin typeface="Consolas" panose="020B0609020204030204" pitchFamily="49" charset="0"/>
              </a:rPr>
              <a:t>mary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3673393" y="5060092"/>
            <a:ext cx="818830" cy="523220"/>
          </a:xfrm>
          <a:prstGeom prst="rect">
            <a:avLst/>
          </a:prstGeom>
          <a:ln w="19050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X=   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GM= 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28168" y="3070772"/>
            <a:ext cx="969932" cy="738664"/>
          </a:xfrm>
          <a:prstGeom prst="rect">
            <a:avLst/>
          </a:prstGeom>
          <a:ln w="19050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X=dick,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M=</a:t>
            </a:r>
            <a:r>
              <a:rPr lang="en-US" sz="1400" dirty="0" err="1">
                <a:latin typeface="Consolas" panose="020B0609020204030204" pitchFamily="49" charset="0"/>
              </a:rPr>
              <a:t>mary</a:t>
            </a:r>
            <a:r>
              <a:rPr lang="en-US" sz="1400" dirty="0">
                <a:latin typeface="Consolas" panose="020B0609020204030204" pitchFamily="49" charset="0"/>
              </a:rPr>
              <a:t>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GM=?</a:t>
            </a:r>
          </a:p>
        </p:txBody>
      </p:sp>
      <p:sp>
        <p:nvSpPr>
          <p:cNvPr id="39" name="Flowchart: Summing Junction 38"/>
          <p:cNvSpPr/>
          <p:nvPr/>
        </p:nvSpPr>
        <p:spPr>
          <a:xfrm>
            <a:off x="5200335" y="3870840"/>
            <a:ext cx="178870" cy="178870"/>
          </a:xfrm>
          <a:prstGeom prst="flowChartSummingJunction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C68EE4-FF5D-74D5-4FA1-1EC9F23BB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8033" y="215638"/>
            <a:ext cx="2502173" cy="18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843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89" grpId="0"/>
      <p:bldP spid="38" grpId="0"/>
      <p:bldP spid="3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2"/>
          <p:cNvSpPr txBox="1">
            <a:spLocks/>
          </p:cNvSpPr>
          <p:nvPr/>
        </p:nvSpPr>
        <p:spPr>
          <a:xfrm>
            <a:off x="459665" y="69597"/>
            <a:ext cx="1088231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Visualizing Prolog Query Search III</a:t>
            </a:r>
          </a:p>
        </p:txBody>
      </p:sp>
      <p:sp>
        <p:nvSpPr>
          <p:cNvPr id="7" name="Rectangle 6"/>
          <p:cNvSpPr/>
          <p:nvPr/>
        </p:nvSpPr>
        <p:spPr>
          <a:xfrm>
            <a:off x="4869861" y="5559087"/>
            <a:ext cx="2163895" cy="307777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grandMotherOf</a:t>
            </a:r>
            <a:r>
              <a:rPr lang="en-US" sz="1400" dirty="0">
                <a:latin typeface="Consolas" panose="020B0609020204030204" pitchFamily="49" charset="0"/>
              </a:rPr>
              <a:t>(X, GM)</a:t>
            </a:r>
            <a:endParaRPr lang="en-US" sz="1400" dirty="0"/>
          </a:p>
        </p:txBody>
      </p:sp>
      <p:sp>
        <p:nvSpPr>
          <p:cNvPr id="10" name="Rectangle 9"/>
          <p:cNvSpPr/>
          <p:nvPr/>
        </p:nvSpPr>
        <p:spPr>
          <a:xfrm>
            <a:off x="1584757" y="4524422"/>
            <a:ext cx="3251465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(X, M), </a:t>
            </a:r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(M, GM)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4282" y="1466093"/>
            <a:ext cx="2159106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(jane, </a:t>
            </a:r>
            <a:r>
              <a:rPr lang="en-US" sz="1400" dirty="0" err="1">
                <a:latin typeface="Consolas" panose="020B0609020204030204" pitchFamily="49" charset="0"/>
              </a:rPr>
              <a:t>mary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  <p:cxnSp>
        <p:nvCxnSpPr>
          <p:cNvPr id="23" name="Straight Connector 22"/>
          <p:cNvCxnSpPr>
            <a:endCxn id="16" idx="3"/>
          </p:cNvCxnSpPr>
          <p:nvPr/>
        </p:nvCxnSpPr>
        <p:spPr>
          <a:xfrm flipV="1">
            <a:off x="2359049" y="1619982"/>
            <a:ext cx="144339" cy="2880131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793164" y="2406637"/>
            <a:ext cx="2153598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(jane, </a:t>
            </a:r>
            <a:r>
              <a:rPr lang="en-US" sz="1400" dirty="0" err="1">
                <a:latin typeface="Consolas" panose="020B0609020204030204" pitchFamily="49" charset="0"/>
              </a:rPr>
              <a:t>mary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47701" y="1935029"/>
            <a:ext cx="2159106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(dick, </a:t>
            </a:r>
            <a:r>
              <a:rPr lang="en-US" sz="1400" dirty="0" err="1">
                <a:latin typeface="Consolas" panose="020B0609020204030204" pitchFamily="49" charset="0"/>
              </a:rPr>
              <a:t>mary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55252" y="1466093"/>
            <a:ext cx="2159106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tom,judy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  <p:cxnSp>
        <p:nvCxnSpPr>
          <p:cNvPr id="33" name="Straight Connector 32"/>
          <p:cNvCxnSpPr>
            <a:endCxn id="30" idx="1"/>
          </p:cNvCxnSpPr>
          <p:nvPr/>
        </p:nvCxnSpPr>
        <p:spPr>
          <a:xfrm flipH="1" flipV="1">
            <a:off x="3793164" y="2560526"/>
            <a:ext cx="190321" cy="1963895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endCxn id="31" idx="1"/>
          </p:cNvCxnSpPr>
          <p:nvPr/>
        </p:nvCxnSpPr>
        <p:spPr>
          <a:xfrm flipH="1" flipV="1">
            <a:off x="3647701" y="2088918"/>
            <a:ext cx="338068" cy="2459812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endCxn id="32" idx="1"/>
          </p:cNvCxnSpPr>
          <p:nvPr/>
        </p:nvCxnSpPr>
        <p:spPr>
          <a:xfrm flipH="1" flipV="1">
            <a:off x="3455252" y="1619982"/>
            <a:ext cx="528233" cy="2904439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7" idx="0"/>
            <a:endCxn id="10" idx="2"/>
          </p:cNvCxnSpPr>
          <p:nvPr/>
        </p:nvCxnSpPr>
        <p:spPr>
          <a:xfrm flipH="1" flipV="1">
            <a:off x="3210490" y="4832199"/>
            <a:ext cx="2741319" cy="72688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9" name="Rectangle 88"/>
          <p:cNvSpPr/>
          <p:nvPr/>
        </p:nvSpPr>
        <p:spPr>
          <a:xfrm>
            <a:off x="1387283" y="3120675"/>
            <a:ext cx="1038781" cy="523220"/>
          </a:xfrm>
          <a:prstGeom prst="rect">
            <a:avLst/>
          </a:prstGeom>
          <a:ln w="19050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X=jane,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M=</a:t>
            </a:r>
            <a:r>
              <a:rPr lang="en-US" sz="1400" dirty="0" err="1">
                <a:latin typeface="Consolas" panose="020B0609020204030204" pitchFamily="49" charset="0"/>
              </a:rPr>
              <a:t>mary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3673393" y="5060092"/>
            <a:ext cx="818830" cy="523220"/>
          </a:xfrm>
          <a:prstGeom prst="rect">
            <a:avLst/>
          </a:prstGeom>
          <a:ln w="19050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X=   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GM= 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50470" y="3120675"/>
            <a:ext cx="1038781" cy="738664"/>
          </a:xfrm>
          <a:prstGeom prst="rect">
            <a:avLst/>
          </a:prstGeom>
          <a:ln w="19050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X=jane,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M=</a:t>
            </a:r>
            <a:r>
              <a:rPr lang="en-US" sz="1400" dirty="0" err="1">
                <a:latin typeface="Consolas" panose="020B0609020204030204" pitchFamily="49" charset="0"/>
              </a:rPr>
              <a:t>mary</a:t>
            </a:r>
            <a:r>
              <a:rPr lang="en-US" sz="1400" dirty="0">
                <a:latin typeface="Consolas" panose="020B0609020204030204" pitchFamily="49" charset="0"/>
              </a:rPr>
              <a:t>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GM= </a:t>
            </a:r>
          </a:p>
        </p:txBody>
      </p:sp>
      <p:sp>
        <p:nvSpPr>
          <p:cNvPr id="39" name="Flowchart: Summing Junction 38"/>
          <p:cNvSpPr/>
          <p:nvPr/>
        </p:nvSpPr>
        <p:spPr>
          <a:xfrm>
            <a:off x="5200335" y="3870840"/>
            <a:ext cx="178870" cy="178870"/>
          </a:xfrm>
          <a:prstGeom prst="flowChartSummingJunction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D66A53-085F-2F41-4CF3-A48D7D340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8033" y="215638"/>
            <a:ext cx="2502173" cy="18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607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89" grpId="0"/>
      <p:bldP spid="38" grpId="0"/>
      <p:bldP spid="3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2"/>
          <p:cNvSpPr txBox="1">
            <a:spLocks/>
          </p:cNvSpPr>
          <p:nvPr/>
        </p:nvSpPr>
        <p:spPr>
          <a:xfrm>
            <a:off x="459665" y="69597"/>
            <a:ext cx="1088231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Visualizing Prolog Query Search IV: New Rule </a:t>
            </a:r>
          </a:p>
        </p:txBody>
      </p:sp>
      <p:sp>
        <p:nvSpPr>
          <p:cNvPr id="7" name="Rectangle 6"/>
          <p:cNvSpPr/>
          <p:nvPr/>
        </p:nvSpPr>
        <p:spPr>
          <a:xfrm>
            <a:off x="4869861" y="5559087"/>
            <a:ext cx="2163895" cy="307777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grandMotherOf</a:t>
            </a:r>
            <a:r>
              <a:rPr lang="en-US" sz="1400" dirty="0">
                <a:latin typeface="Consolas" panose="020B0609020204030204" pitchFamily="49" charset="0"/>
              </a:rPr>
              <a:t>(X, GM)</a:t>
            </a:r>
            <a:endParaRPr lang="en-US" sz="1400" dirty="0"/>
          </a:p>
        </p:txBody>
      </p:sp>
      <p:sp>
        <p:nvSpPr>
          <p:cNvPr id="10" name="Rectangle 9"/>
          <p:cNvSpPr/>
          <p:nvPr/>
        </p:nvSpPr>
        <p:spPr>
          <a:xfrm>
            <a:off x="1584757" y="4524422"/>
            <a:ext cx="3251465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(X, M), </a:t>
            </a:r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(M, GM)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81055" y="4524423"/>
            <a:ext cx="3251465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fatherOf</a:t>
            </a:r>
            <a:r>
              <a:rPr lang="en-US" sz="1400" dirty="0">
                <a:latin typeface="Consolas" panose="020B0609020204030204" pitchFamily="49" charset="0"/>
              </a:rPr>
              <a:t>(X, F), </a:t>
            </a:r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(F, GM)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5393" y="2406637"/>
            <a:ext cx="2067092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(tom, </a:t>
            </a:r>
            <a:r>
              <a:rPr lang="en-US" sz="1400" dirty="0" err="1">
                <a:latin typeface="Consolas" panose="020B0609020204030204" pitchFamily="49" charset="0"/>
              </a:rPr>
              <a:t>judy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9460" y="1935029"/>
            <a:ext cx="2159106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(dick, </a:t>
            </a:r>
            <a:r>
              <a:rPr lang="en-US" sz="1400" dirty="0" err="1">
                <a:latin typeface="Consolas" panose="020B0609020204030204" pitchFamily="49" charset="0"/>
              </a:rPr>
              <a:t>mary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4282" y="1466093"/>
            <a:ext cx="2159106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(jane, </a:t>
            </a:r>
            <a:r>
              <a:rPr lang="en-US" sz="1400" dirty="0" err="1">
                <a:latin typeface="Consolas" panose="020B0609020204030204" pitchFamily="49" charset="0"/>
              </a:rPr>
              <a:t>mary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  <p:cxnSp>
        <p:nvCxnSpPr>
          <p:cNvPr id="17" name="Straight Connector 16"/>
          <p:cNvCxnSpPr>
            <a:endCxn id="14" idx="3"/>
          </p:cNvCxnSpPr>
          <p:nvPr/>
        </p:nvCxnSpPr>
        <p:spPr>
          <a:xfrm flipH="1" flipV="1">
            <a:off x="2182485" y="2560526"/>
            <a:ext cx="161215" cy="1963896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endCxn id="15" idx="3"/>
          </p:cNvCxnSpPr>
          <p:nvPr/>
        </p:nvCxnSpPr>
        <p:spPr>
          <a:xfrm flipV="1">
            <a:off x="2343700" y="2088918"/>
            <a:ext cx="4866" cy="2435504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endCxn id="16" idx="3"/>
          </p:cNvCxnSpPr>
          <p:nvPr/>
        </p:nvCxnSpPr>
        <p:spPr>
          <a:xfrm flipV="1">
            <a:off x="2359049" y="1619982"/>
            <a:ext cx="144339" cy="2880131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793164" y="2406637"/>
            <a:ext cx="2153598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(jane, </a:t>
            </a:r>
            <a:r>
              <a:rPr lang="en-US" sz="1400" dirty="0" err="1">
                <a:latin typeface="Consolas" panose="020B0609020204030204" pitchFamily="49" charset="0"/>
              </a:rPr>
              <a:t>mary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47701" y="1935029"/>
            <a:ext cx="2159106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(dick, </a:t>
            </a:r>
            <a:r>
              <a:rPr lang="en-US" sz="1400" dirty="0" err="1">
                <a:latin typeface="Consolas" panose="020B0609020204030204" pitchFamily="49" charset="0"/>
              </a:rPr>
              <a:t>mary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57536" y="1466093"/>
            <a:ext cx="2159106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tom,judy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  <p:cxnSp>
        <p:nvCxnSpPr>
          <p:cNvPr id="33" name="Straight Connector 32"/>
          <p:cNvCxnSpPr>
            <a:endCxn id="30" idx="1"/>
          </p:cNvCxnSpPr>
          <p:nvPr/>
        </p:nvCxnSpPr>
        <p:spPr>
          <a:xfrm flipH="1" flipV="1">
            <a:off x="3793164" y="2560526"/>
            <a:ext cx="190321" cy="1963895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endCxn id="31" idx="1"/>
          </p:cNvCxnSpPr>
          <p:nvPr/>
        </p:nvCxnSpPr>
        <p:spPr>
          <a:xfrm flipH="1" flipV="1">
            <a:off x="3647701" y="2088918"/>
            <a:ext cx="338068" cy="2459812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endCxn id="32" idx="1"/>
          </p:cNvCxnSpPr>
          <p:nvPr/>
        </p:nvCxnSpPr>
        <p:spPr>
          <a:xfrm flipH="1" flipV="1">
            <a:off x="3457536" y="1619982"/>
            <a:ext cx="528233" cy="2904439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7" idx="0"/>
            <a:endCxn id="10" idx="2"/>
          </p:cNvCxnSpPr>
          <p:nvPr/>
        </p:nvCxnSpPr>
        <p:spPr>
          <a:xfrm flipH="1" flipV="1">
            <a:off x="3210490" y="4832199"/>
            <a:ext cx="2741319" cy="72688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9920077" y="2406634"/>
            <a:ext cx="2153598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(jane, </a:t>
            </a:r>
            <a:r>
              <a:rPr lang="en-US" sz="1400" dirty="0" err="1">
                <a:latin typeface="Consolas" panose="020B0609020204030204" pitchFamily="49" charset="0"/>
              </a:rPr>
              <a:t>mary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774614" y="1935026"/>
            <a:ext cx="2159106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(dick, </a:t>
            </a:r>
            <a:r>
              <a:rPr lang="en-US" sz="1400" dirty="0" err="1">
                <a:latin typeface="Consolas" panose="020B0609020204030204" pitchFamily="49" charset="0"/>
              </a:rPr>
              <a:t>mary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584449" y="1466090"/>
            <a:ext cx="2159106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tom,judy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  <p:cxnSp>
        <p:nvCxnSpPr>
          <p:cNvPr id="53" name="Straight Connector 52"/>
          <p:cNvCxnSpPr>
            <a:endCxn id="50" idx="1"/>
          </p:cNvCxnSpPr>
          <p:nvPr/>
        </p:nvCxnSpPr>
        <p:spPr>
          <a:xfrm flipV="1">
            <a:off x="9774614" y="2560523"/>
            <a:ext cx="145463" cy="1963897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endCxn id="51" idx="1"/>
          </p:cNvCxnSpPr>
          <p:nvPr/>
        </p:nvCxnSpPr>
        <p:spPr>
          <a:xfrm flipV="1">
            <a:off x="9774614" y="2088915"/>
            <a:ext cx="0" cy="2459815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endCxn id="52" idx="1"/>
          </p:cNvCxnSpPr>
          <p:nvPr/>
        </p:nvCxnSpPr>
        <p:spPr>
          <a:xfrm flipH="1" flipV="1">
            <a:off x="9584449" y="1619979"/>
            <a:ext cx="190165" cy="2904441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6287528" y="2406637"/>
            <a:ext cx="2067092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fatherOf</a:t>
            </a:r>
            <a:r>
              <a:rPr lang="en-US" sz="1400" dirty="0">
                <a:latin typeface="Consolas" panose="020B0609020204030204" pitchFamily="49" charset="0"/>
              </a:rPr>
              <a:t>(tom, dick)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38610" y="1935029"/>
            <a:ext cx="2277225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fatherOf</a:t>
            </a:r>
            <a:r>
              <a:rPr lang="en-US" sz="1400" dirty="0">
                <a:latin typeface="Consolas" panose="020B0609020204030204" pitchFamily="49" charset="0"/>
              </a:rPr>
              <a:t>(dick, harry)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02192" y="1466093"/>
            <a:ext cx="2159106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fatherOf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jane,harry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  <p:cxnSp>
        <p:nvCxnSpPr>
          <p:cNvPr id="59" name="Straight Connector 58"/>
          <p:cNvCxnSpPr>
            <a:endCxn id="56" idx="3"/>
          </p:cNvCxnSpPr>
          <p:nvPr/>
        </p:nvCxnSpPr>
        <p:spPr>
          <a:xfrm flipV="1">
            <a:off x="8136921" y="2560526"/>
            <a:ext cx="217699" cy="1963894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endCxn id="57" idx="3"/>
          </p:cNvCxnSpPr>
          <p:nvPr/>
        </p:nvCxnSpPr>
        <p:spPr>
          <a:xfrm flipV="1">
            <a:off x="8134637" y="2088918"/>
            <a:ext cx="381198" cy="2435503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endCxn id="58" idx="3"/>
          </p:cNvCxnSpPr>
          <p:nvPr/>
        </p:nvCxnSpPr>
        <p:spPr>
          <a:xfrm flipV="1">
            <a:off x="8132353" y="1619982"/>
            <a:ext cx="528945" cy="290443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7" idx="0"/>
            <a:endCxn id="13" idx="2"/>
          </p:cNvCxnSpPr>
          <p:nvPr/>
        </p:nvCxnSpPr>
        <p:spPr>
          <a:xfrm flipV="1">
            <a:off x="5951809" y="4832200"/>
            <a:ext cx="3054979" cy="726887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9" name="Rectangle 88"/>
          <p:cNvSpPr/>
          <p:nvPr/>
        </p:nvSpPr>
        <p:spPr>
          <a:xfrm>
            <a:off x="1306879" y="3120675"/>
            <a:ext cx="818830" cy="523220"/>
          </a:xfrm>
          <a:prstGeom prst="rect">
            <a:avLst/>
          </a:prstGeom>
          <a:ln w="19050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X=   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M= 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673393" y="5060092"/>
            <a:ext cx="818830" cy="523220"/>
          </a:xfrm>
          <a:prstGeom prst="rect">
            <a:avLst/>
          </a:prstGeom>
          <a:ln w="19050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X=   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GM= 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715215" y="5095635"/>
            <a:ext cx="818830" cy="523220"/>
          </a:xfrm>
          <a:prstGeom prst="rect">
            <a:avLst/>
          </a:prstGeom>
          <a:ln w="19050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X=   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GM= 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108377" y="3120675"/>
            <a:ext cx="818830" cy="738664"/>
          </a:xfrm>
          <a:prstGeom prst="rect">
            <a:avLst/>
          </a:prstGeom>
          <a:ln w="19050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X=   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M=   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GM= 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281900" y="3120675"/>
            <a:ext cx="818830" cy="523220"/>
          </a:xfrm>
          <a:prstGeom prst="rect">
            <a:avLst/>
          </a:prstGeom>
          <a:ln w="19050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X=   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F= 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145626" y="3120675"/>
            <a:ext cx="818830" cy="738664"/>
          </a:xfrm>
          <a:prstGeom prst="rect">
            <a:avLst/>
          </a:prstGeom>
          <a:ln w="19050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X=   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F=   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GM= </a:t>
            </a:r>
          </a:p>
        </p:txBody>
      </p:sp>
      <p:sp>
        <p:nvSpPr>
          <p:cNvPr id="38" name="Flowchart: Summing Junction 37"/>
          <p:cNvSpPr/>
          <p:nvPr/>
        </p:nvSpPr>
        <p:spPr>
          <a:xfrm>
            <a:off x="3092614" y="4588875"/>
            <a:ext cx="178870" cy="178870"/>
          </a:xfrm>
          <a:prstGeom prst="flowChartSummingJunction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26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5" grpId="0" animBg="1"/>
      <p:bldP spid="16" grpId="0" animBg="1"/>
      <p:bldP spid="30" grpId="0" animBg="1"/>
      <p:bldP spid="31" grpId="0" animBg="1"/>
      <p:bldP spid="32" grpId="0" animBg="1"/>
      <p:bldP spid="89" grpId="0"/>
      <p:bldP spid="94" grpId="0"/>
      <p:bldP spid="97" grpId="0"/>
      <p:bldP spid="3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2"/>
          <p:cNvSpPr txBox="1">
            <a:spLocks/>
          </p:cNvSpPr>
          <p:nvPr/>
        </p:nvSpPr>
        <p:spPr>
          <a:xfrm>
            <a:off x="459665" y="69597"/>
            <a:ext cx="1088231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Visualizing Prolog Query Search V</a:t>
            </a:r>
          </a:p>
        </p:txBody>
      </p:sp>
      <p:sp>
        <p:nvSpPr>
          <p:cNvPr id="7" name="Rectangle 6"/>
          <p:cNvSpPr/>
          <p:nvPr/>
        </p:nvSpPr>
        <p:spPr>
          <a:xfrm>
            <a:off x="4869861" y="5559087"/>
            <a:ext cx="2163895" cy="307777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grandMotherOf</a:t>
            </a:r>
            <a:r>
              <a:rPr lang="en-US" sz="1400" dirty="0">
                <a:latin typeface="Consolas" panose="020B0609020204030204" pitchFamily="49" charset="0"/>
              </a:rPr>
              <a:t>(X, GM)</a:t>
            </a:r>
            <a:endParaRPr lang="en-US" sz="1400" dirty="0"/>
          </a:p>
        </p:txBody>
      </p:sp>
      <p:sp>
        <p:nvSpPr>
          <p:cNvPr id="13" name="Rectangle 12"/>
          <p:cNvSpPr/>
          <p:nvPr/>
        </p:nvSpPr>
        <p:spPr>
          <a:xfrm>
            <a:off x="7381055" y="4524423"/>
            <a:ext cx="3251465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fatherOf</a:t>
            </a:r>
            <a:r>
              <a:rPr lang="en-US" sz="1400" dirty="0">
                <a:latin typeface="Consolas" panose="020B0609020204030204" pitchFamily="49" charset="0"/>
              </a:rPr>
              <a:t>(X, F), </a:t>
            </a:r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(F, GM)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774614" y="1935026"/>
            <a:ext cx="2159106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(dick, </a:t>
            </a:r>
            <a:r>
              <a:rPr lang="en-US" sz="1400" dirty="0" err="1">
                <a:latin typeface="Consolas" panose="020B0609020204030204" pitchFamily="49" charset="0"/>
              </a:rPr>
              <a:t>mary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584449" y="1466090"/>
            <a:ext cx="2159106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tom,judy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  <p:cxnSp>
        <p:nvCxnSpPr>
          <p:cNvPr id="54" name="Straight Connector 53"/>
          <p:cNvCxnSpPr>
            <a:endCxn id="51" idx="1"/>
          </p:cNvCxnSpPr>
          <p:nvPr/>
        </p:nvCxnSpPr>
        <p:spPr>
          <a:xfrm flipV="1">
            <a:off x="9774614" y="2088915"/>
            <a:ext cx="0" cy="2459815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endCxn id="52" idx="1"/>
          </p:cNvCxnSpPr>
          <p:nvPr/>
        </p:nvCxnSpPr>
        <p:spPr>
          <a:xfrm flipH="1" flipV="1">
            <a:off x="9584449" y="1619979"/>
            <a:ext cx="190165" cy="2904441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6287528" y="2406637"/>
            <a:ext cx="2067092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fatherOf</a:t>
            </a:r>
            <a:r>
              <a:rPr lang="en-US" sz="1400" dirty="0">
                <a:latin typeface="Consolas" panose="020B0609020204030204" pitchFamily="49" charset="0"/>
              </a:rPr>
              <a:t>(tom, dick)</a:t>
            </a:r>
          </a:p>
        </p:txBody>
      </p:sp>
      <p:cxnSp>
        <p:nvCxnSpPr>
          <p:cNvPr id="59" name="Straight Connector 58"/>
          <p:cNvCxnSpPr>
            <a:endCxn id="56" idx="3"/>
          </p:cNvCxnSpPr>
          <p:nvPr/>
        </p:nvCxnSpPr>
        <p:spPr>
          <a:xfrm flipV="1">
            <a:off x="8136921" y="2560526"/>
            <a:ext cx="217699" cy="1963894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7" idx="0"/>
            <a:endCxn id="13" idx="2"/>
          </p:cNvCxnSpPr>
          <p:nvPr/>
        </p:nvCxnSpPr>
        <p:spPr>
          <a:xfrm flipV="1">
            <a:off x="5951809" y="4832200"/>
            <a:ext cx="3054979" cy="726887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5" name="Rectangle 94"/>
          <p:cNvSpPr/>
          <p:nvPr/>
        </p:nvSpPr>
        <p:spPr>
          <a:xfrm>
            <a:off x="7727506" y="5095635"/>
            <a:ext cx="818830" cy="523220"/>
          </a:xfrm>
          <a:prstGeom prst="rect">
            <a:avLst/>
          </a:prstGeom>
          <a:ln w="19050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X=?,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GM=?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209202" y="3120675"/>
            <a:ext cx="891528" cy="523220"/>
          </a:xfrm>
          <a:prstGeom prst="rect">
            <a:avLst/>
          </a:prstGeom>
          <a:ln w="19050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X=tom,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F=dick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53685" y="3120675"/>
            <a:ext cx="891528" cy="523220"/>
          </a:xfrm>
          <a:prstGeom prst="rect">
            <a:avLst/>
          </a:prstGeom>
          <a:ln w="19050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X=tom,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F=dick,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153685" y="3545991"/>
            <a:ext cx="891528" cy="307777"/>
          </a:xfrm>
          <a:prstGeom prst="rect">
            <a:avLst/>
          </a:prstGeom>
          <a:ln w="19050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GM=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mary</a:t>
            </a:r>
            <a:endParaRPr lang="en-US" sz="14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0153685" y="3545673"/>
            <a:ext cx="891528" cy="307777"/>
          </a:xfrm>
          <a:prstGeom prst="rect">
            <a:avLst/>
          </a:prstGeom>
          <a:ln w="19050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GM=?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27506" y="5095635"/>
            <a:ext cx="925579" cy="523220"/>
          </a:xfrm>
          <a:prstGeom prst="rect">
            <a:avLst/>
          </a:prstGeom>
          <a:ln w="19050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X=tom,</a:t>
            </a:r>
          </a:p>
          <a:p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GM=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mary</a:t>
            </a:r>
            <a:endParaRPr lang="en-US" sz="14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Smiley Face 41"/>
          <p:cNvSpPr/>
          <p:nvPr/>
        </p:nvSpPr>
        <p:spPr>
          <a:xfrm>
            <a:off x="7995351" y="5618855"/>
            <a:ext cx="283139" cy="283139"/>
          </a:xfrm>
          <a:prstGeom prst="smileyFace">
            <a:avLst/>
          </a:prstGeom>
          <a:noFill/>
          <a:ln>
            <a:solidFill>
              <a:srgbClr val="00B050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969F71C-BD22-FC92-5EA2-1ABA8B595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56" y="755870"/>
            <a:ext cx="2502173" cy="18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214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51" grpId="0" animBg="1"/>
      <p:bldP spid="52" grpId="0" animBg="1"/>
      <p:bldP spid="52" grpId="1" animBg="1"/>
      <p:bldP spid="56" grpId="0" animBg="1"/>
      <p:bldP spid="95" grpId="0"/>
      <p:bldP spid="95" grpId="1"/>
      <p:bldP spid="98" grpId="0"/>
      <p:bldP spid="38" grpId="0"/>
      <p:bldP spid="39" grpId="0"/>
      <p:bldP spid="40" grpId="0"/>
      <p:bldP spid="40" grpId="1"/>
      <p:bldP spid="41" grpId="0"/>
      <p:bldP spid="4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2"/>
          <p:cNvSpPr txBox="1">
            <a:spLocks/>
          </p:cNvSpPr>
          <p:nvPr/>
        </p:nvSpPr>
        <p:spPr>
          <a:xfrm>
            <a:off x="459665" y="69597"/>
            <a:ext cx="1088231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Visualizing Prolog Query Search VI</a:t>
            </a:r>
          </a:p>
        </p:txBody>
      </p:sp>
      <p:sp>
        <p:nvSpPr>
          <p:cNvPr id="7" name="Rectangle 6"/>
          <p:cNvSpPr/>
          <p:nvPr/>
        </p:nvSpPr>
        <p:spPr>
          <a:xfrm>
            <a:off x="4869861" y="5559087"/>
            <a:ext cx="2163895" cy="307777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grandMotherOf</a:t>
            </a:r>
            <a:r>
              <a:rPr lang="en-US" sz="1400" dirty="0">
                <a:latin typeface="Consolas" panose="020B0609020204030204" pitchFamily="49" charset="0"/>
              </a:rPr>
              <a:t>(X, GM)</a:t>
            </a:r>
            <a:endParaRPr lang="en-US" sz="1400" dirty="0"/>
          </a:p>
        </p:txBody>
      </p:sp>
      <p:sp>
        <p:nvSpPr>
          <p:cNvPr id="13" name="Rectangle 12"/>
          <p:cNvSpPr/>
          <p:nvPr/>
        </p:nvSpPr>
        <p:spPr>
          <a:xfrm>
            <a:off x="7381055" y="4524423"/>
            <a:ext cx="3251465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fatherOf</a:t>
            </a:r>
            <a:r>
              <a:rPr lang="en-US" sz="1400" dirty="0">
                <a:latin typeface="Consolas" panose="020B0609020204030204" pitchFamily="49" charset="0"/>
              </a:rPr>
              <a:t>(X, F), </a:t>
            </a:r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(F, GM)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87528" y="2406637"/>
            <a:ext cx="2067092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fatherOf</a:t>
            </a:r>
            <a:r>
              <a:rPr lang="en-US" sz="1400" dirty="0">
                <a:latin typeface="Consolas" panose="020B0609020204030204" pitchFamily="49" charset="0"/>
              </a:rPr>
              <a:t>(tom, dick)</a:t>
            </a:r>
          </a:p>
        </p:txBody>
      </p:sp>
      <p:cxnSp>
        <p:nvCxnSpPr>
          <p:cNvPr id="59" name="Straight Connector 58"/>
          <p:cNvCxnSpPr>
            <a:endCxn id="56" idx="3"/>
          </p:cNvCxnSpPr>
          <p:nvPr/>
        </p:nvCxnSpPr>
        <p:spPr>
          <a:xfrm flipV="1">
            <a:off x="8136921" y="2560526"/>
            <a:ext cx="217699" cy="1963894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7" idx="0"/>
            <a:endCxn id="13" idx="2"/>
          </p:cNvCxnSpPr>
          <p:nvPr/>
        </p:nvCxnSpPr>
        <p:spPr>
          <a:xfrm flipV="1">
            <a:off x="5951809" y="4832200"/>
            <a:ext cx="3054979" cy="726887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5" name="Rectangle 94"/>
          <p:cNvSpPr/>
          <p:nvPr/>
        </p:nvSpPr>
        <p:spPr>
          <a:xfrm>
            <a:off x="7727506" y="5095635"/>
            <a:ext cx="818830" cy="523220"/>
          </a:xfrm>
          <a:prstGeom prst="rect">
            <a:avLst/>
          </a:prstGeom>
          <a:ln w="19050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X=?,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GM=?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209202" y="3120675"/>
            <a:ext cx="891528" cy="523220"/>
          </a:xfrm>
          <a:prstGeom prst="rect">
            <a:avLst/>
          </a:prstGeom>
          <a:ln w="19050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X=tom,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F=dick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53685" y="3120675"/>
            <a:ext cx="891528" cy="738664"/>
          </a:xfrm>
          <a:prstGeom prst="rect">
            <a:avLst/>
          </a:prstGeom>
          <a:ln w="19050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X=tom,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F=dick,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GM=?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20077" y="2406634"/>
            <a:ext cx="2153598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(jane, </a:t>
            </a:r>
            <a:r>
              <a:rPr lang="en-US" sz="1400" dirty="0" err="1">
                <a:latin typeface="Consolas" panose="020B0609020204030204" pitchFamily="49" charset="0"/>
              </a:rPr>
              <a:t>mary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  <p:cxnSp>
        <p:nvCxnSpPr>
          <p:cNvPr id="19" name="Straight Connector 18"/>
          <p:cNvCxnSpPr>
            <a:endCxn id="18" idx="1"/>
          </p:cNvCxnSpPr>
          <p:nvPr/>
        </p:nvCxnSpPr>
        <p:spPr>
          <a:xfrm flipV="1">
            <a:off x="9774614" y="2560523"/>
            <a:ext cx="145463" cy="1963897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Flowchart: Summing Junction 19"/>
          <p:cNvSpPr/>
          <p:nvPr/>
        </p:nvSpPr>
        <p:spPr>
          <a:xfrm>
            <a:off x="10818006" y="3957104"/>
            <a:ext cx="178870" cy="178870"/>
          </a:xfrm>
          <a:prstGeom prst="flowChartSummingJunction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FBB66E-30BF-835B-CCD5-193951418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56" y="755870"/>
            <a:ext cx="2502173" cy="18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763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95" grpId="0"/>
      <p:bldP spid="98" grpId="0"/>
      <p:bldP spid="38" grpId="0"/>
      <p:bldP spid="2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2"/>
          <p:cNvSpPr txBox="1">
            <a:spLocks/>
          </p:cNvSpPr>
          <p:nvPr/>
        </p:nvSpPr>
        <p:spPr>
          <a:xfrm>
            <a:off x="459665" y="69597"/>
            <a:ext cx="1088231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Visualizing Prolog Query Search VII</a:t>
            </a:r>
          </a:p>
        </p:txBody>
      </p:sp>
      <p:sp>
        <p:nvSpPr>
          <p:cNvPr id="7" name="Rectangle 6"/>
          <p:cNvSpPr/>
          <p:nvPr/>
        </p:nvSpPr>
        <p:spPr>
          <a:xfrm>
            <a:off x="4869861" y="5559087"/>
            <a:ext cx="2163895" cy="307777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grandMotherOf</a:t>
            </a:r>
            <a:r>
              <a:rPr lang="en-US" sz="1400" dirty="0">
                <a:latin typeface="Consolas" panose="020B0609020204030204" pitchFamily="49" charset="0"/>
              </a:rPr>
              <a:t>(X, GM)</a:t>
            </a:r>
            <a:endParaRPr lang="en-US" sz="1400" dirty="0"/>
          </a:p>
        </p:txBody>
      </p:sp>
      <p:sp>
        <p:nvSpPr>
          <p:cNvPr id="13" name="Rectangle 12"/>
          <p:cNvSpPr/>
          <p:nvPr/>
        </p:nvSpPr>
        <p:spPr>
          <a:xfrm>
            <a:off x="7381055" y="4524423"/>
            <a:ext cx="3251465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fatherOf</a:t>
            </a:r>
            <a:r>
              <a:rPr lang="en-US" sz="1400" dirty="0">
                <a:latin typeface="Consolas" panose="020B0609020204030204" pitchFamily="49" charset="0"/>
              </a:rPr>
              <a:t>(X, F), </a:t>
            </a:r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(F, GM)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920077" y="2406634"/>
            <a:ext cx="2153598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(jane, </a:t>
            </a:r>
            <a:r>
              <a:rPr lang="en-US" sz="1400" dirty="0" err="1">
                <a:latin typeface="Consolas" panose="020B0609020204030204" pitchFamily="49" charset="0"/>
              </a:rPr>
              <a:t>mary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774614" y="1935026"/>
            <a:ext cx="2159106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(dick, </a:t>
            </a:r>
            <a:r>
              <a:rPr lang="en-US" sz="1400" dirty="0" err="1">
                <a:latin typeface="Consolas" panose="020B0609020204030204" pitchFamily="49" charset="0"/>
              </a:rPr>
              <a:t>mary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584449" y="1466090"/>
            <a:ext cx="2159106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tom,judy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  <p:cxnSp>
        <p:nvCxnSpPr>
          <p:cNvPr id="53" name="Straight Connector 52"/>
          <p:cNvCxnSpPr>
            <a:endCxn id="50" idx="1"/>
          </p:cNvCxnSpPr>
          <p:nvPr/>
        </p:nvCxnSpPr>
        <p:spPr>
          <a:xfrm flipV="1">
            <a:off x="9774614" y="2560523"/>
            <a:ext cx="145463" cy="1963897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endCxn id="51" idx="1"/>
          </p:cNvCxnSpPr>
          <p:nvPr/>
        </p:nvCxnSpPr>
        <p:spPr>
          <a:xfrm flipV="1">
            <a:off x="9774614" y="2088915"/>
            <a:ext cx="0" cy="2459815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endCxn id="52" idx="1"/>
          </p:cNvCxnSpPr>
          <p:nvPr/>
        </p:nvCxnSpPr>
        <p:spPr>
          <a:xfrm flipH="1" flipV="1">
            <a:off x="9584449" y="1619979"/>
            <a:ext cx="190165" cy="2904441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6238610" y="1935029"/>
            <a:ext cx="2277225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fatherOf</a:t>
            </a:r>
            <a:r>
              <a:rPr lang="en-US" sz="1400" dirty="0">
                <a:latin typeface="Consolas" panose="020B0609020204030204" pitchFamily="49" charset="0"/>
              </a:rPr>
              <a:t>(dick, harry)</a:t>
            </a:r>
          </a:p>
        </p:txBody>
      </p:sp>
      <p:cxnSp>
        <p:nvCxnSpPr>
          <p:cNvPr id="60" name="Straight Connector 59"/>
          <p:cNvCxnSpPr>
            <a:endCxn id="57" idx="3"/>
          </p:cNvCxnSpPr>
          <p:nvPr/>
        </p:nvCxnSpPr>
        <p:spPr>
          <a:xfrm flipV="1">
            <a:off x="8134637" y="2088918"/>
            <a:ext cx="381198" cy="2435503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7" idx="0"/>
            <a:endCxn id="13" idx="2"/>
          </p:cNvCxnSpPr>
          <p:nvPr/>
        </p:nvCxnSpPr>
        <p:spPr>
          <a:xfrm flipV="1">
            <a:off x="5951809" y="4832200"/>
            <a:ext cx="3054979" cy="726887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5" name="Rectangle 94"/>
          <p:cNvSpPr/>
          <p:nvPr/>
        </p:nvSpPr>
        <p:spPr>
          <a:xfrm>
            <a:off x="7715215" y="5095635"/>
            <a:ext cx="818830" cy="523220"/>
          </a:xfrm>
          <a:prstGeom prst="rect">
            <a:avLst/>
          </a:prstGeom>
          <a:ln w="19050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X=   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GM= 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185804" y="3120675"/>
            <a:ext cx="914926" cy="523220"/>
          </a:xfrm>
          <a:prstGeom prst="rect">
            <a:avLst/>
          </a:prstGeom>
          <a:ln w="19050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X=dick,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F=harry    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145626" y="3120675"/>
            <a:ext cx="999702" cy="523220"/>
          </a:xfrm>
          <a:prstGeom prst="rect">
            <a:avLst/>
          </a:prstGeom>
          <a:ln w="19050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X=dick,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F=harry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45626" y="3583879"/>
            <a:ext cx="999702" cy="307777"/>
          </a:xfrm>
          <a:prstGeom prst="rect">
            <a:avLst/>
          </a:prstGeom>
          <a:ln w="19050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GM=?</a:t>
            </a:r>
          </a:p>
        </p:txBody>
      </p:sp>
      <p:sp>
        <p:nvSpPr>
          <p:cNvPr id="22" name="Flowchart: Summing Junction 21"/>
          <p:cNvSpPr/>
          <p:nvPr/>
        </p:nvSpPr>
        <p:spPr>
          <a:xfrm>
            <a:off x="10818006" y="3957104"/>
            <a:ext cx="178870" cy="178870"/>
          </a:xfrm>
          <a:prstGeom prst="flowChartSummingJunction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A17544-9A4D-3412-8607-417D71A0E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56" y="755870"/>
            <a:ext cx="2502173" cy="18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040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7" grpId="0" animBg="1"/>
      <p:bldP spid="98" grpId="0"/>
      <p:bldP spid="99" grpId="0"/>
      <p:bldP spid="21" grpId="0"/>
      <p:bldP spid="2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2"/>
          <p:cNvSpPr txBox="1">
            <a:spLocks/>
          </p:cNvSpPr>
          <p:nvPr/>
        </p:nvSpPr>
        <p:spPr>
          <a:xfrm>
            <a:off x="459665" y="69597"/>
            <a:ext cx="1088231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Visualizing Prolog Query Search VIII</a:t>
            </a:r>
          </a:p>
        </p:txBody>
      </p:sp>
      <p:sp>
        <p:nvSpPr>
          <p:cNvPr id="7" name="Rectangle 6"/>
          <p:cNvSpPr/>
          <p:nvPr/>
        </p:nvSpPr>
        <p:spPr>
          <a:xfrm>
            <a:off x="4869861" y="5559087"/>
            <a:ext cx="2163895" cy="307777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grandMotherOf</a:t>
            </a:r>
            <a:r>
              <a:rPr lang="en-US" sz="1400" dirty="0">
                <a:latin typeface="Consolas" panose="020B0609020204030204" pitchFamily="49" charset="0"/>
              </a:rPr>
              <a:t>(X, GM)</a:t>
            </a:r>
            <a:endParaRPr lang="en-US" sz="1400" dirty="0"/>
          </a:p>
        </p:txBody>
      </p:sp>
      <p:sp>
        <p:nvSpPr>
          <p:cNvPr id="13" name="Rectangle 12"/>
          <p:cNvSpPr/>
          <p:nvPr/>
        </p:nvSpPr>
        <p:spPr>
          <a:xfrm>
            <a:off x="7381055" y="4524423"/>
            <a:ext cx="3251465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fatherOf</a:t>
            </a:r>
            <a:r>
              <a:rPr lang="en-US" sz="1400" dirty="0">
                <a:latin typeface="Consolas" panose="020B0609020204030204" pitchFamily="49" charset="0"/>
              </a:rPr>
              <a:t>(X, F), </a:t>
            </a:r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(F, GM)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920077" y="2406634"/>
            <a:ext cx="2153598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(jane, </a:t>
            </a:r>
            <a:r>
              <a:rPr lang="en-US" sz="1400" dirty="0" err="1">
                <a:latin typeface="Consolas" panose="020B0609020204030204" pitchFamily="49" charset="0"/>
              </a:rPr>
              <a:t>mary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774614" y="1935026"/>
            <a:ext cx="2159106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(dick, </a:t>
            </a:r>
            <a:r>
              <a:rPr lang="en-US" sz="1400" dirty="0" err="1">
                <a:latin typeface="Consolas" panose="020B0609020204030204" pitchFamily="49" charset="0"/>
              </a:rPr>
              <a:t>mary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584449" y="1466090"/>
            <a:ext cx="2159106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motherOf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tom,judy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  <p:cxnSp>
        <p:nvCxnSpPr>
          <p:cNvPr id="53" name="Straight Connector 52"/>
          <p:cNvCxnSpPr>
            <a:endCxn id="50" idx="1"/>
          </p:cNvCxnSpPr>
          <p:nvPr/>
        </p:nvCxnSpPr>
        <p:spPr>
          <a:xfrm flipV="1">
            <a:off x="9774614" y="2560523"/>
            <a:ext cx="145463" cy="1963897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endCxn id="51" idx="1"/>
          </p:cNvCxnSpPr>
          <p:nvPr/>
        </p:nvCxnSpPr>
        <p:spPr>
          <a:xfrm flipV="1">
            <a:off x="9774614" y="2088915"/>
            <a:ext cx="0" cy="2459815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endCxn id="52" idx="1"/>
          </p:cNvCxnSpPr>
          <p:nvPr/>
        </p:nvCxnSpPr>
        <p:spPr>
          <a:xfrm flipH="1" flipV="1">
            <a:off x="9584449" y="1619979"/>
            <a:ext cx="190165" cy="2904441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7" idx="0"/>
            <a:endCxn id="13" idx="2"/>
          </p:cNvCxnSpPr>
          <p:nvPr/>
        </p:nvCxnSpPr>
        <p:spPr>
          <a:xfrm flipV="1">
            <a:off x="5951809" y="4832200"/>
            <a:ext cx="3054979" cy="726887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5" name="Rectangle 94"/>
          <p:cNvSpPr/>
          <p:nvPr/>
        </p:nvSpPr>
        <p:spPr>
          <a:xfrm>
            <a:off x="7715215" y="5095635"/>
            <a:ext cx="818830" cy="523220"/>
          </a:xfrm>
          <a:prstGeom prst="rect">
            <a:avLst/>
          </a:prstGeom>
          <a:ln w="19050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X=   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GM= 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180053" y="3120675"/>
            <a:ext cx="914926" cy="523220"/>
          </a:xfrm>
          <a:prstGeom prst="rect">
            <a:avLst/>
          </a:prstGeom>
          <a:ln w="19050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X=jane,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F=harry    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145626" y="3120675"/>
            <a:ext cx="999702" cy="523220"/>
          </a:xfrm>
          <a:prstGeom prst="rect">
            <a:avLst/>
          </a:prstGeom>
          <a:ln w="19050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X=jane,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F=harry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45626" y="3583879"/>
            <a:ext cx="999702" cy="307777"/>
          </a:xfrm>
          <a:prstGeom prst="rect">
            <a:avLst/>
          </a:prstGeom>
          <a:ln w="19050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GM=?</a:t>
            </a:r>
          </a:p>
        </p:txBody>
      </p:sp>
      <p:sp>
        <p:nvSpPr>
          <p:cNvPr id="22" name="Flowchart: Summing Junction 21"/>
          <p:cNvSpPr/>
          <p:nvPr/>
        </p:nvSpPr>
        <p:spPr>
          <a:xfrm>
            <a:off x="5862373" y="5106208"/>
            <a:ext cx="178870" cy="178870"/>
          </a:xfrm>
          <a:prstGeom prst="flowChartSummingJunction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6496441" y="1466093"/>
            <a:ext cx="2159106" cy="307777"/>
          </a:xfrm>
          <a:prstGeom prst="rect">
            <a:avLst/>
          </a:prstGeom>
          <a:ln w="19050"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fatherOf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jane,harry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  <p:cxnSp>
        <p:nvCxnSpPr>
          <p:cNvPr id="20" name="Straight Connector 19"/>
          <p:cNvCxnSpPr>
            <a:endCxn id="19" idx="3"/>
          </p:cNvCxnSpPr>
          <p:nvPr/>
        </p:nvCxnSpPr>
        <p:spPr>
          <a:xfrm flipV="1">
            <a:off x="8126602" y="1619982"/>
            <a:ext cx="528945" cy="290443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0BB64C14-22A1-3566-6D6F-EE7BBC3A9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56" y="755870"/>
            <a:ext cx="2502173" cy="18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797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95" grpId="0"/>
      <p:bldP spid="95" grpId="1"/>
      <p:bldP spid="98" grpId="0"/>
      <p:bldP spid="98" grpId="1"/>
      <p:bldP spid="99" grpId="0"/>
      <p:bldP spid="99" grpId="1"/>
      <p:bldP spid="21" grpId="0"/>
      <p:bldP spid="21" grpId="1"/>
      <p:bldP spid="22" grpId="0" animBg="1"/>
      <p:bldP spid="19" grpId="0" animBg="1"/>
      <p:bldP spid="19" grpId="1" animBg="1"/>
    </p:bldLst>
  </p:timing>
</p:sld>
</file>

<file path=ppt/theme/theme1.xml><?xml version="1.0" encoding="utf-8"?>
<a:theme xmlns:a="http://schemas.openxmlformats.org/drawingml/2006/main" name="Cloud skipper design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oud skipper design slides.potx" id="{E8493412-85DD-4641-9E8A-937B29FD6AA2}" vid="{77E91E09-5010-404D-ADF4-B79FA46D72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EDD01B8-816B-49B7-8C81-03AB51D87C54}">
  <ds:schemaRefs>
    <ds:schemaRef ds:uri="http://purl.org/dc/terms/"/>
    <ds:schemaRef ds:uri="http://purl.org/dc/dcmitype/"/>
    <ds:schemaRef ds:uri="40262f94-9f35-4ac3-9a90-690165a166b7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a4f35948-e619-41b3-aa29-22878b09cfd2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B024FD56-CE1B-42FC-9E83-BFBF160724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53D857-4181-4777-8893-6E45A690F9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Cloud skipper design slides</Template>
  <TotalTime>19560</TotalTime>
  <Words>5868</Words>
  <Application>Microsoft Office PowerPoint</Application>
  <PresentationFormat>Widescreen</PresentationFormat>
  <Paragraphs>786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1" baseType="lpstr">
      <vt:lpstr>Arial</vt:lpstr>
      <vt:lpstr>Calibri</vt:lpstr>
      <vt:lpstr>Cambria</vt:lpstr>
      <vt:lpstr>Cambria Math</vt:lpstr>
      <vt:lpstr>Consolas</vt:lpstr>
      <vt:lpstr>Courier</vt:lpstr>
      <vt:lpstr>Times New Roman</vt:lpstr>
      <vt:lpstr>Wingdings</vt:lpstr>
      <vt:lpstr>Cloud skipper design template</vt:lpstr>
      <vt:lpstr>First-Order Logic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Unification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Inference in First-Order Logic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Inference in Prolog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Chris Alvin</dc:creator>
  <cp:lastModifiedBy>Chris Alvin</cp:lastModifiedBy>
  <cp:revision>768</cp:revision>
  <cp:lastPrinted>2025-11-12T15:43:17Z</cp:lastPrinted>
  <dcterms:created xsi:type="dcterms:W3CDTF">2018-04-18T20:21:45Z</dcterms:created>
  <dcterms:modified xsi:type="dcterms:W3CDTF">2025-12-16T13:40:01Z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74062900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