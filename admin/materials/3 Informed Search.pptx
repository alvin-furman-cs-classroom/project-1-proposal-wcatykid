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9"/>
  </p:notesMasterIdLst>
  <p:handoutMasterIdLst>
    <p:handoutMasterId r:id="rId30"/>
  </p:handoutMasterIdLst>
  <p:sldIdLst>
    <p:sldId id="265" r:id="rId5"/>
    <p:sldId id="452" r:id="rId6"/>
    <p:sldId id="491" r:id="rId7"/>
    <p:sldId id="410" r:id="rId8"/>
    <p:sldId id="389" r:id="rId9"/>
    <p:sldId id="413" r:id="rId10"/>
    <p:sldId id="492" r:id="rId11"/>
    <p:sldId id="414" r:id="rId12"/>
    <p:sldId id="505" r:id="rId13"/>
    <p:sldId id="501" r:id="rId14"/>
    <p:sldId id="503" r:id="rId15"/>
    <p:sldId id="269" r:id="rId16"/>
    <p:sldId id="272" r:id="rId17"/>
    <p:sldId id="493" r:id="rId18"/>
    <p:sldId id="393" r:id="rId19"/>
    <p:sldId id="494" r:id="rId20"/>
    <p:sldId id="504" r:id="rId21"/>
    <p:sldId id="375" r:id="rId22"/>
    <p:sldId id="495" r:id="rId23"/>
    <p:sldId id="496" r:id="rId24"/>
    <p:sldId id="497" r:id="rId25"/>
    <p:sldId id="498" r:id="rId26"/>
    <p:sldId id="499" r:id="rId27"/>
    <p:sldId id="50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6BA"/>
    <a:srgbClr val="EBA9E6"/>
    <a:srgbClr val="D15FC1"/>
    <a:srgbClr val="5ACAD6"/>
    <a:srgbClr val="008000"/>
    <a:srgbClr val="FF99FF"/>
    <a:srgbClr val="65B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52504D-D22C-4C38-BE35-15885E54FE90}" v="625" dt="2025-10-07T17:52:26.036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7" autoAdjust="0"/>
    <p:restoredTop sz="94660"/>
  </p:normalViewPr>
  <p:slideViewPr>
    <p:cSldViewPr snapToGrid="0" showGuides="1">
      <p:cViewPr varScale="1">
        <p:scale>
          <a:sx n="122" d="100"/>
          <a:sy n="122" d="100"/>
        </p:scale>
        <p:origin x="132" y="77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4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Alvin" userId="1477fe7d-12c1-4dcd-b708-f1331679ff1c" providerId="ADAL" clId="{977EEFC1-1CBA-418C-B7A6-63C2CC8884F1}"/>
    <pc:docChg chg="undo redo custSel addSld delSld modSld sldOrd">
      <pc:chgData name="Chris Alvin" userId="1477fe7d-12c1-4dcd-b708-f1331679ff1c" providerId="ADAL" clId="{977EEFC1-1CBA-418C-B7A6-63C2CC8884F1}" dt="2025-10-07T17:52:26.036" v="1103"/>
      <pc:docMkLst>
        <pc:docMk/>
      </pc:docMkLst>
      <pc:sldChg chg="modSp mod ord modAnim">
        <pc:chgData name="Chris Alvin" userId="1477fe7d-12c1-4dcd-b708-f1331679ff1c" providerId="ADAL" clId="{977EEFC1-1CBA-418C-B7A6-63C2CC8884F1}" dt="2025-10-07T16:45:30.548" v="1009"/>
        <pc:sldMkLst>
          <pc:docMk/>
          <pc:sldMk cId="2188563606" sldId="269"/>
        </pc:sldMkLst>
        <pc:spChg chg="mod">
          <ac:chgData name="Chris Alvin" userId="1477fe7d-12c1-4dcd-b708-f1331679ff1c" providerId="ADAL" clId="{977EEFC1-1CBA-418C-B7A6-63C2CC8884F1}" dt="2025-10-07T11:25:20.992" v="343" actId="1076"/>
          <ac:spMkLst>
            <pc:docMk/>
            <pc:sldMk cId="2188563606" sldId="269"/>
            <ac:spMk id="8" creationId="{5289B05C-1799-EA1A-1FAD-3731D9E26D09}"/>
          </ac:spMkLst>
        </pc:spChg>
        <pc:spChg chg="mod">
          <ac:chgData name="Chris Alvin" userId="1477fe7d-12c1-4dcd-b708-f1331679ff1c" providerId="ADAL" clId="{977EEFC1-1CBA-418C-B7A6-63C2CC8884F1}" dt="2025-10-06T16:37:55.918" v="266" actId="207"/>
          <ac:spMkLst>
            <pc:docMk/>
            <pc:sldMk cId="2188563606" sldId="269"/>
            <ac:spMk id="12" creationId="{A77F0B9D-AFDB-7411-20AC-0237DAEA4693}"/>
          </ac:spMkLst>
        </pc:spChg>
        <pc:spChg chg="mod">
          <ac:chgData name="Chris Alvin" userId="1477fe7d-12c1-4dcd-b708-f1331679ff1c" providerId="ADAL" clId="{977EEFC1-1CBA-418C-B7A6-63C2CC8884F1}" dt="2025-10-06T16:38:09.878" v="268" actId="207"/>
          <ac:spMkLst>
            <pc:docMk/>
            <pc:sldMk cId="2188563606" sldId="269"/>
            <ac:spMk id="13" creationId="{F5053651-3664-8446-EEB6-0451BEDD2EF8}"/>
          </ac:spMkLst>
        </pc:spChg>
      </pc:sldChg>
      <pc:sldChg chg="modSp mod modAnim">
        <pc:chgData name="Chris Alvin" userId="1477fe7d-12c1-4dcd-b708-f1331679ff1c" providerId="ADAL" clId="{977EEFC1-1CBA-418C-B7A6-63C2CC8884F1}" dt="2025-10-06T16:52:05.653" v="324" actId="1076"/>
        <pc:sldMkLst>
          <pc:docMk/>
          <pc:sldMk cId="0" sldId="272"/>
        </pc:sldMkLst>
        <pc:spChg chg="mod">
          <ac:chgData name="Chris Alvin" userId="1477fe7d-12c1-4dcd-b708-f1331679ff1c" providerId="ADAL" clId="{977EEFC1-1CBA-418C-B7A6-63C2CC8884F1}" dt="2025-10-06T16:52:05.653" v="324" actId="1076"/>
          <ac:spMkLst>
            <pc:docMk/>
            <pc:sldMk cId="0" sldId="272"/>
            <ac:spMk id="46" creationId="{FF7F3FC8-2044-85D8-9E02-A55C5F8DFEDC}"/>
          </ac:spMkLst>
        </pc:spChg>
        <pc:spChg chg="mod">
          <ac:chgData name="Chris Alvin" userId="1477fe7d-12c1-4dcd-b708-f1331679ff1c" providerId="ADAL" clId="{977EEFC1-1CBA-418C-B7A6-63C2CC8884F1}" dt="2025-10-06T16:51:04.230" v="323" actId="20577"/>
          <ac:spMkLst>
            <pc:docMk/>
            <pc:sldMk cId="0" sldId="272"/>
            <ac:spMk id="47" creationId="{56F8249F-F077-17A0-3501-F8DF45C129F3}"/>
          </ac:spMkLst>
        </pc:spChg>
      </pc:sldChg>
      <pc:sldChg chg="addSp modSp mod modAnim">
        <pc:chgData name="Chris Alvin" userId="1477fe7d-12c1-4dcd-b708-f1331679ff1c" providerId="ADAL" clId="{977EEFC1-1CBA-418C-B7A6-63C2CC8884F1}" dt="2025-10-07T16:49:39.630" v="1025" actId="14861"/>
        <pc:sldMkLst>
          <pc:docMk/>
          <pc:sldMk cId="3785297983" sldId="375"/>
        </pc:sldMkLst>
        <pc:spChg chg="add mod">
          <ac:chgData name="Chris Alvin" userId="1477fe7d-12c1-4dcd-b708-f1331679ff1c" providerId="ADAL" clId="{977EEFC1-1CBA-418C-B7A6-63C2CC8884F1}" dt="2025-10-07T16:49:39.630" v="1025" actId="14861"/>
          <ac:spMkLst>
            <pc:docMk/>
            <pc:sldMk cId="3785297983" sldId="375"/>
            <ac:spMk id="2" creationId="{11F86900-E8CD-DE43-B605-3BD952C904A4}"/>
          </ac:spMkLst>
        </pc:spChg>
        <pc:spChg chg="add mod">
          <ac:chgData name="Chris Alvin" userId="1477fe7d-12c1-4dcd-b708-f1331679ff1c" providerId="ADAL" clId="{977EEFC1-1CBA-418C-B7A6-63C2CC8884F1}" dt="2025-10-07T16:49:39.630" v="1025" actId="14861"/>
          <ac:spMkLst>
            <pc:docMk/>
            <pc:sldMk cId="3785297983" sldId="375"/>
            <ac:spMk id="3" creationId="{C7489723-C989-87DA-2B06-2839A12F0A99}"/>
          </ac:spMkLst>
        </pc:spChg>
        <pc:spChg chg="add mod">
          <ac:chgData name="Chris Alvin" userId="1477fe7d-12c1-4dcd-b708-f1331679ff1c" providerId="ADAL" clId="{977EEFC1-1CBA-418C-B7A6-63C2CC8884F1}" dt="2025-10-07T16:49:39.630" v="1025" actId="14861"/>
          <ac:spMkLst>
            <pc:docMk/>
            <pc:sldMk cId="3785297983" sldId="375"/>
            <ac:spMk id="4" creationId="{7C246922-AFB6-EFB3-CDF4-0A01F0408612}"/>
          </ac:spMkLst>
        </pc:spChg>
        <pc:spChg chg="add mod">
          <ac:chgData name="Chris Alvin" userId="1477fe7d-12c1-4dcd-b708-f1331679ff1c" providerId="ADAL" clId="{977EEFC1-1CBA-418C-B7A6-63C2CC8884F1}" dt="2025-10-07T16:49:39.630" v="1025" actId="14861"/>
          <ac:spMkLst>
            <pc:docMk/>
            <pc:sldMk cId="3785297983" sldId="375"/>
            <ac:spMk id="5" creationId="{66B974C0-F235-9E82-9085-18FFCBF73B93}"/>
          </ac:spMkLst>
        </pc:spChg>
        <pc:spChg chg="add mod">
          <ac:chgData name="Chris Alvin" userId="1477fe7d-12c1-4dcd-b708-f1331679ff1c" providerId="ADAL" clId="{977EEFC1-1CBA-418C-B7A6-63C2CC8884F1}" dt="2025-10-07T16:49:39.630" v="1025" actId="14861"/>
          <ac:spMkLst>
            <pc:docMk/>
            <pc:sldMk cId="3785297983" sldId="375"/>
            <ac:spMk id="6" creationId="{B8FA5B1D-8229-F759-73AF-EAEC7EB6B1FC}"/>
          </ac:spMkLst>
        </pc:spChg>
        <pc:spChg chg="add mod">
          <ac:chgData name="Chris Alvin" userId="1477fe7d-12c1-4dcd-b708-f1331679ff1c" providerId="ADAL" clId="{977EEFC1-1CBA-418C-B7A6-63C2CC8884F1}" dt="2025-10-07T16:49:39.630" v="1025" actId="14861"/>
          <ac:spMkLst>
            <pc:docMk/>
            <pc:sldMk cId="3785297983" sldId="375"/>
            <ac:spMk id="7" creationId="{2070E1AD-E737-1973-3072-DE5570AF2559}"/>
          </ac:spMkLst>
        </pc:spChg>
      </pc:sldChg>
      <pc:sldChg chg="modSp modAnim">
        <pc:chgData name="Chris Alvin" userId="1477fe7d-12c1-4dcd-b708-f1331679ff1c" providerId="ADAL" clId="{977EEFC1-1CBA-418C-B7A6-63C2CC8884F1}" dt="2025-10-07T11:49:23.999" v="587"/>
        <pc:sldMkLst>
          <pc:docMk/>
          <pc:sldMk cId="2929010396" sldId="393"/>
        </pc:sldMkLst>
        <pc:spChg chg="mod">
          <ac:chgData name="Chris Alvin" userId="1477fe7d-12c1-4dcd-b708-f1331679ff1c" providerId="ADAL" clId="{977EEFC1-1CBA-418C-B7A6-63C2CC8884F1}" dt="2025-10-07T11:43:13.078" v="502" actId="122"/>
          <ac:spMkLst>
            <pc:docMk/>
            <pc:sldMk cId="2929010396" sldId="393"/>
            <ac:spMk id="9" creationId="{827A6AC3-B2C1-B982-6319-151FF6C43350}"/>
          </ac:spMkLst>
        </pc:spChg>
        <pc:spChg chg="mod">
          <ac:chgData name="Chris Alvin" userId="1477fe7d-12c1-4dcd-b708-f1331679ff1c" providerId="ADAL" clId="{977EEFC1-1CBA-418C-B7A6-63C2CC8884F1}" dt="2025-10-07T11:30:30.811" v="349" actId="20577"/>
          <ac:spMkLst>
            <pc:docMk/>
            <pc:sldMk cId="2929010396" sldId="393"/>
            <ac:spMk id="29700" creationId="{00000000-0000-0000-0000-000000000000}"/>
          </ac:spMkLst>
        </pc:spChg>
        <pc:spChg chg="mod">
          <ac:chgData name="Chris Alvin" userId="1477fe7d-12c1-4dcd-b708-f1331679ff1c" providerId="ADAL" clId="{977EEFC1-1CBA-418C-B7A6-63C2CC8884F1}" dt="2025-10-07T11:42:32.382" v="462" actId="1076"/>
          <ac:spMkLst>
            <pc:docMk/>
            <pc:sldMk cId="2929010396" sldId="393"/>
            <ac:spMk id="29711" creationId="{00000000-0000-0000-0000-000000000000}"/>
          </ac:spMkLst>
        </pc:spChg>
      </pc:sldChg>
      <pc:sldChg chg="modAnim">
        <pc:chgData name="Chris Alvin" userId="1477fe7d-12c1-4dcd-b708-f1331679ff1c" providerId="ADAL" clId="{977EEFC1-1CBA-418C-B7A6-63C2CC8884F1}" dt="2025-10-06T16:17:07.387" v="8"/>
        <pc:sldMkLst>
          <pc:docMk/>
          <pc:sldMk cId="2795344829" sldId="410"/>
        </pc:sldMkLst>
      </pc:sldChg>
      <pc:sldChg chg="addSp delSp modSp mod delAnim modAnim">
        <pc:chgData name="Chris Alvin" userId="1477fe7d-12c1-4dcd-b708-f1331679ff1c" providerId="ADAL" clId="{977EEFC1-1CBA-418C-B7A6-63C2CC8884F1}" dt="2025-10-06T16:28:44.333" v="207" actId="1076"/>
        <pc:sldMkLst>
          <pc:docMk/>
          <pc:sldMk cId="91947440" sldId="413"/>
        </pc:sldMkLst>
        <pc:spChg chg="add mod">
          <ac:chgData name="Chris Alvin" userId="1477fe7d-12c1-4dcd-b708-f1331679ff1c" providerId="ADAL" clId="{977EEFC1-1CBA-418C-B7A6-63C2CC8884F1}" dt="2025-10-06T16:21:49.263" v="21" actId="14100"/>
          <ac:spMkLst>
            <pc:docMk/>
            <pc:sldMk cId="91947440" sldId="413"/>
            <ac:spMk id="2" creationId="{419AE519-74F5-E61C-A4AB-B1CD23BD65ED}"/>
          </ac:spMkLst>
        </pc:spChg>
        <pc:spChg chg="mod">
          <ac:chgData name="Chris Alvin" userId="1477fe7d-12c1-4dcd-b708-f1331679ff1c" providerId="ADAL" clId="{977EEFC1-1CBA-418C-B7A6-63C2CC8884F1}" dt="2025-10-06T16:21:57.163" v="22" actId="571"/>
          <ac:spMkLst>
            <pc:docMk/>
            <pc:sldMk cId="91947440" sldId="413"/>
            <ac:spMk id="6" creationId="{AB2654CD-FF74-25BC-E607-40475455DDDB}"/>
          </ac:spMkLst>
        </pc:spChg>
        <pc:spChg chg="del mod">
          <ac:chgData name="Chris Alvin" userId="1477fe7d-12c1-4dcd-b708-f1331679ff1c" providerId="ADAL" clId="{977EEFC1-1CBA-418C-B7A6-63C2CC8884F1}" dt="2025-10-06T16:22:15.193" v="25" actId="478"/>
          <ac:spMkLst>
            <pc:docMk/>
            <pc:sldMk cId="91947440" sldId="413"/>
            <ac:spMk id="10" creationId="{84468DA6-CA6B-E894-7508-95DD714DEC26}"/>
          </ac:spMkLst>
        </pc:spChg>
        <pc:spChg chg="del mod">
          <ac:chgData name="Chris Alvin" userId="1477fe7d-12c1-4dcd-b708-f1331679ff1c" providerId="ADAL" clId="{977EEFC1-1CBA-418C-B7A6-63C2CC8884F1}" dt="2025-10-06T16:22:13.083" v="24" actId="478"/>
          <ac:spMkLst>
            <pc:docMk/>
            <pc:sldMk cId="91947440" sldId="413"/>
            <ac:spMk id="11" creationId="{70E76380-46AE-70D7-C08F-DB9345F84800}"/>
          </ac:spMkLst>
        </pc:spChg>
        <pc:spChg chg="mod">
          <ac:chgData name="Chris Alvin" userId="1477fe7d-12c1-4dcd-b708-f1331679ff1c" providerId="ADAL" clId="{977EEFC1-1CBA-418C-B7A6-63C2CC8884F1}" dt="2025-10-06T16:21:57.163" v="22" actId="571"/>
          <ac:spMkLst>
            <pc:docMk/>
            <pc:sldMk cId="91947440" sldId="413"/>
            <ac:spMk id="13" creationId="{D09CFB32-180D-3E44-053A-34945D7FE64C}"/>
          </ac:spMkLst>
        </pc:spChg>
        <pc:spChg chg="mod">
          <ac:chgData name="Chris Alvin" userId="1477fe7d-12c1-4dcd-b708-f1331679ff1c" providerId="ADAL" clId="{977EEFC1-1CBA-418C-B7A6-63C2CC8884F1}" dt="2025-10-06T16:21:57.163" v="22" actId="571"/>
          <ac:spMkLst>
            <pc:docMk/>
            <pc:sldMk cId="91947440" sldId="413"/>
            <ac:spMk id="16" creationId="{97F09842-9DDF-20CE-F5FC-F546EA2E4BE8}"/>
          </ac:spMkLst>
        </pc:spChg>
        <pc:spChg chg="mod">
          <ac:chgData name="Chris Alvin" userId="1477fe7d-12c1-4dcd-b708-f1331679ff1c" providerId="ADAL" clId="{977EEFC1-1CBA-418C-B7A6-63C2CC8884F1}" dt="2025-10-06T16:21:57.163" v="22" actId="571"/>
          <ac:spMkLst>
            <pc:docMk/>
            <pc:sldMk cId="91947440" sldId="413"/>
            <ac:spMk id="18" creationId="{C9367E96-593B-1FC7-1D8B-2C56E7766CF6}"/>
          </ac:spMkLst>
        </pc:spChg>
        <pc:spChg chg="mod">
          <ac:chgData name="Chris Alvin" userId="1477fe7d-12c1-4dcd-b708-f1331679ff1c" providerId="ADAL" clId="{977EEFC1-1CBA-418C-B7A6-63C2CC8884F1}" dt="2025-10-06T16:21:57.163" v="22" actId="571"/>
          <ac:spMkLst>
            <pc:docMk/>
            <pc:sldMk cId="91947440" sldId="413"/>
            <ac:spMk id="19" creationId="{F00CCDF3-03A7-123D-0233-3B0D9044B184}"/>
          </ac:spMkLst>
        </pc:spChg>
        <pc:spChg chg="add mod">
          <ac:chgData name="Chris Alvin" userId="1477fe7d-12c1-4dcd-b708-f1331679ff1c" providerId="ADAL" clId="{977EEFC1-1CBA-418C-B7A6-63C2CC8884F1}" dt="2025-10-06T16:22:30.542" v="27" actId="571"/>
          <ac:spMkLst>
            <pc:docMk/>
            <pc:sldMk cId="91947440" sldId="413"/>
            <ac:spMk id="21" creationId="{9F4814D6-88E7-A899-C7B0-8BA35AC860A3}"/>
          </ac:spMkLst>
        </pc:spChg>
        <pc:spChg chg="del mod">
          <ac:chgData name="Chris Alvin" userId="1477fe7d-12c1-4dcd-b708-f1331679ff1c" providerId="ADAL" clId="{977EEFC1-1CBA-418C-B7A6-63C2CC8884F1}" dt="2025-10-06T16:23:02.343" v="35" actId="478"/>
          <ac:spMkLst>
            <pc:docMk/>
            <pc:sldMk cId="91947440" sldId="413"/>
            <ac:spMk id="24" creationId="{30FD5165-3FF1-892A-080D-9ADC31D0E30E}"/>
          </ac:spMkLst>
        </pc:spChg>
        <pc:spChg chg="mod">
          <ac:chgData name="Chris Alvin" userId="1477fe7d-12c1-4dcd-b708-f1331679ff1c" providerId="ADAL" clId="{977EEFC1-1CBA-418C-B7A6-63C2CC8884F1}" dt="2025-10-06T16:28:30.373" v="206" actId="571"/>
          <ac:spMkLst>
            <pc:docMk/>
            <pc:sldMk cId="91947440" sldId="413"/>
            <ac:spMk id="25" creationId="{96FFC1AF-8BD1-4368-088C-E3D6D1A88C73}"/>
          </ac:spMkLst>
        </pc:spChg>
        <pc:spChg chg="mod">
          <ac:chgData name="Chris Alvin" userId="1477fe7d-12c1-4dcd-b708-f1331679ff1c" providerId="ADAL" clId="{977EEFC1-1CBA-418C-B7A6-63C2CC8884F1}" dt="2025-10-06T16:28:30.373" v="206" actId="571"/>
          <ac:spMkLst>
            <pc:docMk/>
            <pc:sldMk cId="91947440" sldId="413"/>
            <ac:spMk id="27" creationId="{ECB8936F-6044-7762-541C-252AEE2E432D}"/>
          </ac:spMkLst>
        </pc:spChg>
        <pc:spChg chg="mod">
          <ac:chgData name="Chris Alvin" userId="1477fe7d-12c1-4dcd-b708-f1331679ff1c" providerId="ADAL" clId="{977EEFC1-1CBA-418C-B7A6-63C2CC8884F1}" dt="2025-10-06T16:28:30.373" v="206" actId="571"/>
          <ac:spMkLst>
            <pc:docMk/>
            <pc:sldMk cId="91947440" sldId="413"/>
            <ac:spMk id="28" creationId="{829A7077-652D-6951-EEA6-2809365A1821}"/>
          </ac:spMkLst>
        </pc:spChg>
        <pc:spChg chg="mod">
          <ac:chgData name="Chris Alvin" userId="1477fe7d-12c1-4dcd-b708-f1331679ff1c" providerId="ADAL" clId="{977EEFC1-1CBA-418C-B7A6-63C2CC8884F1}" dt="2025-10-06T16:28:30.373" v="206" actId="571"/>
          <ac:spMkLst>
            <pc:docMk/>
            <pc:sldMk cId="91947440" sldId="413"/>
            <ac:spMk id="29" creationId="{F69698F3-FFF2-DB2F-BAB9-D4CCBE84255C}"/>
          </ac:spMkLst>
        </pc:spChg>
        <pc:spChg chg="add mod">
          <ac:chgData name="Chris Alvin" userId="1477fe7d-12c1-4dcd-b708-f1331679ff1c" providerId="ADAL" clId="{977EEFC1-1CBA-418C-B7A6-63C2CC8884F1}" dt="2025-10-06T16:22:54.008" v="33" actId="571"/>
          <ac:spMkLst>
            <pc:docMk/>
            <pc:sldMk cId="91947440" sldId="413"/>
            <ac:spMk id="30" creationId="{3AD2E96B-EE46-D7DA-17EE-7358331EC1CD}"/>
          </ac:spMkLst>
        </pc:spChg>
        <pc:spChg chg="mod">
          <ac:chgData name="Chris Alvin" userId="1477fe7d-12c1-4dcd-b708-f1331679ff1c" providerId="ADAL" clId="{977EEFC1-1CBA-418C-B7A6-63C2CC8884F1}" dt="2025-10-06T16:22:58.412" v="34" actId="571"/>
          <ac:spMkLst>
            <pc:docMk/>
            <pc:sldMk cId="91947440" sldId="413"/>
            <ac:spMk id="33" creationId="{4B965CA6-F9F8-156B-6C9C-8EFC45F21B90}"/>
          </ac:spMkLst>
        </pc:spChg>
        <pc:spChg chg="mod">
          <ac:chgData name="Chris Alvin" userId="1477fe7d-12c1-4dcd-b708-f1331679ff1c" providerId="ADAL" clId="{977EEFC1-1CBA-418C-B7A6-63C2CC8884F1}" dt="2025-10-06T16:22:58.412" v="34" actId="571"/>
          <ac:spMkLst>
            <pc:docMk/>
            <pc:sldMk cId="91947440" sldId="413"/>
            <ac:spMk id="34" creationId="{E3C2496A-7FF2-52A7-B4F0-72DF53EC4A58}"/>
          </ac:spMkLst>
        </pc:spChg>
        <pc:spChg chg="mod">
          <ac:chgData name="Chris Alvin" userId="1477fe7d-12c1-4dcd-b708-f1331679ff1c" providerId="ADAL" clId="{977EEFC1-1CBA-418C-B7A6-63C2CC8884F1}" dt="2025-10-06T16:22:58.412" v="34" actId="571"/>
          <ac:spMkLst>
            <pc:docMk/>
            <pc:sldMk cId="91947440" sldId="413"/>
            <ac:spMk id="35" creationId="{1211FBEF-A433-A728-C232-378ABF25414E}"/>
          </ac:spMkLst>
        </pc:spChg>
        <pc:spChg chg="mod">
          <ac:chgData name="Chris Alvin" userId="1477fe7d-12c1-4dcd-b708-f1331679ff1c" providerId="ADAL" clId="{977EEFC1-1CBA-418C-B7A6-63C2CC8884F1}" dt="2025-10-06T16:22:58.412" v="34" actId="571"/>
          <ac:spMkLst>
            <pc:docMk/>
            <pc:sldMk cId="91947440" sldId="413"/>
            <ac:spMk id="36" creationId="{4F6820A4-E2DD-818F-8F84-580D4B0E01F1}"/>
          </ac:spMkLst>
        </pc:spChg>
        <pc:spChg chg="mod">
          <ac:chgData name="Chris Alvin" userId="1477fe7d-12c1-4dcd-b708-f1331679ff1c" providerId="ADAL" clId="{977EEFC1-1CBA-418C-B7A6-63C2CC8884F1}" dt="2025-10-06T16:22:58.412" v="34" actId="571"/>
          <ac:spMkLst>
            <pc:docMk/>
            <pc:sldMk cId="91947440" sldId="413"/>
            <ac:spMk id="41" creationId="{E4FB4C0F-8214-C90A-109A-F6AA196A6BF6}"/>
          </ac:spMkLst>
        </pc:spChg>
        <pc:spChg chg="add mod">
          <ac:chgData name="Chris Alvin" userId="1477fe7d-12c1-4dcd-b708-f1331679ff1c" providerId="ADAL" clId="{977EEFC1-1CBA-418C-B7A6-63C2CC8884F1}" dt="2025-10-06T16:23:10.193" v="36" actId="571"/>
          <ac:spMkLst>
            <pc:docMk/>
            <pc:sldMk cId="91947440" sldId="413"/>
            <ac:spMk id="47" creationId="{F74E3339-2C6B-D4CC-2976-33AB4D00AC72}"/>
          </ac:spMkLst>
        </pc:spChg>
        <pc:spChg chg="add mod">
          <ac:chgData name="Chris Alvin" userId="1477fe7d-12c1-4dcd-b708-f1331679ff1c" providerId="ADAL" clId="{977EEFC1-1CBA-418C-B7A6-63C2CC8884F1}" dt="2025-10-06T16:24:06.821" v="55" actId="1076"/>
          <ac:spMkLst>
            <pc:docMk/>
            <pc:sldMk cId="91947440" sldId="413"/>
            <ac:spMk id="48" creationId="{449B3652-B3F4-573F-B87A-43CD63F91C63}"/>
          </ac:spMkLst>
        </pc:spChg>
        <pc:spChg chg="add mod">
          <ac:chgData name="Chris Alvin" userId="1477fe7d-12c1-4dcd-b708-f1331679ff1c" providerId="ADAL" clId="{977EEFC1-1CBA-418C-B7A6-63C2CC8884F1}" dt="2025-10-06T16:24:06.821" v="55" actId="1076"/>
          <ac:spMkLst>
            <pc:docMk/>
            <pc:sldMk cId="91947440" sldId="413"/>
            <ac:spMk id="49" creationId="{C7431F79-D687-BD96-9240-239E5559B7B3}"/>
          </ac:spMkLst>
        </pc:spChg>
        <pc:spChg chg="add mod">
          <ac:chgData name="Chris Alvin" userId="1477fe7d-12c1-4dcd-b708-f1331679ff1c" providerId="ADAL" clId="{977EEFC1-1CBA-418C-B7A6-63C2CC8884F1}" dt="2025-10-06T16:23:56.883" v="52" actId="1076"/>
          <ac:spMkLst>
            <pc:docMk/>
            <pc:sldMk cId="91947440" sldId="413"/>
            <ac:spMk id="51" creationId="{6D19F875-0B20-C1A0-54CF-2FDFE9CF4290}"/>
          </ac:spMkLst>
        </pc:spChg>
        <pc:spChg chg="add mod">
          <ac:chgData name="Chris Alvin" userId="1477fe7d-12c1-4dcd-b708-f1331679ff1c" providerId="ADAL" clId="{977EEFC1-1CBA-418C-B7A6-63C2CC8884F1}" dt="2025-10-06T16:23:56.883" v="52" actId="1076"/>
          <ac:spMkLst>
            <pc:docMk/>
            <pc:sldMk cId="91947440" sldId="413"/>
            <ac:spMk id="53" creationId="{086E9D75-E7D9-0A39-66A2-20C382052D55}"/>
          </ac:spMkLst>
        </pc:spChg>
        <pc:spChg chg="add del mod">
          <ac:chgData name="Chris Alvin" userId="1477fe7d-12c1-4dcd-b708-f1331679ff1c" providerId="ADAL" clId="{977EEFC1-1CBA-418C-B7A6-63C2CC8884F1}" dt="2025-10-06T16:25:19.413" v="95" actId="478"/>
          <ac:spMkLst>
            <pc:docMk/>
            <pc:sldMk cId="91947440" sldId="413"/>
            <ac:spMk id="54" creationId="{4738A307-3D49-29CC-A9D4-C34804998E07}"/>
          </ac:spMkLst>
        </pc:spChg>
        <pc:spChg chg="add mod">
          <ac:chgData name="Chris Alvin" userId="1477fe7d-12c1-4dcd-b708-f1331679ff1c" providerId="ADAL" clId="{977EEFC1-1CBA-418C-B7A6-63C2CC8884F1}" dt="2025-10-06T16:24:12.333" v="57" actId="571"/>
          <ac:spMkLst>
            <pc:docMk/>
            <pc:sldMk cId="91947440" sldId="413"/>
            <ac:spMk id="55" creationId="{4DB82A56-FCDA-DE16-B7AD-36940703E58E}"/>
          </ac:spMkLst>
        </pc:spChg>
        <pc:spChg chg="add mod">
          <ac:chgData name="Chris Alvin" userId="1477fe7d-12c1-4dcd-b708-f1331679ff1c" providerId="ADAL" clId="{977EEFC1-1CBA-418C-B7A6-63C2CC8884F1}" dt="2025-10-06T16:24:14.023" v="58" actId="571"/>
          <ac:spMkLst>
            <pc:docMk/>
            <pc:sldMk cId="91947440" sldId="413"/>
            <ac:spMk id="56" creationId="{6D3A473A-DE09-1FD9-506E-009FA0CAFCB8}"/>
          </ac:spMkLst>
        </pc:spChg>
        <pc:spChg chg="add mod">
          <ac:chgData name="Chris Alvin" userId="1477fe7d-12c1-4dcd-b708-f1331679ff1c" providerId="ADAL" clId="{977EEFC1-1CBA-418C-B7A6-63C2CC8884F1}" dt="2025-10-06T16:24:15.517" v="59" actId="571"/>
          <ac:spMkLst>
            <pc:docMk/>
            <pc:sldMk cId="91947440" sldId="413"/>
            <ac:spMk id="57" creationId="{6301619A-E202-ED16-4D0F-7271EF6E66D9}"/>
          </ac:spMkLst>
        </pc:spChg>
        <pc:spChg chg="add mod">
          <ac:chgData name="Chris Alvin" userId="1477fe7d-12c1-4dcd-b708-f1331679ff1c" providerId="ADAL" clId="{977EEFC1-1CBA-418C-B7A6-63C2CC8884F1}" dt="2025-10-06T16:24:19.533" v="60" actId="571"/>
          <ac:spMkLst>
            <pc:docMk/>
            <pc:sldMk cId="91947440" sldId="413"/>
            <ac:spMk id="58" creationId="{7AA04495-1FB6-3EAF-1777-2780D8E90C67}"/>
          </ac:spMkLst>
        </pc:spChg>
        <pc:spChg chg="add mod">
          <ac:chgData name="Chris Alvin" userId="1477fe7d-12c1-4dcd-b708-f1331679ff1c" providerId="ADAL" clId="{977EEFC1-1CBA-418C-B7A6-63C2CC8884F1}" dt="2025-10-06T16:24:23.423" v="61" actId="571"/>
          <ac:spMkLst>
            <pc:docMk/>
            <pc:sldMk cId="91947440" sldId="413"/>
            <ac:spMk id="59" creationId="{615E9969-E46A-2BED-4134-B4041572282B}"/>
          </ac:spMkLst>
        </pc:spChg>
        <pc:spChg chg="add mod">
          <ac:chgData name="Chris Alvin" userId="1477fe7d-12c1-4dcd-b708-f1331679ff1c" providerId="ADAL" clId="{977EEFC1-1CBA-418C-B7A6-63C2CC8884F1}" dt="2025-10-06T16:27:05.573" v="160" actId="1076"/>
          <ac:spMkLst>
            <pc:docMk/>
            <pc:sldMk cId="91947440" sldId="413"/>
            <ac:spMk id="60" creationId="{1E5BEC2F-0CD1-E90B-64C9-A888E10A46F6}"/>
          </ac:spMkLst>
        </pc:spChg>
        <pc:spChg chg="add mod">
          <ac:chgData name="Chris Alvin" userId="1477fe7d-12c1-4dcd-b708-f1331679ff1c" providerId="ADAL" clId="{977EEFC1-1CBA-418C-B7A6-63C2CC8884F1}" dt="2025-10-06T16:28:44.333" v="207" actId="1076"/>
          <ac:spMkLst>
            <pc:docMk/>
            <pc:sldMk cId="91947440" sldId="413"/>
            <ac:spMk id="61" creationId="{9848C9CA-86F9-4C72-7A40-F586BAEE74B4}"/>
          </ac:spMkLst>
        </pc:spChg>
        <pc:grpChg chg="add mod">
          <ac:chgData name="Chris Alvin" userId="1477fe7d-12c1-4dcd-b708-f1331679ff1c" providerId="ADAL" clId="{977EEFC1-1CBA-418C-B7A6-63C2CC8884F1}" dt="2025-10-06T16:25:29.673" v="97" actId="1076"/>
          <ac:grpSpMkLst>
            <pc:docMk/>
            <pc:sldMk cId="91947440" sldId="413"/>
            <ac:grpSpMk id="3" creationId="{C04B887D-600B-FDBA-D97D-2D8C99A0A45E}"/>
          </ac:grpSpMkLst>
        </pc:grpChg>
        <pc:grpChg chg="add mod">
          <ac:chgData name="Chris Alvin" userId="1477fe7d-12c1-4dcd-b708-f1331679ff1c" providerId="ADAL" clId="{977EEFC1-1CBA-418C-B7A6-63C2CC8884F1}" dt="2025-10-06T16:28:30.373" v="206" actId="571"/>
          <ac:grpSpMkLst>
            <pc:docMk/>
            <pc:sldMk cId="91947440" sldId="413"/>
            <ac:grpSpMk id="22" creationId="{12F51E07-17E2-1410-FDB9-C9928D24B8C1}"/>
          </ac:grpSpMkLst>
        </pc:grpChg>
        <pc:grpChg chg="add del mod">
          <ac:chgData name="Chris Alvin" userId="1477fe7d-12c1-4dcd-b708-f1331679ff1c" providerId="ADAL" clId="{977EEFC1-1CBA-418C-B7A6-63C2CC8884F1}" dt="2025-10-06T16:23:27.022" v="38" actId="478"/>
          <ac:grpSpMkLst>
            <pc:docMk/>
            <pc:sldMk cId="91947440" sldId="413"/>
            <ac:grpSpMk id="31" creationId="{FCCDFDEE-0183-8366-C7BA-B1859114D682}"/>
          </ac:grpSpMkLst>
        </pc:grpChg>
      </pc:sldChg>
      <pc:sldChg chg="modAnim">
        <pc:chgData name="Chris Alvin" userId="1477fe7d-12c1-4dcd-b708-f1331679ff1c" providerId="ADAL" clId="{977EEFC1-1CBA-418C-B7A6-63C2CC8884F1}" dt="2025-10-06T16:14:19.927" v="0"/>
        <pc:sldMkLst>
          <pc:docMk/>
          <pc:sldMk cId="2809999008" sldId="491"/>
        </pc:sldMkLst>
      </pc:sldChg>
      <pc:sldChg chg="modAnim">
        <pc:chgData name="Chris Alvin" userId="1477fe7d-12c1-4dcd-b708-f1331679ff1c" providerId="ADAL" clId="{977EEFC1-1CBA-418C-B7A6-63C2CC8884F1}" dt="2025-10-06T16:34:05.176" v="265"/>
        <pc:sldMkLst>
          <pc:docMk/>
          <pc:sldMk cId="3631017739" sldId="492"/>
        </pc:sldMkLst>
      </pc:sldChg>
      <pc:sldChg chg="modSp">
        <pc:chgData name="Chris Alvin" userId="1477fe7d-12c1-4dcd-b708-f1331679ff1c" providerId="ADAL" clId="{977EEFC1-1CBA-418C-B7A6-63C2CC8884F1}" dt="2025-10-07T11:41:49.894" v="461" actId="6549"/>
        <pc:sldMkLst>
          <pc:docMk/>
          <pc:sldMk cId="0" sldId="493"/>
        </pc:sldMkLst>
        <pc:spChg chg="mod">
          <ac:chgData name="Chris Alvin" userId="1477fe7d-12c1-4dcd-b708-f1331679ff1c" providerId="ADAL" clId="{977EEFC1-1CBA-418C-B7A6-63C2CC8884F1}" dt="2025-10-07T11:41:49.894" v="461" actId="6549"/>
          <ac:spMkLst>
            <pc:docMk/>
            <pc:sldMk cId="0" sldId="493"/>
            <ac:spMk id="3" creationId="{00000000-0000-0000-0000-000000000000}"/>
          </ac:spMkLst>
        </pc:spChg>
      </pc:sldChg>
      <pc:sldChg chg="modSp mod modAnim">
        <pc:chgData name="Chris Alvin" userId="1477fe7d-12c1-4dcd-b708-f1331679ff1c" providerId="ADAL" clId="{977EEFC1-1CBA-418C-B7A6-63C2CC8884F1}" dt="2025-10-07T11:50:40.204" v="602"/>
        <pc:sldMkLst>
          <pc:docMk/>
          <pc:sldMk cId="2493775458" sldId="494"/>
        </pc:sldMkLst>
        <pc:spChg chg="mod">
          <ac:chgData name="Chris Alvin" userId="1477fe7d-12c1-4dcd-b708-f1331679ff1c" providerId="ADAL" clId="{977EEFC1-1CBA-418C-B7A6-63C2CC8884F1}" dt="2025-10-07T11:49:46.365" v="589" actId="14100"/>
          <ac:spMkLst>
            <pc:docMk/>
            <pc:sldMk cId="2493775458" sldId="494"/>
            <ac:spMk id="3" creationId="{AB57382D-5715-0E8E-AF3B-1EFAF5196D4C}"/>
          </ac:spMkLst>
        </pc:spChg>
      </pc:sldChg>
      <pc:sldChg chg="modSp mod modAnim">
        <pc:chgData name="Chris Alvin" userId="1477fe7d-12c1-4dcd-b708-f1331679ff1c" providerId="ADAL" clId="{977EEFC1-1CBA-418C-B7A6-63C2CC8884F1}" dt="2025-10-07T16:53:05.793" v="1026"/>
        <pc:sldMkLst>
          <pc:docMk/>
          <pc:sldMk cId="1309054281" sldId="495"/>
        </pc:sldMkLst>
        <pc:spChg chg="mod">
          <ac:chgData name="Chris Alvin" userId="1477fe7d-12c1-4dcd-b708-f1331679ff1c" providerId="ADAL" clId="{977EEFC1-1CBA-418C-B7A6-63C2CC8884F1}" dt="2025-10-07T11:54:01.607" v="659"/>
          <ac:spMkLst>
            <pc:docMk/>
            <pc:sldMk cId="1309054281" sldId="495"/>
            <ac:spMk id="18" creationId="{8EAE87B4-B98C-5BCE-DAED-A6CD420ADCAF}"/>
          </ac:spMkLst>
        </pc:spChg>
      </pc:sldChg>
      <pc:sldChg chg="modSp mod modAnim">
        <pc:chgData name="Chris Alvin" userId="1477fe7d-12c1-4dcd-b708-f1331679ff1c" providerId="ADAL" clId="{977EEFC1-1CBA-418C-B7A6-63C2CC8884F1}" dt="2025-10-07T16:56:44.543" v="1034"/>
        <pc:sldMkLst>
          <pc:docMk/>
          <pc:sldMk cId="1493742229" sldId="496"/>
        </pc:sldMkLst>
        <pc:spChg chg="mod">
          <ac:chgData name="Chris Alvin" userId="1477fe7d-12c1-4dcd-b708-f1331679ff1c" providerId="ADAL" clId="{977EEFC1-1CBA-418C-B7A6-63C2CC8884F1}" dt="2025-10-07T16:53:33.570" v="1028" actId="255"/>
          <ac:spMkLst>
            <pc:docMk/>
            <pc:sldMk cId="1493742229" sldId="496"/>
            <ac:spMk id="18" creationId="{1FCBB8B6-1826-AE6B-7D12-0E1A560C4CDE}"/>
          </ac:spMkLst>
        </pc:spChg>
      </pc:sldChg>
      <pc:sldChg chg="modSp mod modAnim">
        <pc:chgData name="Chris Alvin" userId="1477fe7d-12c1-4dcd-b708-f1331679ff1c" providerId="ADAL" clId="{977EEFC1-1CBA-418C-B7A6-63C2CC8884F1}" dt="2025-10-07T17:04:05.218" v="1056" actId="1076"/>
        <pc:sldMkLst>
          <pc:docMk/>
          <pc:sldMk cId="1674912219" sldId="497"/>
        </pc:sldMkLst>
        <pc:spChg chg="mod">
          <ac:chgData name="Chris Alvin" userId="1477fe7d-12c1-4dcd-b708-f1331679ff1c" providerId="ADAL" clId="{977EEFC1-1CBA-418C-B7A6-63C2CC8884F1}" dt="2025-10-07T16:59:21.892" v="1040" actId="1076"/>
          <ac:spMkLst>
            <pc:docMk/>
            <pc:sldMk cId="1674912219" sldId="497"/>
            <ac:spMk id="16" creationId="{6180731A-0B79-608F-F59E-BF2533163231}"/>
          </ac:spMkLst>
        </pc:spChg>
        <pc:spChg chg="mod">
          <ac:chgData name="Chris Alvin" userId="1477fe7d-12c1-4dcd-b708-f1331679ff1c" providerId="ADAL" clId="{977EEFC1-1CBA-418C-B7A6-63C2CC8884F1}" dt="2025-10-07T16:59:21.892" v="1040" actId="1076"/>
          <ac:spMkLst>
            <pc:docMk/>
            <pc:sldMk cId="1674912219" sldId="497"/>
            <ac:spMk id="17" creationId="{035B95FB-5739-463A-1155-1570A80DC3A5}"/>
          </ac:spMkLst>
        </pc:spChg>
        <pc:spChg chg="mod">
          <ac:chgData name="Chris Alvin" userId="1477fe7d-12c1-4dcd-b708-f1331679ff1c" providerId="ADAL" clId="{977EEFC1-1CBA-418C-B7A6-63C2CC8884F1}" dt="2025-10-07T16:58:51.680" v="1037" actId="255"/>
          <ac:spMkLst>
            <pc:docMk/>
            <pc:sldMk cId="1674912219" sldId="497"/>
            <ac:spMk id="18" creationId="{7E9A8A41-AEB4-4D05-3FF8-E478CEECB058}"/>
          </ac:spMkLst>
        </pc:spChg>
        <pc:spChg chg="mod">
          <ac:chgData name="Chris Alvin" userId="1477fe7d-12c1-4dcd-b708-f1331679ff1c" providerId="ADAL" clId="{977EEFC1-1CBA-418C-B7A6-63C2CC8884F1}" dt="2025-10-07T16:59:00.964" v="1039" actId="1076"/>
          <ac:spMkLst>
            <pc:docMk/>
            <pc:sldMk cId="1674912219" sldId="497"/>
            <ac:spMk id="22" creationId="{C2CC2FEF-8E7B-6FAD-CF56-AA8FC703774C}"/>
          </ac:spMkLst>
        </pc:spChg>
        <pc:spChg chg="mod">
          <ac:chgData name="Chris Alvin" userId="1477fe7d-12c1-4dcd-b708-f1331679ff1c" providerId="ADAL" clId="{977EEFC1-1CBA-418C-B7A6-63C2CC8884F1}" dt="2025-10-07T16:59:21.892" v="1040" actId="1076"/>
          <ac:spMkLst>
            <pc:docMk/>
            <pc:sldMk cId="1674912219" sldId="497"/>
            <ac:spMk id="24" creationId="{7183A93F-AA02-FECB-E630-D690D43FCEB7}"/>
          </ac:spMkLst>
        </pc:spChg>
        <pc:spChg chg="mod">
          <ac:chgData name="Chris Alvin" userId="1477fe7d-12c1-4dcd-b708-f1331679ff1c" providerId="ADAL" clId="{977EEFC1-1CBA-418C-B7A6-63C2CC8884F1}" dt="2025-10-07T17:04:05.218" v="1056" actId="1076"/>
          <ac:spMkLst>
            <pc:docMk/>
            <pc:sldMk cId="1674912219" sldId="497"/>
            <ac:spMk id="26" creationId="{D255F18F-CEF3-949F-D1DD-8A22B423EC1A}"/>
          </ac:spMkLst>
        </pc:spChg>
        <pc:spChg chg="mod">
          <ac:chgData name="Chris Alvin" userId="1477fe7d-12c1-4dcd-b708-f1331679ff1c" providerId="ADAL" clId="{977EEFC1-1CBA-418C-B7A6-63C2CC8884F1}" dt="2025-10-07T16:59:21.892" v="1040" actId="1076"/>
          <ac:spMkLst>
            <pc:docMk/>
            <pc:sldMk cId="1674912219" sldId="497"/>
            <ac:spMk id="29" creationId="{B3D598D9-30D4-420A-3EF2-B8269CFE0E43}"/>
          </ac:spMkLst>
        </pc:spChg>
        <pc:spChg chg="mod">
          <ac:chgData name="Chris Alvin" userId="1477fe7d-12c1-4dcd-b708-f1331679ff1c" providerId="ADAL" clId="{977EEFC1-1CBA-418C-B7A6-63C2CC8884F1}" dt="2025-10-07T16:59:21.892" v="1040" actId="1076"/>
          <ac:spMkLst>
            <pc:docMk/>
            <pc:sldMk cId="1674912219" sldId="497"/>
            <ac:spMk id="30" creationId="{AA776AF7-4373-0E73-544B-D1C8A943A63B}"/>
          </ac:spMkLst>
        </pc:spChg>
        <pc:spChg chg="mod">
          <ac:chgData name="Chris Alvin" userId="1477fe7d-12c1-4dcd-b708-f1331679ff1c" providerId="ADAL" clId="{977EEFC1-1CBA-418C-B7A6-63C2CC8884F1}" dt="2025-10-07T16:59:21.892" v="1040" actId="1076"/>
          <ac:spMkLst>
            <pc:docMk/>
            <pc:sldMk cId="1674912219" sldId="497"/>
            <ac:spMk id="31" creationId="{89BC30E8-CBFF-322D-C686-C42C72BA00A2}"/>
          </ac:spMkLst>
        </pc:spChg>
        <pc:spChg chg="mod">
          <ac:chgData name="Chris Alvin" userId="1477fe7d-12c1-4dcd-b708-f1331679ff1c" providerId="ADAL" clId="{977EEFC1-1CBA-418C-B7A6-63C2CC8884F1}" dt="2025-10-07T16:59:21.892" v="1040" actId="1076"/>
          <ac:spMkLst>
            <pc:docMk/>
            <pc:sldMk cId="1674912219" sldId="497"/>
            <ac:spMk id="33" creationId="{5933245F-7662-8614-13BC-75DA1E88F431}"/>
          </ac:spMkLst>
        </pc:spChg>
        <pc:spChg chg="mod">
          <ac:chgData name="Chris Alvin" userId="1477fe7d-12c1-4dcd-b708-f1331679ff1c" providerId="ADAL" clId="{977EEFC1-1CBA-418C-B7A6-63C2CC8884F1}" dt="2025-10-07T16:59:21.892" v="1040" actId="1076"/>
          <ac:spMkLst>
            <pc:docMk/>
            <pc:sldMk cId="1674912219" sldId="497"/>
            <ac:spMk id="34" creationId="{AFF1706D-6900-6E28-9073-7B34D4C7EB5A}"/>
          </ac:spMkLst>
        </pc:spChg>
        <pc:spChg chg="mod">
          <ac:chgData name="Chris Alvin" userId="1477fe7d-12c1-4dcd-b708-f1331679ff1c" providerId="ADAL" clId="{977EEFC1-1CBA-418C-B7A6-63C2CC8884F1}" dt="2025-10-07T16:59:21.892" v="1040" actId="1076"/>
          <ac:spMkLst>
            <pc:docMk/>
            <pc:sldMk cId="1674912219" sldId="497"/>
            <ac:spMk id="35" creationId="{4F9EDE30-977D-BB45-32C4-B4F0DEABEC67}"/>
          </ac:spMkLst>
        </pc:spChg>
        <pc:picChg chg="mod">
          <ac:chgData name="Chris Alvin" userId="1477fe7d-12c1-4dcd-b708-f1331679ff1c" providerId="ADAL" clId="{977EEFC1-1CBA-418C-B7A6-63C2CC8884F1}" dt="2025-10-07T16:59:21.892" v="1040" actId="1076"/>
          <ac:picMkLst>
            <pc:docMk/>
            <pc:sldMk cId="1674912219" sldId="497"/>
            <ac:picMk id="20" creationId="{F490801A-45FD-153C-679B-CB59E64BBEA9}"/>
          </ac:picMkLst>
        </pc:picChg>
      </pc:sldChg>
      <pc:sldChg chg="modSp mod modAnim">
        <pc:chgData name="Chris Alvin" userId="1477fe7d-12c1-4dcd-b708-f1331679ff1c" providerId="ADAL" clId="{977EEFC1-1CBA-418C-B7A6-63C2CC8884F1}" dt="2025-10-07T17:51:27.933" v="1101" actId="207"/>
        <pc:sldMkLst>
          <pc:docMk/>
          <pc:sldMk cId="1769408635" sldId="498"/>
        </pc:sldMkLst>
        <pc:spChg chg="mod">
          <ac:chgData name="Chris Alvin" userId="1477fe7d-12c1-4dcd-b708-f1331679ff1c" providerId="ADAL" clId="{977EEFC1-1CBA-418C-B7A6-63C2CC8884F1}" dt="2025-10-07T17:48:58.055" v="1069" actId="1076"/>
          <ac:spMkLst>
            <pc:docMk/>
            <pc:sldMk cId="1769408635" sldId="498"/>
            <ac:spMk id="11" creationId="{FCF6509C-486D-ED63-C28E-20C339DC016E}"/>
          </ac:spMkLst>
        </pc:spChg>
        <pc:spChg chg="mod">
          <ac:chgData name="Chris Alvin" userId="1477fe7d-12c1-4dcd-b708-f1331679ff1c" providerId="ADAL" clId="{977EEFC1-1CBA-418C-B7A6-63C2CC8884F1}" dt="2025-10-07T17:51:27.933" v="1101" actId="207"/>
          <ac:spMkLst>
            <pc:docMk/>
            <pc:sldMk cId="1769408635" sldId="498"/>
            <ac:spMk id="25" creationId="{7774E182-1DAB-C37A-ED94-B4ABDF572D2A}"/>
          </ac:spMkLst>
        </pc:spChg>
        <pc:spChg chg="mod">
          <ac:chgData name="Chris Alvin" userId="1477fe7d-12c1-4dcd-b708-f1331679ff1c" providerId="ADAL" clId="{977EEFC1-1CBA-418C-B7A6-63C2CC8884F1}" dt="2025-10-07T17:48:02.275" v="1057" actId="2085"/>
          <ac:spMkLst>
            <pc:docMk/>
            <pc:sldMk cId="1769408635" sldId="498"/>
            <ac:spMk id="37" creationId="{EDEC02DC-45D9-0D9C-3091-4171BFF277F2}"/>
          </ac:spMkLst>
        </pc:spChg>
      </pc:sldChg>
      <pc:sldChg chg="modAnim">
        <pc:chgData name="Chris Alvin" userId="1477fe7d-12c1-4dcd-b708-f1331679ff1c" providerId="ADAL" clId="{977EEFC1-1CBA-418C-B7A6-63C2CC8884F1}" dt="2025-10-07T17:52:26.036" v="1103"/>
        <pc:sldMkLst>
          <pc:docMk/>
          <pc:sldMk cId="478486796" sldId="499"/>
        </pc:sldMkLst>
      </pc:sldChg>
      <pc:sldChg chg="add">
        <pc:chgData name="Chris Alvin" userId="1477fe7d-12c1-4dcd-b708-f1331679ff1c" providerId="ADAL" clId="{977EEFC1-1CBA-418C-B7A6-63C2CC8884F1}" dt="2025-10-07T12:13:47.704" v="769"/>
        <pc:sldMkLst>
          <pc:docMk/>
          <pc:sldMk cId="1290280577" sldId="501"/>
        </pc:sldMkLst>
      </pc:sldChg>
      <pc:sldChg chg="add del">
        <pc:chgData name="Chris Alvin" userId="1477fe7d-12c1-4dcd-b708-f1331679ff1c" providerId="ADAL" clId="{977EEFC1-1CBA-418C-B7A6-63C2CC8884F1}" dt="2025-10-07T12:13:40.420" v="768" actId="2696"/>
        <pc:sldMkLst>
          <pc:docMk/>
          <pc:sldMk cId="3621187807" sldId="501"/>
        </pc:sldMkLst>
      </pc:sldChg>
      <pc:sldChg chg="del ord">
        <pc:chgData name="Chris Alvin" userId="1477fe7d-12c1-4dcd-b708-f1331679ff1c" providerId="ADAL" clId="{977EEFC1-1CBA-418C-B7A6-63C2CC8884F1}" dt="2025-10-07T12:12:55.373" v="766" actId="2696"/>
        <pc:sldMkLst>
          <pc:docMk/>
          <pc:sldMk cId="4205063712" sldId="501"/>
        </pc:sldMkLst>
      </pc:sldChg>
      <pc:sldChg chg="addSp modSp del mod modAnim">
        <pc:chgData name="Chris Alvin" userId="1477fe7d-12c1-4dcd-b708-f1331679ff1c" providerId="ADAL" clId="{977EEFC1-1CBA-418C-B7A6-63C2CC8884F1}" dt="2025-10-07T12:11:12.662" v="765" actId="47"/>
        <pc:sldMkLst>
          <pc:docMk/>
          <pc:sldMk cId="986850213" sldId="502"/>
        </pc:sldMkLst>
        <pc:spChg chg="add mod">
          <ac:chgData name="Chris Alvin" userId="1477fe7d-12c1-4dcd-b708-f1331679ff1c" providerId="ADAL" clId="{977EEFC1-1CBA-418C-B7A6-63C2CC8884F1}" dt="2025-10-07T12:09:15.336" v="754" actId="1076"/>
          <ac:spMkLst>
            <pc:docMk/>
            <pc:sldMk cId="986850213" sldId="502"/>
            <ac:spMk id="2" creationId="{9DA16DF8-0A4F-B486-EA1F-B9096BAC73F3}"/>
          </ac:spMkLst>
        </pc:spChg>
        <pc:spChg chg="mod">
          <ac:chgData name="Chris Alvin" userId="1477fe7d-12c1-4dcd-b708-f1331679ff1c" providerId="ADAL" clId="{977EEFC1-1CBA-418C-B7A6-63C2CC8884F1}" dt="2025-10-07T11:57:32.914" v="668" actId="1076"/>
          <ac:spMkLst>
            <pc:docMk/>
            <pc:sldMk cId="986850213" sldId="502"/>
            <ac:spMk id="5" creationId="{D79C0A86-339C-0692-33FD-71860F94FED4}"/>
          </ac:spMkLst>
        </pc:spChg>
        <pc:spChg chg="mod">
          <ac:chgData name="Chris Alvin" userId="1477fe7d-12c1-4dcd-b708-f1331679ff1c" providerId="ADAL" clId="{977EEFC1-1CBA-418C-B7A6-63C2CC8884F1}" dt="2025-10-07T11:57:32.914" v="668" actId="1076"/>
          <ac:spMkLst>
            <pc:docMk/>
            <pc:sldMk cId="986850213" sldId="502"/>
            <ac:spMk id="8" creationId="{C55E6412-FAF8-3965-2B6C-6AA485032835}"/>
          </ac:spMkLst>
        </pc:spChg>
        <pc:spChg chg="mod">
          <ac:chgData name="Chris Alvin" userId="1477fe7d-12c1-4dcd-b708-f1331679ff1c" providerId="ADAL" clId="{977EEFC1-1CBA-418C-B7A6-63C2CC8884F1}" dt="2025-10-07T11:57:40.576" v="669" actId="1076"/>
          <ac:spMkLst>
            <pc:docMk/>
            <pc:sldMk cId="986850213" sldId="502"/>
            <ac:spMk id="12" creationId="{07F26689-DF9D-C190-48C3-EA51DB29BB14}"/>
          </ac:spMkLst>
        </pc:spChg>
        <pc:spChg chg="mod">
          <ac:chgData name="Chris Alvin" userId="1477fe7d-12c1-4dcd-b708-f1331679ff1c" providerId="ADAL" clId="{977EEFC1-1CBA-418C-B7A6-63C2CC8884F1}" dt="2025-10-07T11:57:40.576" v="669" actId="1076"/>
          <ac:spMkLst>
            <pc:docMk/>
            <pc:sldMk cId="986850213" sldId="502"/>
            <ac:spMk id="16" creationId="{6B4D48DC-8AC3-E850-3E03-75C3708B0A78}"/>
          </ac:spMkLst>
        </pc:spChg>
        <pc:spChg chg="mod">
          <ac:chgData name="Chris Alvin" userId="1477fe7d-12c1-4dcd-b708-f1331679ff1c" providerId="ADAL" clId="{977EEFC1-1CBA-418C-B7A6-63C2CC8884F1}" dt="2025-10-07T11:57:40.576" v="669" actId="1076"/>
          <ac:spMkLst>
            <pc:docMk/>
            <pc:sldMk cId="986850213" sldId="502"/>
            <ac:spMk id="17" creationId="{41FDE95B-7710-B0CA-C79E-3351580E9468}"/>
          </ac:spMkLst>
        </pc:spChg>
        <pc:spChg chg="mod">
          <ac:chgData name="Chris Alvin" userId="1477fe7d-12c1-4dcd-b708-f1331679ff1c" providerId="ADAL" clId="{977EEFC1-1CBA-418C-B7A6-63C2CC8884F1}" dt="2025-10-07T11:57:40.576" v="669" actId="1076"/>
          <ac:spMkLst>
            <pc:docMk/>
            <pc:sldMk cId="986850213" sldId="502"/>
            <ac:spMk id="21" creationId="{0E2B9745-864D-D0A2-D321-219E78539584}"/>
          </ac:spMkLst>
        </pc:spChg>
        <pc:spChg chg="mod">
          <ac:chgData name="Chris Alvin" userId="1477fe7d-12c1-4dcd-b708-f1331679ff1c" providerId="ADAL" clId="{977EEFC1-1CBA-418C-B7A6-63C2CC8884F1}" dt="2025-10-07T12:00:11.423" v="680" actId="20577"/>
          <ac:spMkLst>
            <pc:docMk/>
            <pc:sldMk cId="986850213" sldId="502"/>
            <ac:spMk id="23" creationId="{22105B5D-C2A9-C654-5F5F-2E292245D598}"/>
          </ac:spMkLst>
        </pc:spChg>
        <pc:spChg chg="mod">
          <ac:chgData name="Chris Alvin" userId="1477fe7d-12c1-4dcd-b708-f1331679ff1c" providerId="ADAL" clId="{977EEFC1-1CBA-418C-B7A6-63C2CC8884F1}" dt="2025-10-07T12:08:17.335" v="701" actId="1076"/>
          <ac:spMkLst>
            <pc:docMk/>
            <pc:sldMk cId="986850213" sldId="502"/>
            <ac:spMk id="30" creationId="{C9B3D641-1EC1-D9CF-4802-22D414EF0583}"/>
          </ac:spMkLst>
        </pc:spChg>
        <pc:spChg chg="mod">
          <ac:chgData name="Chris Alvin" userId="1477fe7d-12c1-4dcd-b708-f1331679ff1c" providerId="ADAL" clId="{977EEFC1-1CBA-418C-B7A6-63C2CC8884F1}" dt="2025-10-07T12:08:17.335" v="701" actId="1076"/>
          <ac:spMkLst>
            <pc:docMk/>
            <pc:sldMk cId="986850213" sldId="502"/>
            <ac:spMk id="31" creationId="{E22038B3-E58B-E2C1-35DE-5B51BF60E717}"/>
          </ac:spMkLst>
        </pc:spChg>
        <pc:spChg chg="mod">
          <ac:chgData name="Chris Alvin" userId="1477fe7d-12c1-4dcd-b708-f1331679ff1c" providerId="ADAL" clId="{977EEFC1-1CBA-418C-B7A6-63C2CC8884F1}" dt="2025-10-07T11:57:56.624" v="673" actId="1076"/>
          <ac:spMkLst>
            <pc:docMk/>
            <pc:sldMk cId="986850213" sldId="502"/>
            <ac:spMk id="34" creationId="{A0800210-83EB-107E-7537-63704D4C59B3}"/>
          </ac:spMkLst>
        </pc:spChg>
        <pc:graphicFrameChg chg="mod">
          <ac:chgData name="Chris Alvin" userId="1477fe7d-12c1-4dcd-b708-f1331679ff1c" providerId="ADAL" clId="{977EEFC1-1CBA-418C-B7A6-63C2CC8884F1}" dt="2025-10-07T11:57:32.914" v="668" actId="1076"/>
          <ac:graphicFrameMkLst>
            <pc:docMk/>
            <pc:sldMk cId="986850213" sldId="502"/>
            <ac:graphicFrameMk id="6" creationId="{177F84B4-7679-7FE7-2AD4-C97AF3ED9EB2}"/>
          </ac:graphicFrameMkLst>
        </pc:graphicFrameChg>
        <pc:graphicFrameChg chg="mod">
          <ac:chgData name="Chris Alvin" userId="1477fe7d-12c1-4dcd-b708-f1331679ff1c" providerId="ADAL" clId="{977EEFC1-1CBA-418C-B7A6-63C2CC8884F1}" dt="2025-10-07T11:57:32.914" v="668" actId="1076"/>
          <ac:graphicFrameMkLst>
            <pc:docMk/>
            <pc:sldMk cId="986850213" sldId="502"/>
            <ac:graphicFrameMk id="32" creationId="{48A5E28B-87D2-8ACE-8020-D9DE990A983D}"/>
          </ac:graphicFrameMkLst>
        </pc:graphicFrameChg>
      </pc:sldChg>
      <pc:sldChg chg="addSp modSp del mod modAnim">
        <pc:chgData name="Chris Alvin" userId="1477fe7d-12c1-4dcd-b708-f1331679ff1c" providerId="ADAL" clId="{977EEFC1-1CBA-418C-B7A6-63C2CC8884F1}" dt="2025-10-07T12:12:55.373" v="766" actId="2696"/>
        <pc:sldMkLst>
          <pc:docMk/>
          <pc:sldMk cId="2340058999" sldId="503"/>
        </pc:sldMkLst>
        <pc:spChg chg="add mod">
          <ac:chgData name="Chris Alvin" userId="1477fe7d-12c1-4dcd-b708-f1331679ff1c" providerId="ADAL" clId="{977EEFC1-1CBA-418C-B7A6-63C2CC8884F1}" dt="2025-10-07T12:11:04.957" v="764" actId="14100"/>
          <ac:spMkLst>
            <pc:docMk/>
            <pc:sldMk cId="2340058999" sldId="503"/>
            <ac:spMk id="12" creationId="{4800AC5D-8803-651C-9B02-4F9A165FD2F6}"/>
          </ac:spMkLst>
        </pc:spChg>
      </pc:sldChg>
      <pc:sldChg chg="add del">
        <pc:chgData name="Chris Alvin" userId="1477fe7d-12c1-4dcd-b708-f1331679ff1c" providerId="ADAL" clId="{977EEFC1-1CBA-418C-B7A6-63C2CC8884F1}" dt="2025-10-07T12:13:40.420" v="768" actId="2696"/>
        <pc:sldMkLst>
          <pc:docMk/>
          <pc:sldMk cId="2664727002" sldId="503"/>
        </pc:sldMkLst>
      </pc:sldChg>
      <pc:sldChg chg="addSp modSp add mod modAnim">
        <pc:chgData name="Chris Alvin" userId="1477fe7d-12c1-4dcd-b708-f1331679ff1c" providerId="ADAL" clId="{977EEFC1-1CBA-418C-B7A6-63C2CC8884F1}" dt="2025-10-07T12:19:25.960" v="835" actId="14100"/>
        <pc:sldMkLst>
          <pc:docMk/>
          <pc:sldMk cId="4266701673" sldId="503"/>
        </pc:sldMkLst>
        <pc:spChg chg="add mod">
          <ac:chgData name="Chris Alvin" userId="1477fe7d-12c1-4dcd-b708-f1331679ff1c" providerId="ADAL" clId="{977EEFC1-1CBA-418C-B7A6-63C2CC8884F1}" dt="2025-10-07T12:19:25.960" v="835" actId="14100"/>
          <ac:spMkLst>
            <pc:docMk/>
            <pc:sldMk cId="4266701673" sldId="503"/>
            <ac:spMk id="17" creationId="{C3F7FE98-DAA3-36CA-1992-B8717C4DE51B}"/>
          </ac:spMkLst>
        </pc:spChg>
      </pc:sldChg>
      <pc:sldChg chg="addSp delSp modSp add mod delAnim">
        <pc:chgData name="Chris Alvin" userId="1477fe7d-12c1-4dcd-b708-f1331679ff1c" providerId="ADAL" clId="{977EEFC1-1CBA-418C-B7A6-63C2CC8884F1}" dt="2025-10-07T16:48:43.144" v="1016" actId="207"/>
        <pc:sldMkLst>
          <pc:docMk/>
          <pc:sldMk cId="97942917" sldId="504"/>
        </pc:sldMkLst>
        <pc:spChg chg="del">
          <ac:chgData name="Chris Alvin" userId="1477fe7d-12c1-4dcd-b708-f1331679ff1c" providerId="ADAL" clId="{977EEFC1-1CBA-418C-B7A6-63C2CC8884F1}" dt="2025-10-07T11:31:04.067" v="355" actId="478"/>
          <ac:spMkLst>
            <pc:docMk/>
            <pc:sldMk cId="97942917" sldId="504"/>
            <ac:spMk id="2" creationId="{8D4D3673-8F42-AAA0-82D2-2B6503E55668}"/>
          </ac:spMkLst>
        </pc:spChg>
        <pc:spChg chg="mod">
          <ac:chgData name="Chris Alvin" userId="1477fe7d-12c1-4dcd-b708-f1331679ff1c" providerId="ADAL" clId="{977EEFC1-1CBA-418C-B7A6-63C2CC8884F1}" dt="2025-10-07T16:48:20.414" v="1015" actId="207"/>
          <ac:spMkLst>
            <pc:docMk/>
            <pc:sldMk cId="97942917" sldId="504"/>
            <ac:spMk id="3" creationId="{EF2420EE-4F35-941D-94FA-17B51C2D279E}"/>
          </ac:spMkLst>
        </pc:spChg>
        <pc:spChg chg="mod">
          <ac:chgData name="Chris Alvin" userId="1477fe7d-12c1-4dcd-b708-f1331679ff1c" providerId="ADAL" clId="{977EEFC1-1CBA-418C-B7A6-63C2CC8884F1}" dt="2025-10-07T11:36:14.004" v="399" actId="6549"/>
          <ac:spMkLst>
            <pc:docMk/>
            <pc:sldMk cId="97942917" sldId="504"/>
            <ac:spMk id="4" creationId="{0638CC96-82FE-A70B-4524-BC7A9E5C1994}"/>
          </ac:spMkLst>
        </pc:spChg>
        <pc:spChg chg="add mod">
          <ac:chgData name="Chris Alvin" userId="1477fe7d-12c1-4dcd-b708-f1331679ff1c" providerId="ADAL" clId="{977EEFC1-1CBA-418C-B7A6-63C2CC8884F1}" dt="2025-10-07T11:49:00.898" v="584" actId="1076"/>
          <ac:spMkLst>
            <pc:docMk/>
            <pc:sldMk cId="97942917" sldId="504"/>
            <ac:spMk id="6" creationId="{6EC94A0B-8F96-FC93-C915-90D8786EA177}"/>
          </ac:spMkLst>
        </pc:spChg>
        <pc:spChg chg="del">
          <ac:chgData name="Chris Alvin" userId="1477fe7d-12c1-4dcd-b708-f1331679ff1c" providerId="ADAL" clId="{977EEFC1-1CBA-418C-B7A6-63C2CC8884F1}" dt="2025-10-07T11:31:17.505" v="366" actId="478"/>
          <ac:spMkLst>
            <pc:docMk/>
            <pc:sldMk cId="97942917" sldId="504"/>
            <ac:spMk id="8" creationId="{6A12D1FA-F167-1679-F38F-C75230B6C221}"/>
          </ac:spMkLst>
        </pc:spChg>
        <pc:spChg chg="del">
          <ac:chgData name="Chris Alvin" userId="1477fe7d-12c1-4dcd-b708-f1331679ff1c" providerId="ADAL" clId="{977EEFC1-1CBA-418C-B7A6-63C2CC8884F1}" dt="2025-10-07T11:31:17.505" v="366" actId="478"/>
          <ac:spMkLst>
            <pc:docMk/>
            <pc:sldMk cId="97942917" sldId="504"/>
            <ac:spMk id="16" creationId="{D5EACF06-A144-0224-86DE-2176D499E9DC}"/>
          </ac:spMkLst>
        </pc:spChg>
        <pc:spChg chg="del">
          <ac:chgData name="Chris Alvin" userId="1477fe7d-12c1-4dcd-b708-f1331679ff1c" providerId="ADAL" clId="{977EEFC1-1CBA-418C-B7A6-63C2CC8884F1}" dt="2025-10-07T11:31:17.505" v="366" actId="478"/>
          <ac:spMkLst>
            <pc:docMk/>
            <pc:sldMk cId="97942917" sldId="504"/>
            <ac:spMk id="17" creationId="{A1EC37FB-601B-7FDF-89B4-44F6B032E215}"/>
          </ac:spMkLst>
        </pc:spChg>
        <pc:spChg chg="del">
          <ac:chgData name="Chris Alvin" userId="1477fe7d-12c1-4dcd-b708-f1331679ff1c" providerId="ADAL" clId="{977EEFC1-1CBA-418C-B7A6-63C2CC8884F1}" dt="2025-10-07T11:31:17.505" v="366" actId="478"/>
          <ac:spMkLst>
            <pc:docMk/>
            <pc:sldMk cId="97942917" sldId="504"/>
            <ac:spMk id="21" creationId="{9ECAF57D-A5EC-C014-F04B-1E7458074BB3}"/>
          </ac:spMkLst>
        </pc:spChg>
        <pc:spChg chg="del">
          <ac:chgData name="Chris Alvin" userId="1477fe7d-12c1-4dcd-b708-f1331679ff1c" providerId="ADAL" clId="{977EEFC1-1CBA-418C-B7A6-63C2CC8884F1}" dt="2025-10-07T11:31:17.505" v="366" actId="478"/>
          <ac:spMkLst>
            <pc:docMk/>
            <pc:sldMk cId="97942917" sldId="504"/>
            <ac:spMk id="31" creationId="{6E2AEBBF-F3B8-DDF4-D540-3990DBBBDA13}"/>
          </ac:spMkLst>
        </pc:spChg>
        <pc:spChg chg="del">
          <ac:chgData name="Chris Alvin" userId="1477fe7d-12c1-4dcd-b708-f1331679ff1c" providerId="ADAL" clId="{977EEFC1-1CBA-418C-B7A6-63C2CC8884F1}" dt="2025-10-07T11:31:17.505" v="366" actId="478"/>
          <ac:spMkLst>
            <pc:docMk/>
            <pc:sldMk cId="97942917" sldId="504"/>
            <ac:spMk id="35" creationId="{4B44C8B2-1D22-6985-113F-5DA71740E2B2}"/>
          </ac:spMkLst>
        </pc:spChg>
        <pc:spChg chg="del">
          <ac:chgData name="Chris Alvin" userId="1477fe7d-12c1-4dcd-b708-f1331679ff1c" providerId="ADAL" clId="{977EEFC1-1CBA-418C-B7A6-63C2CC8884F1}" dt="2025-10-07T11:31:17.505" v="366" actId="478"/>
          <ac:spMkLst>
            <pc:docMk/>
            <pc:sldMk cId="97942917" sldId="504"/>
            <ac:spMk id="43" creationId="{F10A6893-B478-EC04-0E29-5F7120CD59DC}"/>
          </ac:spMkLst>
        </pc:spChg>
        <pc:spChg chg="del">
          <ac:chgData name="Chris Alvin" userId="1477fe7d-12c1-4dcd-b708-f1331679ff1c" providerId="ADAL" clId="{977EEFC1-1CBA-418C-B7A6-63C2CC8884F1}" dt="2025-10-07T11:31:17.505" v="366" actId="478"/>
          <ac:spMkLst>
            <pc:docMk/>
            <pc:sldMk cId="97942917" sldId="504"/>
            <ac:spMk id="45" creationId="{26D3EF3B-1480-662A-16CA-FFDD6BCC9D93}"/>
          </ac:spMkLst>
        </pc:spChg>
        <pc:spChg chg="del">
          <ac:chgData name="Chris Alvin" userId="1477fe7d-12c1-4dcd-b708-f1331679ff1c" providerId="ADAL" clId="{977EEFC1-1CBA-418C-B7A6-63C2CC8884F1}" dt="2025-10-07T11:31:17.505" v="366" actId="478"/>
          <ac:spMkLst>
            <pc:docMk/>
            <pc:sldMk cId="97942917" sldId="504"/>
            <ac:spMk id="46" creationId="{36A173FA-4877-AD5A-5594-91ACF5489E4B}"/>
          </ac:spMkLst>
        </pc:spChg>
        <pc:spChg chg="del">
          <ac:chgData name="Chris Alvin" userId="1477fe7d-12c1-4dcd-b708-f1331679ff1c" providerId="ADAL" clId="{977EEFC1-1CBA-418C-B7A6-63C2CC8884F1}" dt="2025-10-07T11:31:17.505" v="366" actId="478"/>
          <ac:spMkLst>
            <pc:docMk/>
            <pc:sldMk cId="97942917" sldId="504"/>
            <ac:spMk id="47" creationId="{0EEF0850-EAA8-1B7D-8753-EADE21412FF7}"/>
          </ac:spMkLst>
        </pc:spChg>
        <pc:graphicFrameChg chg="add mod modGraphic">
          <ac:chgData name="Chris Alvin" userId="1477fe7d-12c1-4dcd-b708-f1331679ff1c" providerId="ADAL" clId="{977EEFC1-1CBA-418C-B7A6-63C2CC8884F1}" dt="2025-10-07T16:48:43.144" v="1016" actId="207"/>
          <ac:graphicFrameMkLst>
            <pc:docMk/>
            <pc:sldMk cId="97942917" sldId="504"/>
            <ac:graphicFrameMk id="5" creationId="{FC05868D-33AD-5FF7-B923-1FE3E2376987}"/>
          </ac:graphicFrameMkLst>
        </pc:graphicFrameChg>
        <pc:picChg chg="del">
          <ac:chgData name="Chris Alvin" userId="1477fe7d-12c1-4dcd-b708-f1331679ff1c" providerId="ADAL" clId="{977EEFC1-1CBA-418C-B7A6-63C2CC8884F1}" dt="2025-10-07T11:31:04.067" v="355" actId="478"/>
          <ac:picMkLst>
            <pc:docMk/>
            <pc:sldMk cId="97942917" sldId="504"/>
            <ac:picMk id="14" creationId="{D5CE2F28-0602-20EA-1DF6-A7623459176E}"/>
          </ac:picMkLst>
        </pc:picChg>
      </pc:sldChg>
      <pc:sldChg chg="add del">
        <pc:chgData name="Chris Alvin" userId="1477fe7d-12c1-4dcd-b708-f1331679ff1c" providerId="ADAL" clId="{977EEFC1-1CBA-418C-B7A6-63C2CC8884F1}" dt="2025-10-07T12:13:49.690" v="770" actId="47"/>
        <pc:sldMkLst>
          <pc:docMk/>
          <pc:sldMk cId="415086705" sldId="505"/>
        </pc:sldMkLst>
      </pc:sldChg>
      <pc:sldChg chg="add del">
        <pc:chgData name="Chris Alvin" userId="1477fe7d-12c1-4dcd-b708-f1331679ff1c" providerId="ADAL" clId="{977EEFC1-1CBA-418C-B7A6-63C2CC8884F1}" dt="2025-10-07T12:13:40.420" v="768" actId="2696"/>
        <pc:sldMkLst>
          <pc:docMk/>
          <pc:sldMk cId="2203305577" sldId="505"/>
        </pc:sldMkLst>
      </pc:sldChg>
      <pc:sldChg chg="addSp delSp modSp add mod delAnim modAnim">
        <pc:chgData name="Chris Alvin" userId="1477fe7d-12c1-4dcd-b708-f1331679ff1c" providerId="ADAL" clId="{977EEFC1-1CBA-418C-B7A6-63C2CC8884F1}" dt="2025-10-07T16:45:48.028" v="1012" actId="1076"/>
        <pc:sldMkLst>
          <pc:docMk/>
          <pc:sldMk cId="2531573933" sldId="505"/>
        </pc:sldMkLst>
        <pc:spChg chg="add mod">
          <ac:chgData name="Chris Alvin" userId="1477fe7d-12c1-4dcd-b708-f1331679ff1c" providerId="ADAL" clId="{977EEFC1-1CBA-418C-B7A6-63C2CC8884F1}" dt="2025-10-07T16:44:05.838" v="1006" actId="14100"/>
          <ac:spMkLst>
            <pc:docMk/>
            <pc:sldMk cId="2531573933" sldId="505"/>
            <ac:spMk id="2" creationId="{0159562E-B05A-CFAC-283C-3DA3E6B8F2E6}"/>
          </ac:spMkLst>
        </pc:spChg>
        <pc:spChg chg="add mod">
          <ac:chgData name="Chris Alvin" userId="1477fe7d-12c1-4dcd-b708-f1331679ff1c" providerId="ADAL" clId="{977EEFC1-1CBA-418C-B7A6-63C2CC8884F1}" dt="2025-10-07T16:45:48.028" v="1012" actId="1076"/>
          <ac:spMkLst>
            <pc:docMk/>
            <pc:sldMk cId="2531573933" sldId="505"/>
            <ac:spMk id="3" creationId="{ADD56ED8-97D4-0610-CBDD-2CF8BDECF042}"/>
          </ac:spMkLst>
        </pc:spChg>
        <pc:spChg chg="add mod">
          <ac:chgData name="Chris Alvin" userId="1477fe7d-12c1-4dcd-b708-f1331679ff1c" providerId="ADAL" clId="{977EEFC1-1CBA-418C-B7A6-63C2CC8884F1}" dt="2025-10-07T16:32:34.303" v="891" actId="14100"/>
          <ac:spMkLst>
            <pc:docMk/>
            <pc:sldMk cId="2531573933" sldId="505"/>
            <ac:spMk id="4" creationId="{3C559DAD-54A0-3A3F-E71D-40ECFE23C353}"/>
          </ac:spMkLst>
        </pc:spChg>
        <pc:spChg chg="mod">
          <ac:chgData name="Chris Alvin" userId="1477fe7d-12c1-4dcd-b708-f1331679ff1c" providerId="ADAL" clId="{977EEFC1-1CBA-418C-B7A6-63C2CC8884F1}" dt="2025-10-07T16:32:22.578" v="888" actId="6549"/>
          <ac:spMkLst>
            <pc:docMk/>
            <pc:sldMk cId="2531573933" sldId="505"/>
            <ac:spMk id="6" creationId="{E075C9AE-EFBF-BBE2-D621-15B93252F88B}"/>
          </ac:spMkLst>
        </pc:spChg>
        <pc:spChg chg="add mod">
          <ac:chgData name="Chris Alvin" userId="1477fe7d-12c1-4dcd-b708-f1331679ff1c" providerId="ADAL" clId="{977EEFC1-1CBA-418C-B7A6-63C2CC8884F1}" dt="2025-10-07T16:43:35.128" v="986" actId="1076"/>
          <ac:spMkLst>
            <pc:docMk/>
            <pc:sldMk cId="2531573933" sldId="505"/>
            <ac:spMk id="7" creationId="{2B523D76-4FC8-122D-0B76-C12E73F9C094}"/>
          </ac:spMkLst>
        </pc:spChg>
        <pc:spChg chg="add mod">
          <ac:chgData name="Chris Alvin" userId="1477fe7d-12c1-4dcd-b708-f1331679ff1c" providerId="ADAL" clId="{977EEFC1-1CBA-418C-B7A6-63C2CC8884F1}" dt="2025-10-07T16:45:42.728" v="1011" actId="1076"/>
          <ac:spMkLst>
            <pc:docMk/>
            <pc:sldMk cId="2531573933" sldId="505"/>
            <ac:spMk id="8" creationId="{8EB20C59-A33F-A6FC-3488-B4AF56C7BA1E}"/>
          </ac:spMkLst>
        </pc:spChg>
        <pc:spChg chg="del">
          <ac:chgData name="Chris Alvin" userId="1477fe7d-12c1-4dcd-b708-f1331679ff1c" providerId="ADAL" clId="{977EEFC1-1CBA-418C-B7A6-63C2CC8884F1}" dt="2025-10-07T12:16:16.300" v="774" actId="478"/>
          <ac:spMkLst>
            <pc:docMk/>
            <pc:sldMk cId="2531573933" sldId="505"/>
            <ac:spMk id="8" creationId="{F91503BA-9F3A-B7D4-D50B-9F8C140DE4B8}"/>
          </ac:spMkLst>
        </pc:spChg>
        <pc:spChg chg="add mod">
          <ac:chgData name="Chris Alvin" userId="1477fe7d-12c1-4dcd-b708-f1331679ff1c" providerId="ADAL" clId="{977EEFC1-1CBA-418C-B7A6-63C2CC8884F1}" dt="2025-10-07T16:43:04.238" v="984" actId="1076"/>
          <ac:spMkLst>
            <pc:docMk/>
            <pc:sldMk cId="2531573933" sldId="505"/>
            <ac:spMk id="9" creationId="{F9D00F92-230C-6130-E2EC-46F1D39CC1C5}"/>
          </ac:spMkLst>
        </pc:spChg>
        <pc:spChg chg="del">
          <ac:chgData name="Chris Alvin" userId="1477fe7d-12c1-4dcd-b708-f1331679ff1c" providerId="ADAL" clId="{977EEFC1-1CBA-418C-B7A6-63C2CC8884F1}" dt="2025-10-07T12:16:16.300" v="774" actId="478"/>
          <ac:spMkLst>
            <pc:docMk/>
            <pc:sldMk cId="2531573933" sldId="505"/>
            <ac:spMk id="15" creationId="{47C64D15-A683-C8DF-B137-F608AD153001}"/>
          </ac:spMkLst>
        </pc:spChg>
        <pc:spChg chg="del">
          <ac:chgData name="Chris Alvin" userId="1477fe7d-12c1-4dcd-b708-f1331679ff1c" providerId="ADAL" clId="{977EEFC1-1CBA-418C-B7A6-63C2CC8884F1}" dt="2025-10-07T12:16:23.574" v="778" actId="478"/>
          <ac:spMkLst>
            <pc:docMk/>
            <pc:sldMk cId="2531573933" sldId="505"/>
            <ac:spMk id="19" creationId="{3CA7FD8A-67F5-C77D-9BF7-45DA2FF280C0}"/>
          </ac:spMkLst>
        </pc:spChg>
        <pc:spChg chg="del">
          <ac:chgData name="Chris Alvin" userId="1477fe7d-12c1-4dcd-b708-f1331679ff1c" providerId="ADAL" clId="{977EEFC1-1CBA-418C-B7A6-63C2CC8884F1}" dt="2025-10-07T12:16:16.300" v="774" actId="478"/>
          <ac:spMkLst>
            <pc:docMk/>
            <pc:sldMk cId="2531573933" sldId="505"/>
            <ac:spMk id="20" creationId="{967B85AC-B6E2-2BAC-9372-A4F117FC16F2}"/>
          </ac:spMkLst>
        </pc:spChg>
        <pc:spChg chg="del">
          <ac:chgData name="Chris Alvin" userId="1477fe7d-12c1-4dcd-b708-f1331679ff1c" providerId="ADAL" clId="{977EEFC1-1CBA-418C-B7A6-63C2CC8884F1}" dt="2025-10-07T12:16:16.300" v="774" actId="478"/>
          <ac:spMkLst>
            <pc:docMk/>
            <pc:sldMk cId="2531573933" sldId="505"/>
            <ac:spMk id="22" creationId="{E88C4149-3C1F-C8B9-2485-D8D06721F5CA}"/>
          </ac:spMkLst>
        </pc:spChg>
        <pc:spChg chg="del">
          <ac:chgData name="Chris Alvin" userId="1477fe7d-12c1-4dcd-b708-f1331679ff1c" providerId="ADAL" clId="{977EEFC1-1CBA-418C-B7A6-63C2CC8884F1}" dt="2025-10-07T12:16:16.300" v="774" actId="478"/>
          <ac:spMkLst>
            <pc:docMk/>
            <pc:sldMk cId="2531573933" sldId="505"/>
            <ac:spMk id="23" creationId="{0EC8CC89-664A-05D1-52BD-4DA28C04C900}"/>
          </ac:spMkLst>
        </pc:spChg>
        <pc:grpChg chg="del">
          <ac:chgData name="Chris Alvin" userId="1477fe7d-12c1-4dcd-b708-f1331679ff1c" providerId="ADAL" clId="{977EEFC1-1CBA-418C-B7A6-63C2CC8884F1}" dt="2025-10-07T12:16:16.300" v="774" actId="478"/>
          <ac:grpSpMkLst>
            <pc:docMk/>
            <pc:sldMk cId="2531573933" sldId="505"/>
            <ac:grpSpMk id="17" creationId="{418FBF62-B27E-5EB8-D6B8-E1D540C1F8B2}"/>
          </ac:grpSpMkLst>
        </pc:grpChg>
        <pc:picChg chg="add mod modCrop">
          <ac:chgData name="Chris Alvin" userId="1477fe7d-12c1-4dcd-b708-f1331679ff1c" providerId="ADAL" clId="{977EEFC1-1CBA-418C-B7A6-63C2CC8884F1}" dt="2025-10-07T16:33:05.419" v="893" actId="732"/>
          <ac:picMkLst>
            <pc:docMk/>
            <pc:sldMk cId="2531573933" sldId="505"/>
            <ac:picMk id="5" creationId="{9A5CFA18-06E3-4CD2-C0A0-78F0BB88A7DB}"/>
          </ac:picMkLst>
        </pc:picChg>
        <pc:picChg chg="del">
          <ac:chgData name="Chris Alvin" userId="1477fe7d-12c1-4dcd-b708-f1331679ff1c" providerId="ADAL" clId="{977EEFC1-1CBA-418C-B7A6-63C2CC8884F1}" dt="2025-10-07T12:16:19.155" v="775" actId="478"/>
          <ac:picMkLst>
            <pc:docMk/>
            <pc:sldMk cId="2531573933" sldId="505"/>
            <ac:picMk id="24" creationId="{AF3E2D28-46AF-B409-3861-82E435541B88}"/>
          </ac:picMkLst>
        </pc:picChg>
        <pc:picChg chg="del">
          <ac:chgData name="Chris Alvin" userId="1477fe7d-12c1-4dcd-b708-f1331679ff1c" providerId="ADAL" clId="{977EEFC1-1CBA-418C-B7A6-63C2CC8884F1}" dt="2025-10-07T12:16:19.155" v="775" actId="478"/>
          <ac:picMkLst>
            <pc:docMk/>
            <pc:sldMk cId="2531573933" sldId="505"/>
            <ac:picMk id="25" creationId="{68439FC3-BEF3-8748-7B9D-C67582D5458F}"/>
          </ac:picMkLst>
        </pc:picChg>
        <pc:picChg chg="del">
          <ac:chgData name="Chris Alvin" userId="1477fe7d-12c1-4dcd-b708-f1331679ff1c" providerId="ADAL" clId="{977EEFC1-1CBA-418C-B7A6-63C2CC8884F1}" dt="2025-10-07T12:16:19.155" v="775" actId="478"/>
          <ac:picMkLst>
            <pc:docMk/>
            <pc:sldMk cId="2531573933" sldId="505"/>
            <ac:picMk id="26" creationId="{1AAF088E-9F18-3155-35E3-40F752216068}"/>
          </ac:picMkLst>
        </pc:picChg>
      </pc:sldChg>
      <pc:sldChg chg="modSp add del mod">
        <pc:chgData name="Chris Alvin" userId="1477fe7d-12c1-4dcd-b708-f1331679ff1c" providerId="ADAL" clId="{977EEFC1-1CBA-418C-B7A6-63C2CC8884F1}" dt="2025-10-07T12:12:55.373" v="766" actId="2696"/>
        <pc:sldMkLst>
          <pc:docMk/>
          <pc:sldMk cId="3297458124" sldId="505"/>
        </pc:sldMkLst>
        <pc:spChg chg="mod">
          <ac:chgData name="Chris Alvin" userId="1477fe7d-12c1-4dcd-b708-f1331679ff1c" providerId="ADAL" clId="{977EEFC1-1CBA-418C-B7A6-63C2CC8884F1}" dt="2025-10-07T12:04:34.686" v="700" actId="20577"/>
          <ac:spMkLst>
            <pc:docMk/>
            <pc:sldMk cId="3297458124" sldId="505"/>
            <ac:spMk id="2" creationId="{7F52DA84-0523-00E3-A13F-BC16D3AF0E82}"/>
          </ac:spMkLst>
        </pc:spChg>
      </pc:sldChg>
    </pc:docChg>
  </pc:docChgLst>
  <pc:docChgLst>
    <pc:chgData name="Chris Alvin" userId="1477fe7d-12c1-4dcd-b708-f1331679ff1c" providerId="ADAL" clId="{CD4E6785-2078-44A9-ABE8-359FB6C675D7}"/>
    <pc:docChg chg="undo custSel addSld delSld modSld addSection modSection">
      <pc:chgData name="Chris Alvin" userId="1477fe7d-12c1-4dcd-b708-f1331679ff1c" providerId="ADAL" clId="{CD4E6785-2078-44A9-ABE8-359FB6C675D7}" dt="2023-09-25T16:03:23.948" v="3191" actId="14734"/>
      <pc:docMkLst>
        <pc:docMk/>
      </pc:docMkLst>
      <pc:sldChg chg="modSp mod">
        <pc:chgData name="Chris Alvin" userId="1477fe7d-12c1-4dcd-b708-f1331679ff1c" providerId="ADAL" clId="{CD4E6785-2078-44A9-ABE8-359FB6C675D7}" dt="2023-09-14T17:53:22.270" v="1" actId="1076"/>
        <pc:sldMkLst>
          <pc:docMk/>
          <pc:sldMk cId="340332717" sldId="452"/>
        </pc:sldMkLst>
      </pc:sldChg>
      <pc:sldChg chg="addSp delSp modSp mod modAnim">
        <pc:chgData name="Chris Alvin" userId="1477fe7d-12c1-4dcd-b708-f1331679ff1c" providerId="ADAL" clId="{CD4E6785-2078-44A9-ABE8-359FB6C675D7}" dt="2023-09-15T13:02:54.451" v="891" actId="21"/>
        <pc:sldMkLst>
          <pc:docMk/>
          <pc:sldMk cId="2561750512" sldId="453"/>
        </pc:sldMkLst>
      </pc:sldChg>
      <pc:sldChg chg="modSp mod">
        <pc:chgData name="Chris Alvin" userId="1477fe7d-12c1-4dcd-b708-f1331679ff1c" providerId="ADAL" clId="{CD4E6785-2078-44A9-ABE8-359FB6C675D7}" dt="2023-09-14T18:02:49.545" v="228" actId="20577"/>
        <pc:sldMkLst>
          <pc:docMk/>
          <pc:sldMk cId="205019521" sldId="454"/>
        </pc:sldMkLst>
      </pc:sldChg>
      <pc:sldChg chg="modSp mod">
        <pc:chgData name="Chris Alvin" userId="1477fe7d-12c1-4dcd-b708-f1331679ff1c" providerId="ADAL" clId="{CD4E6785-2078-44A9-ABE8-359FB6C675D7}" dt="2023-09-14T18:00:05.600" v="196" actId="20577"/>
        <pc:sldMkLst>
          <pc:docMk/>
          <pc:sldMk cId="895025596" sldId="455"/>
        </pc:sldMkLst>
      </pc:sldChg>
      <pc:sldChg chg="modAnim">
        <pc:chgData name="Chris Alvin" userId="1477fe7d-12c1-4dcd-b708-f1331679ff1c" providerId="ADAL" clId="{CD4E6785-2078-44A9-ABE8-359FB6C675D7}" dt="2023-09-14T17:54:21.186" v="5"/>
        <pc:sldMkLst>
          <pc:docMk/>
          <pc:sldMk cId="2812581051" sldId="456"/>
        </pc:sldMkLst>
      </pc:sldChg>
      <pc:sldChg chg="modAnim">
        <pc:chgData name="Chris Alvin" userId="1477fe7d-12c1-4dcd-b708-f1331679ff1c" providerId="ADAL" clId="{CD4E6785-2078-44A9-ABE8-359FB6C675D7}" dt="2023-09-15T12:19:17.691" v="658"/>
        <pc:sldMkLst>
          <pc:docMk/>
          <pc:sldMk cId="1066464949" sldId="458"/>
        </pc:sldMkLst>
      </pc:sldChg>
      <pc:sldChg chg="modSp mod">
        <pc:chgData name="Chris Alvin" userId="1477fe7d-12c1-4dcd-b708-f1331679ff1c" providerId="ADAL" clId="{CD4E6785-2078-44A9-ABE8-359FB6C675D7}" dt="2023-09-15T12:19:48.947" v="660" actId="1076"/>
        <pc:sldMkLst>
          <pc:docMk/>
          <pc:sldMk cId="2625430326" sldId="460"/>
        </pc:sldMkLst>
      </pc:sldChg>
      <pc:sldChg chg="addSp delSp modSp modAnim">
        <pc:chgData name="Chris Alvin" userId="1477fe7d-12c1-4dcd-b708-f1331679ff1c" providerId="ADAL" clId="{CD4E6785-2078-44A9-ABE8-359FB6C675D7}" dt="2023-09-15T12:23:09.210" v="673" actId="165"/>
        <pc:sldMkLst>
          <pc:docMk/>
          <pc:sldMk cId="491794072" sldId="461"/>
        </pc:sldMkLst>
      </pc:sldChg>
      <pc:sldChg chg="addSp delSp modSp mod">
        <pc:chgData name="Chris Alvin" userId="1477fe7d-12c1-4dcd-b708-f1331679ff1c" providerId="ADAL" clId="{CD4E6785-2078-44A9-ABE8-359FB6C675D7}" dt="2023-09-15T12:25:02.592" v="694" actId="1076"/>
        <pc:sldMkLst>
          <pc:docMk/>
          <pc:sldMk cId="2275880320" sldId="462"/>
        </pc:sldMkLst>
      </pc:sldChg>
      <pc:sldChg chg="addSp delSp modSp modAnim">
        <pc:chgData name="Chris Alvin" userId="1477fe7d-12c1-4dcd-b708-f1331679ff1c" providerId="ADAL" clId="{CD4E6785-2078-44A9-ABE8-359FB6C675D7}" dt="2023-09-15T13:03:01.727" v="893"/>
        <pc:sldMkLst>
          <pc:docMk/>
          <pc:sldMk cId="2431534461" sldId="463"/>
        </pc:sldMkLst>
      </pc:sldChg>
      <pc:sldChg chg="addSp modSp mod modAnim">
        <pc:chgData name="Chris Alvin" userId="1477fe7d-12c1-4dcd-b708-f1331679ff1c" providerId="ADAL" clId="{CD4E6785-2078-44A9-ABE8-359FB6C675D7}" dt="2023-09-15T13:03:18.842" v="896" actId="1076"/>
        <pc:sldMkLst>
          <pc:docMk/>
          <pc:sldMk cId="2630519163" sldId="464"/>
        </pc:sldMkLst>
      </pc:sldChg>
      <pc:sldChg chg="modSp del mod">
        <pc:chgData name="Chris Alvin" userId="1477fe7d-12c1-4dcd-b708-f1331679ff1c" providerId="ADAL" clId="{CD4E6785-2078-44A9-ABE8-359FB6C675D7}" dt="2023-09-15T14:58:33.348" v="2272" actId="47"/>
        <pc:sldMkLst>
          <pc:docMk/>
          <pc:sldMk cId="3264393311" sldId="465"/>
        </pc:sldMkLst>
      </pc:sldChg>
      <pc:sldChg chg="addSp delSp modSp add mod delAnim modAnim">
        <pc:chgData name="Chris Alvin" userId="1477fe7d-12c1-4dcd-b708-f1331679ff1c" providerId="ADAL" clId="{CD4E6785-2078-44A9-ABE8-359FB6C675D7}" dt="2023-09-15T12:11:33.731" v="654"/>
        <pc:sldMkLst>
          <pc:docMk/>
          <pc:sldMk cId="3163421995" sldId="466"/>
        </pc:sldMkLst>
      </pc:sldChg>
      <pc:sldChg chg="addSp delSp modSp add mod modAnim">
        <pc:chgData name="Chris Alvin" userId="1477fe7d-12c1-4dcd-b708-f1331679ff1c" providerId="ADAL" clId="{CD4E6785-2078-44A9-ABE8-359FB6C675D7}" dt="2023-09-15T12:33:40.660" v="821"/>
        <pc:sldMkLst>
          <pc:docMk/>
          <pc:sldMk cId="3683945049" sldId="467"/>
        </pc:sldMkLst>
      </pc:sldChg>
      <pc:sldChg chg="addSp delSp modSp add mod delAnim">
        <pc:chgData name="Chris Alvin" userId="1477fe7d-12c1-4dcd-b708-f1331679ff1c" providerId="ADAL" clId="{CD4E6785-2078-44A9-ABE8-359FB6C675D7}" dt="2023-09-15T13:37:29.478" v="1559" actId="1076"/>
        <pc:sldMkLst>
          <pc:docMk/>
          <pc:sldMk cId="2440365902" sldId="468"/>
        </pc:sldMkLst>
      </pc:sldChg>
      <pc:sldChg chg="modSp add mod">
        <pc:chgData name="Chris Alvin" userId="1477fe7d-12c1-4dcd-b708-f1331679ff1c" providerId="ADAL" clId="{CD4E6785-2078-44A9-ABE8-359FB6C675D7}" dt="2023-09-15T13:40:14.672" v="1671" actId="20577"/>
        <pc:sldMkLst>
          <pc:docMk/>
          <pc:sldMk cId="1469416666" sldId="469"/>
        </pc:sldMkLst>
      </pc:sldChg>
      <pc:sldChg chg="modSp add del mod">
        <pc:chgData name="Chris Alvin" userId="1477fe7d-12c1-4dcd-b708-f1331679ff1c" providerId="ADAL" clId="{CD4E6785-2078-44A9-ABE8-359FB6C675D7}" dt="2023-09-15T13:35:18.919" v="1476" actId="47"/>
        <pc:sldMkLst>
          <pc:docMk/>
          <pc:sldMk cId="3965937607" sldId="469"/>
        </pc:sldMkLst>
      </pc:sldChg>
      <pc:sldChg chg="addSp delSp modSp add mod modAnim">
        <pc:chgData name="Chris Alvin" userId="1477fe7d-12c1-4dcd-b708-f1331679ff1c" providerId="ADAL" clId="{CD4E6785-2078-44A9-ABE8-359FB6C675D7}" dt="2023-09-15T13:54:09.815" v="2245" actId="1076"/>
        <pc:sldMkLst>
          <pc:docMk/>
          <pc:sldMk cId="287001842" sldId="470"/>
        </pc:sldMkLst>
      </pc:sldChg>
      <pc:sldChg chg="addSp delSp modSp add mod modAnim">
        <pc:chgData name="Chris Alvin" userId="1477fe7d-12c1-4dcd-b708-f1331679ff1c" providerId="ADAL" clId="{CD4E6785-2078-44A9-ABE8-359FB6C675D7}" dt="2023-09-21T12:06:03.995" v="2989"/>
        <pc:sldMkLst>
          <pc:docMk/>
          <pc:sldMk cId="4111445587" sldId="471"/>
        </pc:sldMkLst>
      </pc:sldChg>
      <pc:sldChg chg="addSp delSp modSp new mod modAnim">
        <pc:chgData name="Chris Alvin" userId="1477fe7d-12c1-4dcd-b708-f1331679ff1c" providerId="ADAL" clId="{CD4E6785-2078-44A9-ABE8-359FB6C675D7}" dt="2023-09-25T16:03:23.948" v="3191" actId="14734"/>
        <pc:sldMkLst>
          <pc:docMk/>
          <pc:sldMk cId="2547813473" sldId="472"/>
        </pc:sldMkLst>
      </pc:sldChg>
    </pc:docChg>
  </pc:docChgLst>
  <pc:docChgLst>
    <pc:chgData name="Chris Alvin" userId="1477fe7d-12c1-4dcd-b708-f1331679ff1c" providerId="ADAL" clId="{D6CED70A-8B70-4923-B362-BE20E07CC71E}"/>
    <pc:docChg chg="undo redo custSel addSld delSld modSld sldOrd">
      <pc:chgData name="Chris Alvin" userId="1477fe7d-12c1-4dcd-b708-f1331679ff1c" providerId="ADAL" clId="{D6CED70A-8B70-4923-B362-BE20E07CC71E}" dt="2025-06-25T20:46:56.127" v="11190"/>
      <pc:docMkLst>
        <pc:docMk/>
      </pc:docMkLst>
      <pc:sldChg chg="modSp add del mod modTransition">
        <pc:chgData name="Chris Alvin" userId="1477fe7d-12c1-4dcd-b708-f1331679ff1c" providerId="ADAL" clId="{D6CED70A-8B70-4923-B362-BE20E07CC71E}" dt="2025-06-23T15:43:15.568" v="928" actId="47"/>
        <pc:sldMkLst>
          <pc:docMk/>
          <pc:sldMk cId="0" sldId="256"/>
        </pc:sldMkLst>
      </pc:sldChg>
      <pc:sldChg chg="add del modTransition">
        <pc:chgData name="Chris Alvin" userId="1477fe7d-12c1-4dcd-b708-f1331679ff1c" providerId="ADAL" clId="{D6CED70A-8B70-4923-B362-BE20E07CC71E}" dt="2025-06-23T15:43:16.380" v="929" actId="47"/>
        <pc:sldMkLst>
          <pc:docMk/>
          <pc:sldMk cId="0" sldId="257"/>
        </pc:sldMkLst>
      </pc:sldChg>
      <pc:sldChg chg="modSp add del mod modTransition">
        <pc:chgData name="Chris Alvin" userId="1477fe7d-12c1-4dcd-b708-f1331679ff1c" providerId="ADAL" clId="{D6CED70A-8B70-4923-B362-BE20E07CC71E}" dt="2025-06-23T15:43:18.967" v="930" actId="47"/>
        <pc:sldMkLst>
          <pc:docMk/>
          <pc:sldMk cId="0" sldId="258"/>
        </pc:sldMkLst>
      </pc:sldChg>
      <pc:sldChg chg="del">
        <pc:chgData name="Chris Alvin" userId="1477fe7d-12c1-4dcd-b708-f1331679ff1c" providerId="ADAL" clId="{D6CED70A-8B70-4923-B362-BE20E07CC71E}" dt="2025-06-22T12:15:19.239" v="52" actId="47"/>
        <pc:sldMkLst>
          <pc:docMk/>
          <pc:sldMk cId="0" sldId="259"/>
        </pc:sldMkLst>
      </pc:sldChg>
      <pc:sldChg chg="del">
        <pc:chgData name="Chris Alvin" userId="1477fe7d-12c1-4dcd-b708-f1331679ff1c" providerId="ADAL" clId="{D6CED70A-8B70-4923-B362-BE20E07CC71E}" dt="2025-06-22T12:15:19.239" v="52" actId="47"/>
        <pc:sldMkLst>
          <pc:docMk/>
          <pc:sldMk cId="0" sldId="260"/>
        </pc:sldMkLst>
      </pc:sldChg>
      <pc:sldChg chg="modSp add del mod modTransition">
        <pc:chgData name="Chris Alvin" userId="1477fe7d-12c1-4dcd-b708-f1331679ff1c" providerId="ADAL" clId="{D6CED70A-8B70-4923-B362-BE20E07CC71E}" dt="2025-06-23T16:50:54.291" v="1186" actId="47"/>
        <pc:sldMkLst>
          <pc:docMk/>
          <pc:sldMk cId="0" sldId="261"/>
        </pc:sldMkLst>
      </pc:sldChg>
      <pc:sldChg chg="del">
        <pc:chgData name="Chris Alvin" userId="1477fe7d-12c1-4dcd-b708-f1331679ff1c" providerId="ADAL" clId="{D6CED70A-8B70-4923-B362-BE20E07CC71E}" dt="2025-06-22T12:15:19.239" v="52" actId="47"/>
        <pc:sldMkLst>
          <pc:docMk/>
          <pc:sldMk cId="0" sldId="262"/>
        </pc:sldMkLst>
      </pc:sldChg>
      <pc:sldChg chg="del">
        <pc:chgData name="Chris Alvin" userId="1477fe7d-12c1-4dcd-b708-f1331679ff1c" providerId="ADAL" clId="{D6CED70A-8B70-4923-B362-BE20E07CC71E}" dt="2025-06-22T12:15:19.239" v="52" actId="47"/>
        <pc:sldMkLst>
          <pc:docMk/>
          <pc:sldMk cId="0" sldId="263"/>
        </pc:sldMkLst>
      </pc:sldChg>
      <pc:sldChg chg="del">
        <pc:chgData name="Chris Alvin" userId="1477fe7d-12c1-4dcd-b708-f1331679ff1c" providerId="ADAL" clId="{D6CED70A-8B70-4923-B362-BE20E07CC71E}" dt="2025-06-22T12:15:19.239" v="52" actId="47"/>
        <pc:sldMkLst>
          <pc:docMk/>
          <pc:sldMk cId="0" sldId="264"/>
        </pc:sldMkLst>
      </pc:sldChg>
      <pc:sldChg chg="modSp mod">
        <pc:chgData name="Chris Alvin" userId="1477fe7d-12c1-4dcd-b708-f1331679ff1c" providerId="ADAL" clId="{D6CED70A-8B70-4923-B362-BE20E07CC71E}" dt="2025-06-23T14:43:02.219" v="59" actId="6549"/>
        <pc:sldMkLst>
          <pc:docMk/>
          <pc:sldMk cId="923078003" sldId="265"/>
        </pc:sldMkLst>
      </pc:sldChg>
      <pc:sldChg chg="del">
        <pc:chgData name="Chris Alvin" userId="1477fe7d-12c1-4dcd-b708-f1331679ff1c" providerId="ADAL" clId="{D6CED70A-8B70-4923-B362-BE20E07CC71E}" dt="2025-06-22T12:15:19.239" v="52" actId="47"/>
        <pc:sldMkLst>
          <pc:docMk/>
          <pc:sldMk cId="0" sldId="266"/>
        </pc:sldMkLst>
      </pc:sldChg>
      <pc:sldChg chg="del">
        <pc:chgData name="Chris Alvin" userId="1477fe7d-12c1-4dcd-b708-f1331679ff1c" providerId="ADAL" clId="{D6CED70A-8B70-4923-B362-BE20E07CC71E}" dt="2025-06-22T12:15:19.239" v="52" actId="47"/>
        <pc:sldMkLst>
          <pc:docMk/>
          <pc:sldMk cId="0" sldId="267"/>
        </pc:sldMkLst>
      </pc:sldChg>
      <pc:sldChg chg="del">
        <pc:chgData name="Chris Alvin" userId="1477fe7d-12c1-4dcd-b708-f1331679ff1c" providerId="ADAL" clId="{D6CED70A-8B70-4923-B362-BE20E07CC71E}" dt="2025-06-22T12:15:19.239" v="52" actId="47"/>
        <pc:sldMkLst>
          <pc:docMk/>
          <pc:sldMk cId="0" sldId="268"/>
        </pc:sldMkLst>
      </pc:sldChg>
      <pc:sldChg chg="modSp add del mod modTransition">
        <pc:chgData name="Chris Alvin" userId="1477fe7d-12c1-4dcd-b708-f1331679ff1c" providerId="ADAL" clId="{D6CED70A-8B70-4923-B362-BE20E07CC71E}" dt="2025-06-23T18:21:20.015" v="2148" actId="2696"/>
        <pc:sldMkLst>
          <pc:docMk/>
          <pc:sldMk cId="0" sldId="269"/>
        </pc:sldMkLst>
      </pc:sldChg>
      <pc:sldChg chg="addSp delSp modSp add mod modAnim">
        <pc:chgData name="Chris Alvin" userId="1477fe7d-12c1-4dcd-b708-f1331679ff1c" providerId="ADAL" clId="{D6CED70A-8B70-4923-B362-BE20E07CC71E}" dt="2025-06-25T17:54:20.072" v="9807" actId="1036"/>
        <pc:sldMkLst>
          <pc:docMk/>
          <pc:sldMk cId="2188563606" sldId="269"/>
        </pc:sldMkLst>
      </pc:sldChg>
      <pc:sldChg chg="add del modTransition">
        <pc:chgData name="Chris Alvin" userId="1477fe7d-12c1-4dcd-b708-f1331679ff1c" providerId="ADAL" clId="{D6CED70A-8B70-4923-B362-BE20E07CC71E}" dt="2025-06-23T18:21:20.015" v="2148" actId="2696"/>
        <pc:sldMkLst>
          <pc:docMk/>
          <pc:sldMk cId="0" sldId="270"/>
        </pc:sldMkLst>
      </pc:sldChg>
      <pc:sldChg chg="add del">
        <pc:chgData name="Chris Alvin" userId="1477fe7d-12c1-4dcd-b708-f1331679ff1c" providerId="ADAL" clId="{D6CED70A-8B70-4923-B362-BE20E07CC71E}" dt="2025-06-23T18:45:47.438" v="2622" actId="47"/>
        <pc:sldMkLst>
          <pc:docMk/>
          <pc:sldMk cId="625677787" sldId="270"/>
        </pc:sldMkLst>
      </pc:sldChg>
      <pc:sldChg chg="modSp add del mod modTransition">
        <pc:chgData name="Chris Alvin" userId="1477fe7d-12c1-4dcd-b708-f1331679ff1c" providerId="ADAL" clId="{D6CED70A-8B70-4923-B362-BE20E07CC71E}" dt="2025-06-24T19:13:10.774" v="7294" actId="47"/>
        <pc:sldMkLst>
          <pc:docMk/>
          <pc:sldMk cId="0" sldId="271"/>
        </pc:sldMkLst>
      </pc:sldChg>
      <pc:sldChg chg="addSp delSp modSp add mod ord modTransition modAnim">
        <pc:chgData name="Chris Alvin" userId="1477fe7d-12c1-4dcd-b708-f1331679ff1c" providerId="ADAL" clId="{D6CED70A-8B70-4923-B362-BE20E07CC71E}" dt="2025-06-24T13:39:00.862" v="4655"/>
        <pc:sldMkLst>
          <pc:docMk/>
          <pc:sldMk cId="0" sldId="272"/>
        </pc:sldMkLst>
      </pc:sldChg>
      <pc:sldChg chg="del">
        <pc:chgData name="Chris Alvin" userId="1477fe7d-12c1-4dcd-b708-f1331679ff1c" providerId="ADAL" clId="{D6CED70A-8B70-4923-B362-BE20E07CC71E}" dt="2025-06-22T12:15:19.239" v="52" actId="47"/>
        <pc:sldMkLst>
          <pc:docMk/>
          <pc:sldMk cId="0" sldId="273"/>
        </pc:sldMkLst>
      </pc:sldChg>
      <pc:sldChg chg="del">
        <pc:chgData name="Chris Alvin" userId="1477fe7d-12c1-4dcd-b708-f1331679ff1c" providerId="ADAL" clId="{D6CED70A-8B70-4923-B362-BE20E07CC71E}" dt="2025-06-22T12:15:19.239" v="52" actId="47"/>
        <pc:sldMkLst>
          <pc:docMk/>
          <pc:sldMk cId="0" sldId="274"/>
        </pc:sldMkLst>
      </pc:sldChg>
      <pc:sldChg chg="modSp add del mod modTransition">
        <pc:chgData name="Chris Alvin" userId="1477fe7d-12c1-4dcd-b708-f1331679ff1c" providerId="ADAL" clId="{D6CED70A-8B70-4923-B362-BE20E07CC71E}" dt="2025-06-24T19:13:47.175" v="7296" actId="47"/>
        <pc:sldMkLst>
          <pc:docMk/>
          <pc:sldMk cId="0" sldId="275"/>
        </pc:sldMkLst>
      </pc:sldChg>
      <pc:sldChg chg="del">
        <pc:chgData name="Chris Alvin" userId="1477fe7d-12c1-4dcd-b708-f1331679ff1c" providerId="ADAL" clId="{D6CED70A-8B70-4923-B362-BE20E07CC71E}" dt="2025-06-22T12:15:19.239" v="52" actId="47"/>
        <pc:sldMkLst>
          <pc:docMk/>
          <pc:sldMk cId="0" sldId="276"/>
        </pc:sldMkLst>
      </pc:sldChg>
      <pc:sldChg chg="modSp add del mod modTransition">
        <pc:chgData name="Chris Alvin" userId="1477fe7d-12c1-4dcd-b708-f1331679ff1c" providerId="ADAL" clId="{D6CED70A-8B70-4923-B362-BE20E07CC71E}" dt="2025-06-25T16:02:22.641" v="8042" actId="47"/>
        <pc:sldMkLst>
          <pc:docMk/>
          <pc:sldMk cId="0" sldId="277"/>
        </pc:sldMkLst>
      </pc:sldChg>
      <pc:sldChg chg="modSp add del mod modTransition">
        <pc:chgData name="Chris Alvin" userId="1477fe7d-12c1-4dcd-b708-f1331679ff1c" providerId="ADAL" clId="{D6CED70A-8B70-4923-B362-BE20E07CC71E}" dt="2025-06-25T16:02:32.567" v="8043" actId="47"/>
        <pc:sldMkLst>
          <pc:docMk/>
          <pc:sldMk cId="0" sldId="278"/>
        </pc:sldMkLst>
      </pc:sldChg>
      <pc:sldChg chg="modSp add del mod modTransition">
        <pc:chgData name="Chris Alvin" userId="1477fe7d-12c1-4dcd-b708-f1331679ff1c" providerId="ADAL" clId="{D6CED70A-8B70-4923-B362-BE20E07CC71E}" dt="2025-06-25T16:02:38.616" v="8044" actId="47"/>
        <pc:sldMkLst>
          <pc:docMk/>
          <pc:sldMk cId="0" sldId="279"/>
        </pc:sldMkLst>
      </pc:sldChg>
      <pc:sldChg chg="modSp add del mod modTransition">
        <pc:chgData name="Chris Alvin" userId="1477fe7d-12c1-4dcd-b708-f1331679ff1c" providerId="ADAL" clId="{D6CED70A-8B70-4923-B362-BE20E07CC71E}" dt="2025-06-25T16:02:42.059" v="8045" actId="47"/>
        <pc:sldMkLst>
          <pc:docMk/>
          <pc:sldMk cId="0" sldId="280"/>
        </pc:sldMkLst>
      </pc:sldChg>
      <pc:sldChg chg="modSp add del mod modTransition">
        <pc:chgData name="Chris Alvin" userId="1477fe7d-12c1-4dcd-b708-f1331679ff1c" providerId="ADAL" clId="{D6CED70A-8B70-4923-B362-BE20E07CC71E}" dt="2025-06-25T16:02:47.676" v="8046" actId="47"/>
        <pc:sldMkLst>
          <pc:docMk/>
          <pc:sldMk cId="0" sldId="281"/>
        </pc:sldMkLst>
      </pc:sldChg>
      <pc:sldChg chg="add del modTransition">
        <pc:chgData name="Chris Alvin" userId="1477fe7d-12c1-4dcd-b708-f1331679ff1c" providerId="ADAL" clId="{D6CED70A-8B70-4923-B362-BE20E07CC71E}" dt="2025-06-25T16:02:55.195" v="8047" actId="47"/>
        <pc:sldMkLst>
          <pc:docMk/>
          <pc:sldMk cId="0" sldId="282"/>
        </pc:sldMkLst>
      </pc:sldChg>
      <pc:sldChg chg="modSp add del mod modTransition">
        <pc:chgData name="Chris Alvin" userId="1477fe7d-12c1-4dcd-b708-f1331679ff1c" providerId="ADAL" clId="{D6CED70A-8B70-4923-B362-BE20E07CC71E}" dt="2025-06-25T16:49:26.598" v="8599" actId="2696"/>
        <pc:sldMkLst>
          <pc:docMk/>
          <pc:sldMk cId="0" sldId="283"/>
        </pc:sldMkLst>
      </pc:sldChg>
      <pc:sldChg chg="modSp add del mod modTransition">
        <pc:chgData name="Chris Alvin" userId="1477fe7d-12c1-4dcd-b708-f1331679ff1c" providerId="ADAL" clId="{D6CED70A-8B70-4923-B362-BE20E07CC71E}" dt="2025-06-25T20:46:35.028" v="11185" actId="47"/>
        <pc:sldMkLst>
          <pc:docMk/>
          <pc:sldMk cId="0" sldId="284"/>
        </pc:sldMkLst>
      </pc:sldChg>
      <pc:sldChg chg="modSp add del mod modTransition">
        <pc:chgData name="Chris Alvin" userId="1477fe7d-12c1-4dcd-b708-f1331679ff1c" providerId="ADAL" clId="{D6CED70A-8B70-4923-B362-BE20E07CC71E}" dt="2025-06-25T20:46:36.504" v="11186" actId="47"/>
        <pc:sldMkLst>
          <pc:docMk/>
          <pc:sldMk cId="0" sldId="285"/>
        </pc:sldMkLst>
      </pc:sldChg>
      <pc:sldChg chg="add del modTransition">
        <pc:chgData name="Chris Alvin" userId="1477fe7d-12c1-4dcd-b708-f1331679ff1c" providerId="ADAL" clId="{D6CED70A-8B70-4923-B362-BE20E07CC71E}" dt="2025-06-25T20:46:37.652" v="11187" actId="47"/>
        <pc:sldMkLst>
          <pc:docMk/>
          <pc:sldMk cId="0" sldId="286"/>
        </pc:sldMkLst>
      </pc:sldChg>
      <pc:sldChg chg="modSp add del mod modTransition">
        <pc:chgData name="Chris Alvin" userId="1477fe7d-12c1-4dcd-b708-f1331679ff1c" providerId="ADAL" clId="{D6CED70A-8B70-4923-B362-BE20E07CC71E}" dt="2025-06-25T20:46:40.993" v="11188" actId="47"/>
        <pc:sldMkLst>
          <pc:docMk/>
          <pc:sldMk cId="0" sldId="287"/>
        </pc:sldMkLst>
      </pc:sldChg>
      <pc:sldChg chg="modSp add del mod modTransition">
        <pc:chgData name="Chris Alvin" userId="1477fe7d-12c1-4dcd-b708-f1331679ff1c" providerId="ADAL" clId="{D6CED70A-8B70-4923-B362-BE20E07CC71E}" dt="2025-06-25T17:47:21.172" v="9623" actId="47"/>
        <pc:sldMkLst>
          <pc:docMk/>
          <pc:sldMk cId="0" sldId="288"/>
        </pc:sldMkLst>
      </pc:sldChg>
      <pc:sldChg chg="modSp add del mod modTransition">
        <pc:chgData name="Chris Alvin" userId="1477fe7d-12c1-4dcd-b708-f1331679ff1c" providerId="ADAL" clId="{D6CED70A-8B70-4923-B362-BE20E07CC71E}" dt="2025-06-25T17:39:18.757" v="9442" actId="47"/>
        <pc:sldMkLst>
          <pc:docMk/>
          <pc:sldMk cId="0" sldId="289"/>
        </pc:sldMkLst>
      </pc:sldChg>
      <pc:sldChg chg="modSp add del mod modTransition">
        <pc:chgData name="Chris Alvin" userId="1477fe7d-12c1-4dcd-b708-f1331679ff1c" providerId="ADAL" clId="{D6CED70A-8B70-4923-B362-BE20E07CC71E}" dt="2025-06-25T17:47:19.768" v="9622" actId="47"/>
        <pc:sldMkLst>
          <pc:docMk/>
          <pc:sldMk cId="0" sldId="290"/>
        </pc:sldMkLst>
      </pc:sldChg>
      <pc:sldChg chg="add del modTransition">
        <pc:chgData name="Chris Alvin" userId="1477fe7d-12c1-4dcd-b708-f1331679ff1c" providerId="ADAL" clId="{D6CED70A-8B70-4923-B362-BE20E07CC71E}" dt="2025-06-25T17:47:17.594" v="9621" actId="47"/>
        <pc:sldMkLst>
          <pc:docMk/>
          <pc:sldMk cId="0" sldId="291"/>
        </pc:sldMkLst>
      </pc:sldChg>
      <pc:sldChg chg="modSp add del mod modTransition">
        <pc:chgData name="Chris Alvin" userId="1477fe7d-12c1-4dcd-b708-f1331679ff1c" providerId="ADAL" clId="{D6CED70A-8B70-4923-B362-BE20E07CC71E}" dt="2025-06-25T17:47:16.734" v="9620" actId="47"/>
        <pc:sldMkLst>
          <pc:docMk/>
          <pc:sldMk cId="0" sldId="292"/>
        </pc:sldMkLst>
      </pc:sldChg>
      <pc:sldChg chg="addSp delSp modSp add mod delAnim modAnim">
        <pc:chgData name="Chris Alvin" userId="1477fe7d-12c1-4dcd-b708-f1331679ff1c" providerId="ADAL" clId="{D6CED70A-8B70-4923-B362-BE20E07CC71E}" dt="2025-06-24T19:14:19.838" v="7297"/>
        <pc:sldMkLst>
          <pc:docMk/>
          <pc:sldMk cId="3785297983" sldId="375"/>
        </pc:sldMkLst>
      </pc:sldChg>
      <pc:sldChg chg="add del">
        <pc:chgData name="Chris Alvin" userId="1477fe7d-12c1-4dcd-b708-f1331679ff1c" providerId="ADAL" clId="{D6CED70A-8B70-4923-B362-BE20E07CC71E}" dt="2025-06-24T19:13:03.474" v="7292" actId="47"/>
        <pc:sldMkLst>
          <pc:docMk/>
          <pc:sldMk cId="2695402166" sldId="378"/>
        </pc:sldMkLst>
      </pc:sldChg>
      <pc:sldChg chg="add del">
        <pc:chgData name="Chris Alvin" userId="1477fe7d-12c1-4dcd-b708-f1331679ff1c" providerId="ADAL" clId="{D6CED70A-8B70-4923-B362-BE20E07CC71E}" dt="2025-06-23T18:20:18.622" v="2144" actId="47"/>
        <pc:sldMkLst>
          <pc:docMk/>
          <pc:sldMk cId="804860994" sldId="388"/>
        </pc:sldMkLst>
      </pc:sldChg>
      <pc:sldChg chg="addSp delSp modSp add mod delAnim modAnim">
        <pc:chgData name="Chris Alvin" userId="1477fe7d-12c1-4dcd-b708-f1331679ff1c" providerId="ADAL" clId="{D6CED70A-8B70-4923-B362-BE20E07CC71E}" dt="2025-06-23T17:46:01.310" v="1538" actId="20577"/>
        <pc:sldMkLst>
          <pc:docMk/>
          <pc:sldMk cId="2988084381" sldId="389"/>
        </pc:sldMkLst>
      </pc:sldChg>
      <pc:sldChg chg="add del">
        <pc:chgData name="Chris Alvin" userId="1477fe7d-12c1-4dcd-b708-f1331679ff1c" providerId="ADAL" clId="{D6CED70A-8B70-4923-B362-BE20E07CC71E}" dt="2025-06-23T16:51:43.932" v="1187" actId="2696"/>
        <pc:sldMkLst>
          <pc:docMk/>
          <pc:sldMk cId="3866702727" sldId="389"/>
        </pc:sldMkLst>
      </pc:sldChg>
      <pc:sldChg chg="addSp delSp modSp add del mod">
        <pc:chgData name="Chris Alvin" userId="1477fe7d-12c1-4dcd-b708-f1331679ff1c" providerId="ADAL" clId="{D6CED70A-8B70-4923-B362-BE20E07CC71E}" dt="2025-06-23T18:21:39.392" v="2149" actId="47"/>
        <pc:sldMkLst>
          <pc:docMk/>
          <pc:sldMk cId="519142238" sldId="390"/>
        </pc:sldMkLst>
      </pc:sldChg>
      <pc:sldChg chg="add del">
        <pc:chgData name="Chris Alvin" userId="1477fe7d-12c1-4dcd-b708-f1331679ff1c" providerId="ADAL" clId="{D6CED70A-8B70-4923-B362-BE20E07CC71E}" dt="2025-06-24T13:39:22.572" v="4656" actId="47"/>
        <pc:sldMkLst>
          <pc:docMk/>
          <pc:sldMk cId="103322692" sldId="391"/>
        </pc:sldMkLst>
      </pc:sldChg>
      <pc:sldChg chg="add del">
        <pc:chgData name="Chris Alvin" userId="1477fe7d-12c1-4dcd-b708-f1331679ff1c" providerId="ADAL" clId="{D6CED70A-8B70-4923-B362-BE20E07CC71E}" dt="2025-06-24T14:26:47.821" v="5392" actId="47"/>
        <pc:sldMkLst>
          <pc:docMk/>
          <pc:sldMk cId="337546989" sldId="392"/>
        </pc:sldMkLst>
      </pc:sldChg>
      <pc:sldChg chg="addSp delSp modSp add mod modAnim">
        <pc:chgData name="Chris Alvin" userId="1477fe7d-12c1-4dcd-b708-f1331679ff1c" providerId="ADAL" clId="{D6CED70A-8B70-4923-B362-BE20E07CC71E}" dt="2025-06-24T15:08:36.141" v="5972" actId="14100"/>
        <pc:sldMkLst>
          <pc:docMk/>
          <pc:sldMk cId="2929010396" sldId="393"/>
        </pc:sldMkLst>
      </pc:sldChg>
      <pc:sldChg chg="add del">
        <pc:chgData name="Chris Alvin" userId="1477fe7d-12c1-4dcd-b708-f1331679ff1c" providerId="ADAL" clId="{D6CED70A-8B70-4923-B362-BE20E07CC71E}" dt="2025-06-24T19:04:28.325" v="7267" actId="47"/>
        <pc:sldMkLst>
          <pc:docMk/>
          <pc:sldMk cId="946895361" sldId="394"/>
        </pc:sldMkLst>
      </pc:sldChg>
      <pc:sldChg chg="addSp delSp modSp add mod">
        <pc:chgData name="Chris Alvin" userId="1477fe7d-12c1-4dcd-b708-f1331679ff1c" providerId="ADAL" clId="{D6CED70A-8B70-4923-B362-BE20E07CC71E}" dt="2025-06-23T16:50:01.229" v="1185" actId="1076"/>
        <pc:sldMkLst>
          <pc:docMk/>
          <pc:sldMk cId="2795344829" sldId="410"/>
        </pc:sldMkLst>
      </pc:sldChg>
      <pc:sldChg chg="add del">
        <pc:chgData name="Chris Alvin" userId="1477fe7d-12c1-4dcd-b708-f1331679ff1c" providerId="ADAL" clId="{D6CED70A-8B70-4923-B362-BE20E07CC71E}" dt="2025-06-24T19:13:04.734" v="7293" actId="47"/>
        <pc:sldMkLst>
          <pc:docMk/>
          <pc:sldMk cId="3363001276" sldId="411"/>
        </pc:sldMkLst>
      </pc:sldChg>
      <pc:sldChg chg="add del">
        <pc:chgData name="Chris Alvin" userId="1477fe7d-12c1-4dcd-b708-f1331679ff1c" providerId="ADAL" clId="{D6CED70A-8B70-4923-B362-BE20E07CC71E}" dt="2025-06-23T18:03:13.600" v="1900" actId="47"/>
        <pc:sldMkLst>
          <pc:docMk/>
          <pc:sldMk cId="2573842855" sldId="412"/>
        </pc:sldMkLst>
      </pc:sldChg>
      <pc:sldChg chg="addSp delSp modSp add mod modAnim">
        <pc:chgData name="Chris Alvin" userId="1477fe7d-12c1-4dcd-b708-f1331679ff1c" providerId="ADAL" clId="{D6CED70A-8B70-4923-B362-BE20E07CC71E}" dt="2025-06-24T19:06:26.687" v="7280" actId="14100"/>
        <pc:sldMkLst>
          <pc:docMk/>
          <pc:sldMk cId="91947440" sldId="413"/>
        </pc:sldMkLst>
      </pc:sldChg>
      <pc:sldChg chg="addSp delSp modSp add mod ord modAnim">
        <pc:chgData name="Chris Alvin" userId="1477fe7d-12c1-4dcd-b708-f1331679ff1c" providerId="ADAL" clId="{D6CED70A-8B70-4923-B362-BE20E07CC71E}" dt="2025-06-24T14:23:03.701" v="5360" actId="20577"/>
        <pc:sldMkLst>
          <pc:docMk/>
          <pc:sldMk cId="3860372812" sldId="414"/>
        </pc:sldMkLst>
      </pc:sldChg>
      <pc:sldChg chg="addSp delSp modSp mod delAnim modAnim">
        <pc:chgData name="Chris Alvin" userId="1477fe7d-12c1-4dcd-b708-f1331679ff1c" providerId="ADAL" clId="{D6CED70A-8B70-4923-B362-BE20E07CC71E}" dt="2025-06-23T15:44:56.150" v="969"/>
        <pc:sldMkLst>
          <pc:docMk/>
          <pc:sldMk cId="340332717" sldId="452"/>
        </pc:sldMkLst>
      </pc:sldChg>
      <pc:sldChg chg="del">
        <pc:chgData name="Chris Alvin" userId="1477fe7d-12c1-4dcd-b708-f1331679ff1c" providerId="ADAL" clId="{D6CED70A-8B70-4923-B362-BE20E07CC71E}" dt="2025-06-22T12:15:23.815" v="54" actId="47"/>
        <pc:sldMkLst>
          <pc:docMk/>
          <pc:sldMk cId="3675226483" sldId="475"/>
        </pc:sldMkLst>
      </pc:sldChg>
      <pc:sldChg chg="del">
        <pc:chgData name="Chris Alvin" userId="1477fe7d-12c1-4dcd-b708-f1331679ff1c" providerId="ADAL" clId="{D6CED70A-8B70-4923-B362-BE20E07CC71E}" dt="2025-06-22T12:15:19.239" v="52" actId="47"/>
        <pc:sldMkLst>
          <pc:docMk/>
          <pc:sldMk cId="4291674975" sldId="476"/>
        </pc:sldMkLst>
      </pc:sldChg>
      <pc:sldChg chg="del">
        <pc:chgData name="Chris Alvin" userId="1477fe7d-12c1-4dcd-b708-f1331679ff1c" providerId="ADAL" clId="{D6CED70A-8B70-4923-B362-BE20E07CC71E}" dt="2025-06-22T12:15:19.239" v="52" actId="47"/>
        <pc:sldMkLst>
          <pc:docMk/>
          <pc:sldMk cId="3021432234" sldId="477"/>
        </pc:sldMkLst>
      </pc:sldChg>
      <pc:sldChg chg="del">
        <pc:chgData name="Chris Alvin" userId="1477fe7d-12c1-4dcd-b708-f1331679ff1c" providerId="ADAL" clId="{D6CED70A-8B70-4923-B362-BE20E07CC71E}" dt="2025-06-22T12:15:22.831" v="53" actId="47"/>
        <pc:sldMkLst>
          <pc:docMk/>
          <pc:sldMk cId="1269146278" sldId="478"/>
        </pc:sldMkLst>
      </pc:sldChg>
      <pc:sldChg chg="modSp add del mod modTransition">
        <pc:chgData name="Chris Alvin" userId="1477fe7d-12c1-4dcd-b708-f1331679ff1c" providerId="ADAL" clId="{D6CED70A-8B70-4923-B362-BE20E07CC71E}" dt="2025-06-23T15:45:12.211" v="970" actId="47"/>
        <pc:sldMkLst>
          <pc:docMk/>
          <pc:sldMk cId="0" sldId="479"/>
        </pc:sldMkLst>
      </pc:sldChg>
      <pc:sldChg chg="modSp add del mod modTransition">
        <pc:chgData name="Chris Alvin" userId="1477fe7d-12c1-4dcd-b708-f1331679ff1c" providerId="ADAL" clId="{D6CED70A-8B70-4923-B362-BE20E07CC71E}" dt="2025-06-23T15:45:54.747" v="971" actId="47"/>
        <pc:sldMkLst>
          <pc:docMk/>
          <pc:sldMk cId="0" sldId="480"/>
        </pc:sldMkLst>
      </pc:sldChg>
      <pc:sldChg chg="modSp add del mod modTransition">
        <pc:chgData name="Chris Alvin" userId="1477fe7d-12c1-4dcd-b708-f1331679ff1c" providerId="ADAL" clId="{D6CED70A-8B70-4923-B362-BE20E07CC71E}" dt="2025-06-25T17:49:13.455" v="9624" actId="47"/>
        <pc:sldMkLst>
          <pc:docMk/>
          <pc:sldMk cId="0" sldId="481"/>
        </pc:sldMkLst>
      </pc:sldChg>
      <pc:sldChg chg="modSp add del mod modTransition">
        <pc:chgData name="Chris Alvin" userId="1477fe7d-12c1-4dcd-b708-f1331679ff1c" providerId="ADAL" clId="{D6CED70A-8B70-4923-B362-BE20E07CC71E}" dt="2025-06-23T18:20:35.952" v="2145" actId="47"/>
        <pc:sldMkLst>
          <pc:docMk/>
          <pc:sldMk cId="0" sldId="482"/>
        </pc:sldMkLst>
      </pc:sldChg>
      <pc:sldChg chg="modSp add del mod modTransition">
        <pc:chgData name="Chris Alvin" userId="1477fe7d-12c1-4dcd-b708-f1331679ff1c" providerId="ADAL" clId="{D6CED70A-8B70-4923-B362-BE20E07CC71E}" dt="2025-06-23T18:20:42.661" v="2146" actId="47"/>
        <pc:sldMkLst>
          <pc:docMk/>
          <pc:sldMk cId="0" sldId="483"/>
        </pc:sldMkLst>
      </pc:sldChg>
      <pc:sldChg chg="add del modTransition">
        <pc:chgData name="Chris Alvin" userId="1477fe7d-12c1-4dcd-b708-f1331679ff1c" providerId="ADAL" clId="{D6CED70A-8B70-4923-B362-BE20E07CC71E}" dt="2025-06-23T18:14:14.884" v="2014" actId="47"/>
        <pc:sldMkLst>
          <pc:docMk/>
          <pc:sldMk cId="0" sldId="484"/>
        </pc:sldMkLst>
      </pc:sldChg>
      <pc:sldChg chg="modSp add del mod modTransition">
        <pc:chgData name="Chris Alvin" userId="1477fe7d-12c1-4dcd-b708-f1331679ff1c" providerId="ADAL" clId="{D6CED70A-8B70-4923-B362-BE20E07CC71E}" dt="2025-06-23T18:17:26.104" v="2090" actId="47"/>
        <pc:sldMkLst>
          <pc:docMk/>
          <pc:sldMk cId="0" sldId="485"/>
        </pc:sldMkLst>
      </pc:sldChg>
      <pc:sldChg chg="add del modTransition">
        <pc:chgData name="Chris Alvin" userId="1477fe7d-12c1-4dcd-b708-f1331679ff1c" providerId="ADAL" clId="{D6CED70A-8B70-4923-B362-BE20E07CC71E}" dt="2025-06-23T18:20:49.369" v="2147" actId="47"/>
        <pc:sldMkLst>
          <pc:docMk/>
          <pc:sldMk cId="0" sldId="486"/>
        </pc:sldMkLst>
      </pc:sldChg>
      <pc:sldChg chg="modSp add del mod modTransition">
        <pc:chgData name="Chris Alvin" userId="1477fe7d-12c1-4dcd-b708-f1331679ff1c" providerId="ADAL" clId="{D6CED70A-8B70-4923-B362-BE20E07CC71E}" dt="2025-06-23T18:46:21.006" v="2625" actId="47"/>
        <pc:sldMkLst>
          <pc:docMk/>
          <pc:sldMk cId="0" sldId="487"/>
        </pc:sldMkLst>
      </pc:sldChg>
      <pc:sldChg chg="modSp add del mod modTransition">
        <pc:chgData name="Chris Alvin" userId="1477fe7d-12c1-4dcd-b708-f1331679ff1c" providerId="ADAL" clId="{D6CED70A-8B70-4923-B362-BE20E07CC71E}" dt="2025-06-25T20:46:29.247" v="11183" actId="47"/>
        <pc:sldMkLst>
          <pc:docMk/>
          <pc:sldMk cId="0" sldId="488"/>
        </pc:sldMkLst>
      </pc:sldChg>
      <pc:sldChg chg="modSp add del mod modTransition">
        <pc:chgData name="Chris Alvin" userId="1477fe7d-12c1-4dcd-b708-f1331679ff1c" providerId="ADAL" clId="{D6CED70A-8B70-4923-B362-BE20E07CC71E}" dt="2025-06-24T19:13:39.657" v="7295" actId="47"/>
        <pc:sldMkLst>
          <pc:docMk/>
          <pc:sldMk cId="0" sldId="489"/>
        </pc:sldMkLst>
      </pc:sldChg>
      <pc:sldChg chg="modSp add del mod modTransition">
        <pc:chgData name="Chris Alvin" userId="1477fe7d-12c1-4dcd-b708-f1331679ff1c" providerId="ADAL" clId="{D6CED70A-8B70-4923-B362-BE20E07CC71E}" dt="2025-06-25T20:46:32.832" v="11184" actId="47"/>
        <pc:sldMkLst>
          <pc:docMk/>
          <pc:sldMk cId="0" sldId="490"/>
        </pc:sldMkLst>
      </pc:sldChg>
      <pc:sldChg chg="addSp delSp modSp add mod delAnim modAnim">
        <pc:chgData name="Chris Alvin" userId="1477fe7d-12c1-4dcd-b708-f1331679ff1c" providerId="ADAL" clId="{D6CED70A-8B70-4923-B362-BE20E07CC71E}" dt="2025-06-23T15:44:04.891" v="959" actId="1076"/>
        <pc:sldMkLst>
          <pc:docMk/>
          <pc:sldMk cId="2809999008" sldId="491"/>
        </pc:sldMkLst>
      </pc:sldChg>
      <pc:sldChg chg="addSp delSp modSp add mod modAnim">
        <pc:chgData name="Chris Alvin" userId="1477fe7d-12c1-4dcd-b708-f1331679ff1c" providerId="ADAL" clId="{D6CED70A-8B70-4923-B362-BE20E07CC71E}" dt="2025-06-24T14:25:28.092" v="5385" actId="20577"/>
        <pc:sldMkLst>
          <pc:docMk/>
          <pc:sldMk cId="3631017739" sldId="492"/>
        </pc:sldMkLst>
      </pc:sldChg>
      <pc:sldChg chg="addSp delSp modSp add mod modTransition">
        <pc:chgData name="Chris Alvin" userId="1477fe7d-12c1-4dcd-b708-f1331679ff1c" providerId="ADAL" clId="{D6CED70A-8B70-4923-B362-BE20E07CC71E}" dt="2025-06-24T19:03:47.242" v="7261" actId="1076"/>
        <pc:sldMkLst>
          <pc:docMk/>
          <pc:sldMk cId="0" sldId="493"/>
        </pc:sldMkLst>
      </pc:sldChg>
      <pc:sldChg chg="add del">
        <pc:chgData name="Chris Alvin" userId="1477fe7d-12c1-4dcd-b708-f1331679ff1c" providerId="ADAL" clId="{D6CED70A-8B70-4923-B362-BE20E07CC71E}" dt="2025-06-23T18:46:04.632" v="2623" actId="47"/>
        <pc:sldMkLst>
          <pc:docMk/>
          <pc:sldMk cId="1825246578" sldId="493"/>
        </pc:sldMkLst>
      </pc:sldChg>
      <pc:sldChg chg="add del">
        <pc:chgData name="Chris Alvin" userId="1477fe7d-12c1-4dcd-b708-f1331679ff1c" providerId="ADAL" clId="{D6CED70A-8B70-4923-B362-BE20E07CC71E}" dt="2025-06-24T14:03:28.393" v="5223" actId="2890"/>
        <pc:sldMkLst>
          <pc:docMk/>
          <pc:sldMk cId="2521930054" sldId="493"/>
        </pc:sldMkLst>
      </pc:sldChg>
      <pc:sldChg chg="addSp delSp modSp add mod addAnim delAnim modAnim">
        <pc:chgData name="Chris Alvin" userId="1477fe7d-12c1-4dcd-b708-f1331679ff1c" providerId="ADAL" clId="{D6CED70A-8B70-4923-B362-BE20E07CC71E}" dt="2025-06-24T19:04:10.534" v="7266" actId="14100"/>
        <pc:sldMkLst>
          <pc:docMk/>
          <pc:sldMk cId="2493775458" sldId="494"/>
        </pc:sldMkLst>
      </pc:sldChg>
      <pc:sldChg chg="add del">
        <pc:chgData name="Chris Alvin" userId="1477fe7d-12c1-4dcd-b708-f1331679ff1c" providerId="ADAL" clId="{D6CED70A-8B70-4923-B362-BE20E07CC71E}" dt="2025-06-23T18:46:05.501" v="2624" actId="47"/>
        <pc:sldMkLst>
          <pc:docMk/>
          <pc:sldMk cId="4171646818" sldId="494"/>
        </pc:sldMkLst>
      </pc:sldChg>
      <pc:sldChg chg="addSp delSp modSp add mod delAnim">
        <pc:chgData name="Chris Alvin" userId="1477fe7d-12c1-4dcd-b708-f1331679ff1c" providerId="ADAL" clId="{D6CED70A-8B70-4923-B362-BE20E07CC71E}" dt="2025-06-25T15:56:19.197" v="7977" actId="1076"/>
        <pc:sldMkLst>
          <pc:docMk/>
          <pc:sldMk cId="1309054281" sldId="495"/>
        </pc:sldMkLst>
      </pc:sldChg>
      <pc:sldChg chg="addSp delSp modSp add mod delAnim modAnim">
        <pc:chgData name="Chris Alvin" userId="1477fe7d-12c1-4dcd-b708-f1331679ff1c" providerId="ADAL" clId="{D6CED70A-8B70-4923-B362-BE20E07CC71E}" dt="2025-06-25T16:01:42.414" v="8027" actId="20577"/>
        <pc:sldMkLst>
          <pc:docMk/>
          <pc:sldMk cId="1493742229" sldId="496"/>
        </pc:sldMkLst>
      </pc:sldChg>
      <pc:sldChg chg="addSp delSp modSp add mod delAnim modAnim">
        <pc:chgData name="Chris Alvin" userId="1477fe7d-12c1-4dcd-b708-f1331679ff1c" providerId="ADAL" clId="{D6CED70A-8B70-4923-B362-BE20E07CC71E}" dt="2025-06-25T16:49:08.133" v="8598" actId="1076"/>
        <pc:sldMkLst>
          <pc:docMk/>
          <pc:sldMk cId="1674912219" sldId="497"/>
        </pc:sldMkLst>
      </pc:sldChg>
      <pc:sldChg chg="addSp delSp modSp add mod delAnim modAnim">
        <pc:chgData name="Chris Alvin" userId="1477fe7d-12c1-4dcd-b708-f1331679ff1c" providerId="ADAL" clId="{D6CED70A-8B70-4923-B362-BE20E07CC71E}" dt="2025-06-25T17:21:53.328" v="9158" actId="14100"/>
        <pc:sldMkLst>
          <pc:docMk/>
          <pc:sldMk cId="1769408635" sldId="498"/>
        </pc:sldMkLst>
      </pc:sldChg>
      <pc:sldChg chg="add del">
        <pc:chgData name="Chris Alvin" userId="1477fe7d-12c1-4dcd-b708-f1331679ff1c" providerId="ADAL" clId="{D6CED70A-8B70-4923-B362-BE20E07CC71E}" dt="2025-06-25T16:50:16.691" v="8601"/>
        <pc:sldMkLst>
          <pc:docMk/>
          <pc:sldMk cId="4214982869" sldId="498"/>
        </pc:sldMkLst>
      </pc:sldChg>
      <pc:sldChg chg="addSp delSp modSp add mod delAnim">
        <pc:chgData name="Chris Alvin" userId="1477fe7d-12c1-4dcd-b708-f1331679ff1c" providerId="ADAL" clId="{D6CED70A-8B70-4923-B362-BE20E07CC71E}" dt="2025-06-25T17:50:49.054" v="9658" actId="20577"/>
        <pc:sldMkLst>
          <pc:docMk/>
          <pc:sldMk cId="478486796" sldId="499"/>
        </pc:sldMkLst>
      </pc:sldChg>
      <pc:sldChg chg="addSp delSp modSp add mod">
        <pc:chgData name="Chris Alvin" userId="1477fe7d-12c1-4dcd-b708-f1331679ff1c" providerId="ADAL" clId="{D6CED70A-8B70-4923-B362-BE20E07CC71E}" dt="2025-06-25T17:46:57.385" v="9619" actId="1076"/>
        <pc:sldMkLst>
          <pc:docMk/>
          <pc:sldMk cId="4068727393" sldId="500"/>
        </pc:sldMkLst>
      </pc:sldChg>
      <pc:sldChg chg="addSp delSp modSp add mod">
        <pc:chgData name="Chris Alvin" userId="1477fe7d-12c1-4dcd-b708-f1331679ff1c" providerId="ADAL" clId="{D6CED70A-8B70-4923-B362-BE20E07CC71E}" dt="2025-06-25T19:38:39.847" v="10287" actId="1076"/>
        <pc:sldMkLst>
          <pc:docMk/>
          <pc:sldMk cId="4205063712" sldId="501"/>
        </pc:sldMkLst>
      </pc:sldChg>
      <pc:sldChg chg="addSp delSp modSp add del mod">
        <pc:chgData name="Chris Alvin" userId="1477fe7d-12c1-4dcd-b708-f1331679ff1c" providerId="ADAL" clId="{D6CED70A-8B70-4923-B362-BE20E07CC71E}" dt="2025-06-25T20:46:47.544" v="11189" actId="2696"/>
        <pc:sldMkLst>
          <pc:docMk/>
          <pc:sldMk cId="196389705" sldId="502"/>
        </pc:sldMkLst>
      </pc:sldChg>
      <pc:sldChg chg="add">
        <pc:chgData name="Chris Alvin" userId="1477fe7d-12c1-4dcd-b708-f1331679ff1c" providerId="ADAL" clId="{D6CED70A-8B70-4923-B362-BE20E07CC71E}" dt="2025-06-25T20:46:56.127" v="11190"/>
        <pc:sldMkLst>
          <pc:docMk/>
          <pc:sldMk cId="986850213" sldId="502"/>
        </pc:sldMkLst>
      </pc:sldChg>
      <pc:sldChg chg="addSp delSp modSp add del mod">
        <pc:chgData name="Chris Alvin" userId="1477fe7d-12c1-4dcd-b708-f1331679ff1c" providerId="ADAL" clId="{D6CED70A-8B70-4923-B362-BE20E07CC71E}" dt="2025-06-25T20:46:47.544" v="11189" actId="2696"/>
        <pc:sldMkLst>
          <pc:docMk/>
          <pc:sldMk cId="1848806268" sldId="503"/>
        </pc:sldMkLst>
      </pc:sldChg>
      <pc:sldChg chg="add">
        <pc:chgData name="Chris Alvin" userId="1477fe7d-12c1-4dcd-b708-f1331679ff1c" providerId="ADAL" clId="{D6CED70A-8B70-4923-B362-BE20E07CC71E}" dt="2025-06-25T20:46:56.127" v="11190"/>
        <pc:sldMkLst>
          <pc:docMk/>
          <pc:sldMk cId="2340058999" sldId="503"/>
        </pc:sldMkLst>
      </pc:sldChg>
    </pc:docChg>
  </pc:docChgLst>
  <pc:docChgLst>
    <pc:chgData name="Chris Alvin" userId="1477fe7d-12c1-4dcd-b708-f1331679ff1c" providerId="ADAL" clId="{45F9C439-45B9-4AFF-9C50-25532634ECD6}"/>
    <pc:docChg chg="undo redo custSel addSld delSld modSld sldOrd addSection delSection modSection">
      <pc:chgData name="Chris Alvin" userId="1477fe7d-12c1-4dcd-b708-f1331679ff1c" providerId="ADAL" clId="{45F9C439-45B9-4AFF-9C50-25532634ECD6}" dt="2023-02-17T18:50:50.237" v="9614" actId="1076"/>
      <pc:docMkLst>
        <pc:docMk/>
      </pc:docMkLst>
      <pc:sldChg chg="modSp mod">
        <pc:chgData name="Chris Alvin" userId="1477fe7d-12c1-4dcd-b708-f1331679ff1c" providerId="ADAL" clId="{45F9C439-45B9-4AFF-9C50-25532634ECD6}" dt="2023-02-13T16:21:22.538" v="87" actId="20577"/>
        <pc:sldMkLst>
          <pc:docMk/>
          <pc:sldMk cId="923078003" sldId="265"/>
        </pc:sldMkLst>
      </pc:sldChg>
      <pc:sldChg chg="del">
        <pc:chgData name="Chris Alvin" userId="1477fe7d-12c1-4dcd-b708-f1331679ff1c" providerId="ADAL" clId="{45F9C439-45B9-4AFF-9C50-25532634ECD6}" dt="2023-02-10T16:21:18.450" v="8" actId="47"/>
        <pc:sldMkLst>
          <pc:docMk/>
          <pc:sldMk cId="391318054" sldId="384"/>
        </pc:sldMkLst>
      </pc:sldChg>
      <pc:sldChg chg="del">
        <pc:chgData name="Chris Alvin" userId="1477fe7d-12c1-4dcd-b708-f1331679ff1c" providerId="ADAL" clId="{45F9C439-45B9-4AFF-9C50-25532634ECD6}" dt="2023-02-10T16:22:06.013" v="49" actId="47"/>
        <pc:sldMkLst>
          <pc:docMk/>
          <pc:sldMk cId="3438041948" sldId="412"/>
        </pc:sldMkLst>
      </pc:sldChg>
      <pc:sldChg chg="del">
        <pc:chgData name="Chris Alvin" userId="1477fe7d-12c1-4dcd-b708-f1331679ff1c" providerId="ADAL" clId="{45F9C439-45B9-4AFF-9C50-25532634ECD6}" dt="2023-02-10T16:21:16.856" v="5" actId="47"/>
        <pc:sldMkLst>
          <pc:docMk/>
          <pc:sldMk cId="2647307980" sldId="413"/>
        </pc:sldMkLst>
      </pc:sldChg>
      <pc:sldChg chg="del">
        <pc:chgData name="Chris Alvin" userId="1477fe7d-12c1-4dcd-b708-f1331679ff1c" providerId="ADAL" clId="{45F9C439-45B9-4AFF-9C50-25532634ECD6}" dt="2023-02-10T16:21:17.840" v="6" actId="47"/>
        <pc:sldMkLst>
          <pc:docMk/>
          <pc:sldMk cId="4217215699" sldId="414"/>
        </pc:sldMkLst>
      </pc:sldChg>
      <pc:sldChg chg="del">
        <pc:chgData name="Chris Alvin" userId="1477fe7d-12c1-4dcd-b708-f1331679ff1c" providerId="ADAL" clId="{45F9C439-45B9-4AFF-9C50-25532634ECD6}" dt="2023-02-10T16:21:18.153" v="7" actId="47"/>
        <pc:sldMkLst>
          <pc:docMk/>
          <pc:sldMk cId="3512906967" sldId="415"/>
        </pc:sldMkLst>
      </pc:sldChg>
      <pc:sldChg chg="del">
        <pc:chgData name="Chris Alvin" userId="1477fe7d-12c1-4dcd-b708-f1331679ff1c" providerId="ADAL" clId="{45F9C439-45B9-4AFF-9C50-25532634ECD6}" dt="2023-02-10T16:21:18.840" v="9" actId="47"/>
        <pc:sldMkLst>
          <pc:docMk/>
          <pc:sldMk cId="3896870578" sldId="416"/>
        </pc:sldMkLst>
      </pc:sldChg>
      <pc:sldChg chg="del">
        <pc:chgData name="Chris Alvin" userId="1477fe7d-12c1-4dcd-b708-f1331679ff1c" providerId="ADAL" clId="{45F9C439-45B9-4AFF-9C50-25532634ECD6}" dt="2023-02-10T16:21:19.254" v="10" actId="47"/>
        <pc:sldMkLst>
          <pc:docMk/>
          <pc:sldMk cId="838234516" sldId="417"/>
        </pc:sldMkLst>
      </pc:sldChg>
      <pc:sldChg chg="del">
        <pc:chgData name="Chris Alvin" userId="1477fe7d-12c1-4dcd-b708-f1331679ff1c" providerId="ADAL" clId="{45F9C439-45B9-4AFF-9C50-25532634ECD6}" dt="2023-02-10T16:21:19.768" v="11" actId="47"/>
        <pc:sldMkLst>
          <pc:docMk/>
          <pc:sldMk cId="1709967535" sldId="418"/>
        </pc:sldMkLst>
      </pc:sldChg>
      <pc:sldChg chg="del">
        <pc:chgData name="Chris Alvin" userId="1477fe7d-12c1-4dcd-b708-f1331679ff1c" providerId="ADAL" clId="{45F9C439-45B9-4AFF-9C50-25532634ECD6}" dt="2023-02-10T16:21:20.211" v="12" actId="47"/>
        <pc:sldMkLst>
          <pc:docMk/>
          <pc:sldMk cId="3411988326" sldId="420"/>
        </pc:sldMkLst>
      </pc:sldChg>
      <pc:sldChg chg="del">
        <pc:chgData name="Chris Alvin" userId="1477fe7d-12c1-4dcd-b708-f1331679ff1c" providerId="ADAL" clId="{45F9C439-45B9-4AFF-9C50-25532634ECD6}" dt="2023-02-10T16:21:20.721" v="13" actId="47"/>
        <pc:sldMkLst>
          <pc:docMk/>
          <pc:sldMk cId="2904741533" sldId="421"/>
        </pc:sldMkLst>
      </pc:sldChg>
      <pc:sldChg chg="del">
        <pc:chgData name="Chris Alvin" userId="1477fe7d-12c1-4dcd-b708-f1331679ff1c" providerId="ADAL" clId="{45F9C439-45B9-4AFF-9C50-25532634ECD6}" dt="2023-02-10T16:21:22.279" v="16" actId="47"/>
        <pc:sldMkLst>
          <pc:docMk/>
          <pc:sldMk cId="1874451103" sldId="422"/>
        </pc:sldMkLst>
      </pc:sldChg>
      <pc:sldChg chg="del">
        <pc:chgData name="Chris Alvin" userId="1477fe7d-12c1-4dcd-b708-f1331679ff1c" providerId="ADAL" clId="{45F9C439-45B9-4AFF-9C50-25532634ECD6}" dt="2023-02-10T16:21:21.244" v="14" actId="47"/>
        <pc:sldMkLst>
          <pc:docMk/>
          <pc:sldMk cId="2416422594" sldId="423"/>
        </pc:sldMkLst>
      </pc:sldChg>
      <pc:sldChg chg="del">
        <pc:chgData name="Chris Alvin" userId="1477fe7d-12c1-4dcd-b708-f1331679ff1c" providerId="ADAL" clId="{45F9C439-45B9-4AFF-9C50-25532634ECD6}" dt="2023-02-10T16:21:21.817" v="15" actId="47"/>
        <pc:sldMkLst>
          <pc:docMk/>
          <pc:sldMk cId="194462727" sldId="424"/>
        </pc:sldMkLst>
      </pc:sldChg>
      <pc:sldChg chg="del">
        <pc:chgData name="Chris Alvin" userId="1477fe7d-12c1-4dcd-b708-f1331679ff1c" providerId="ADAL" clId="{45F9C439-45B9-4AFF-9C50-25532634ECD6}" dt="2023-02-10T16:21:22.823" v="17" actId="47"/>
        <pc:sldMkLst>
          <pc:docMk/>
          <pc:sldMk cId="685845028" sldId="425"/>
        </pc:sldMkLst>
      </pc:sldChg>
      <pc:sldChg chg="del">
        <pc:chgData name="Chris Alvin" userId="1477fe7d-12c1-4dcd-b708-f1331679ff1c" providerId="ADAL" clId="{45F9C439-45B9-4AFF-9C50-25532634ECD6}" dt="2023-02-10T16:21:23.563" v="18" actId="47"/>
        <pc:sldMkLst>
          <pc:docMk/>
          <pc:sldMk cId="4053914439" sldId="426"/>
        </pc:sldMkLst>
      </pc:sldChg>
      <pc:sldChg chg="del">
        <pc:chgData name="Chris Alvin" userId="1477fe7d-12c1-4dcd-b708-f1331679ff1c" providerId="ADAL" clId="{45F9C439-45B9-4AFF-9C50-25532634ECD6}" dt="2023-02-10T16:21:24.270" v="19" actId="47"/>
        <pc:sldMkLst>
          <pc:docMk/>
          <pc:sldMk cId="1852302099" sldId="427"/>
        </pc:sldMkLst>
      </pc:sldChg>
      <pc:sldChg chg="del">
        <pc:chgData name="Chris Alvin" userId="1477fe7d-12c1-4dcd-b708-f1331679ff1c" providerId="ADAL" clId="{45F9C439-45B9-4AFF-9C50-25532634ECD6}" dt="2023-02-10T16:21:34.862" v="32" actId="47"/>
        <pc:sldMkLst>
          <pc:docMk/>
          <pc:sldMk cId="983874230" sldId="428"/>
        </pc:sldMkLst>
      </pc:sldChg>
      <pc:sldChg chg="del">
        <pc:chgData name="Chris Alvin" userId="1477fe7d-12c1-4dcd-b708-f1331679ff1c" providerId="ADAL" clId="{45F9C439-45B9-4AFF-9C50-25532634ECD6}" dt="2023-02-10T16:21:25.104" v="20" actId="47"/>
        <pc:sldMkLst>
          <pc:docMk/>
          <pc:sldMk cId="951537855" sldId="429"/>
        </pc:sldMkLst>
      </pc:sldChg>
      <pc:sldChg chg="del">
        <pc:chgData name="Chris Alvin" userId="1477fe7d-12c1-4dcd-b708-f1331679ff1c" providerId="ADAL" clId="{45F9C439-45B9-4AFF-9C50-25532634ECD6}" dt="2023-02-10T16:21:25.764" v="21" actId="47"/>
        <pc:sldMkLst>
          <pc:docMk/>
          <pc:sldMk cId="2386048125" sldId="430"/>
        </pc:sldMkLst>
      </pc:sldChg>
      <pc:sldChg chg="del">
        <pc:chgData name="Chris Alvin" userId="1477fe7d-12c1-4dcd-b708-f1331679ff1c" providerId="ADAL" clId="{45F9C439-45B9-4AFF-9C50-25532634ECD6}" dt="2023-02-10T16:21:26.691" v="22" actId="47"/>
        <pc:sldMkLst>
          <pc:docMk/>
          <pc:sldMk cId="4225807808" sldId="431"/>
        </pc:sldMkLst>
      </pc:sldChg>
      <pc:sldChg chg="del">
        <pc:chgData name="Chris Alvin" userId="1477fe7d-12c1-4dcd-b708-f1331679ff1c" providerId="ADAL" clId="{45F9C439-45B9-4AFF-9C50-25532634ECD6}" dt="2023-02-10T16:21:27.274" v="23" actId="47"/>
        <pc:sldMkLst>
          <pc:docMk/>
          <pc:sldMk cId="1538466050" sldId="432"/>
        </pc:sldMkLst>
      </pc:sldChg>
      <pc:sldChg chg="del">
        <pc:chgData name="Chris Alvin" userId="1477fe7d-12c1-4dcd-b708-f1331679ff1c" providerId="ADAL" clId="{45F9C439-45B9-4AFF-9C50-25532634ECD6}" dt="2023-02-10T16:21:28.196" v="24" actId="47"/>
        <pc:sldMkLst>
          <pc:docMk/>
          <pc:sldMk cId="2989945718" sldId="433"/>
        </pc:sldMkLst>
      </pc:sldChg>
      <pc:sldChg chg="del">
        <pc:chgData name="Chris Alvin" userId="1477fe7d-12c1-4dcd-b708-f1331679ff1c" providerId="ADAL" clId="{45F9C439-45B9-4AFF-9C50-25532634ECD6}" dt="2023-02-10T16:21:29.593" v="26" actId="47"/>
        <pc:sldMkLst>
          <pc:docMk/>
          <pc:sldMk cId="794965798" sldId="434"/>
        </pc:sldMkLst>
      </pc:sldChg>
      <pc:sldChg chg="del">
        <pc:chgData name="Chris Alvin" userId="1477fe7d-12c1-4dcd-b708-f1331679ff1c" providerId="ADAL" clId="{45F9C439-45B9-4AFF-9C50-25532634ECD6}" dt="2023-02-10T16:21:28.967" v="25" actId="47"/>
        <pc:sldMkLst>
          <pc:docMk/>
          <pc:sldMk cId="487976493" sldId="435"/>
        </pc:sldMkLst>
      </pc:sldChg>
      <pc:sldChg chg="del">
        <pc:chgData name="Chris Alvin" userId="1477fe7d-12c1-4dcd-b708-f1331679ff1c" providerId="ADAL" clId="{45F9C439-45B9-4AFF-9C50-25532634ECD6}" dt="2023-02-10T16:21:29.989" v="27" actId="47"/>
        <pc:sldMkLst>
          <pc:docMk/>
          <pc:sldMk cId="1773151392" sldId="436"/>
        </pc:sldMkLst>
      </pc:sldChg>
      <pc:sldChg chg="del">
        <pc:chgData name="Chris Alvin" userId="1477fe7d-12c1-4dcd-b708-f1331679ff1c" providerId="ADAL" clId="{45F9C439-45B9-4AFF-9C50-25532634ECD6}" dt="2023-02-10T16:21:30.724" v="28" actId="47"/>
        <pc:sldMkLst>
          <pc:docMk/>
          <pc:sldMk cId="337613871" sldId="437"/>
        </pc:sldMkLst>
      </pc:sldChg>
      <pc:sldChg chg="del">
        <pc:chgData name="Chris Alvin" userId="1477fe7d-12c1-4dcd-b708-f1331679ff1c" providerId="ADAL" clId="{45F9C439-45B9-4AFF-9C50-25532634ECD6}" dt="2023-02-10T16:21:31.821" v="29" actId="47"/>
        <pc:sldMkLst>
          <pc:docMk/>
          <pc:sldMk cId="805066083" sldId="438"/>
        </pc:sldMkLst>
      </pc:sldChg>
      <pc:sldChg chg="del">
        <pc:chgData name="Chris Alvin" userId="1477fe7d-12c1-4dcd-b708-f1331679ff1c" providerId="ADAL" clId="{45F9C439-45B9-4AFF-9C50-25532634ECD6}" dt="2023-02-10T16:21:32.220" v="30" actId="47"/>
        <pc:sldMkLst>
          <pc:docMk/>
          <pc:sldMk cId="1735955495" sldId="440"/>
        </pc:sldMkLst>
      </pc:sldChg>
      <pc:sldChg chg="del">
        <pc:chgData name="Chris Alvin" userId="1477fe7d-12c1-4dcd-b708-f1331679ff1c" providerId="ADAL" clId="{45F9C439-45B9-4AFF-9C50-25532634ECD6}" dt="2023-02-10T16:21:33.423" v="31" actId="47"/>
        <pc:sldMkLst>
          <pc:docMk/>
          <pc:sldMk cId="3695902764" sldId="441"/>
        </pc:sldMkLst>
      </pc:sldChg>
      <pc:sldChg chg="del">
        <pc:chgData name="Chris Alvin" userId="1477fe7d-12c1-4dcd-b708-f1331679ff1c" providerId="ADAL" clId="{45F9C439-45B9-4AFF-9C50-25532634ECD6}" dt="2023-02-10T16:21:35.337" v="33" actId="47"/>
        <pc:sldMkLst>
          <pc:docMk/>
          <pc:sldMk cId="1630114591" sldId="442"/>
        </pc:sldMkLst>
      </pc:sldChg>
      <pc:sldChg chg="del">
        <pc:chgData name="Chris Alvin" userId="1477fe7d-12c1-4dcd-b708-f1331679ff1c" providerId="ADAL" clId="{45F9C439-45B9-4AFF-9C50-25532634ECD6}" dt="2023-02-10T16:21:36" v="34" actId="47"/>
        <pc:sldMkLst>
          <pc:docMk/>
          <pc:sldMk cId="509980055" sldId="443"/>
        </pc:sldMkLst>
      </pc:sldChg>
      <pc:sldChg chg="del">
        <pc:chgData name="Chris Alvin" userId="1477fe7d-12c1-4dcd-b708-f1331679ff1c" providerId="ADAL" clId="{45F9C439-45B9-4AFF-9C50-25532634ECD6}" dt="2023-02-10T16:21:36.900" v="35" actId="47"/>
        <pc:sldMkLst>
          <pc:docMk/>
          <pc:sldMk cId="510134461" sldId="444"/>
        </pc:sldMkLst>
      </pc:sldChg>
      <pc:sldChg chg="del">
        <pc:chgData name="Chris Alvin" userId="1477fe7d-12c1-4dcd-b708-f1331679ff1c" providerId="ADAL" clId="{45F9C439-45B9-4AFF-9C50-25532634ECD6}" dt="2023-02-10T16:21:37.578" v="36" actId="47"/>
        <pc:sldMkLst>
          <pc:docMk/>
          <pc:sldMk cId="3412279252" sldId="445"/>
        </pc:sldMkLst>
      </pc:sldChg>
      <pc:sldChg chg="del">
        <pc:chgData name="Chris Alvin" userId="1477fe7d-12c1-4dcd-b708-f1331679ff1c" providerId="ADAL" clId="{45F9C439-45B9-4AFF-9C50-25532634ECD6}" dt="2023-02-10T16:21:37.987" v="37" actId="47"/>
        <pc:sldMkLst>
          <pc:docMk/>
          <pc:sldMk cId="2975604400" sldId="446"/>
        </pc:sldMkLst>
      </pc:sldChg>
      <pc:sldChg chg="del">
        <pc:chgData name="Chris Alvin" userId="1477fe7d-12c1-4dcd-b708-f1331679ff1c" providerId="ADAL" clId="{45F9C439-45B9-4AFF-9C50-25532634ECD6}" dt="2023-02-10T16:21:38.402" v="38" actId="47"/>
        <pc:sldMkLst>
          <pc:docMk/>
          <pc:sldMk cId="2695040735" sldId="447"/>
        </pc:sldMkLst>
      </pc:sldChg>
      <pc:sldChg chg="del">
        <pc:chgData name="Chris Alvin" userId="1477fe7d-12c1-4dcd-b708-f1331679ff1c" providerId="ADAL" clId="{45F9C439-45B9-4AFF-9C50-25532634ECD6}" dt="2023-02-10T16:21:41.117" v="41" actId="47"/>
        <pc:sldMkLst>
          <pc:docMk/>
          <pc:sldMk cId="697557206" sldId="448"/>
        </pc:sldMkLst>
      </pc:sldChg>
      <pc:sldChg chg="del">
        <pc:chgData name="Chris Alvin" userId="1477fe7d-12c1-4dcd-b708-f1331679ff1c" providerId="ADAL" clId="{45F9C439-45B9-4AFF-9C50-25532634ECD6}" dt="2023-02-10T16:21:39.159" v="39" actId="47"/>
        <pc:sldMkLst>
          <pc:docMk/>
          <pc:sldMk cId="1927457586" sldId="449"/>
        </pc:sldMkLst>
      </pc:sldChg>
      <pc:sldChg chg="del">
        <pc:chgData name="Chris Alvin" userId="1477fe7d-12c1-4dcd-b708-f1331679ff1c" providerId="ADAL" clId="{45F9C439-45B9-4AFF-9C50-25532634ECD6}" dt="2023-02-10T16:21:39.564" v="40" actId="47"/>
        <pc:sldMkLst>
          <pc:docMk/>
          <pc:sldMk cId="1978078960" sldId="451"/>
        </pc:sldMkLst>
      </pc:sldChg>
      <pc:sldChg chg="addSp delSp modSp add del mod ord delAnim modAnim">
        <pc:chgData name="Chris Alvin" userId="1477fe7d-12c1-4dcd-b708-f1331679ff1c" providerId="ADAL" clId="{45F9C439-45B9-4AFF-9C50-25532634ECD6}" dt="2023-02-14T14:13:05.190" v="3065" actId="14100"/>
        <pc:sldMkLst>
          <pc:docMk/>
          <pc:sldMk cId="340332717" sldId="452"/>
        </pc:sldMkLst>
      </pc:sldChg>
      <pc:sldChg chg="addSp delSp modSp add mod delAnim modAnim">
        <pc:chgData name="Chris Alvin" userId="1477fe7d-12c1-4dcd-b708-f1331679ff1c" providerId="ADAL" clId="{45F9C439-45B9-4AFF-9C50-25532634ECD6}" dt="2023-02-14T14:18:37.204" v="3272" actId="1076"/>
        <pc:sldMkLst>
          <pc:docMk/>
          <pc:sldMk cId="2561750512" sldId="453"/>
        </pc:sldMkLst>
      </pc:sldChg>
      <pc:sldChg chg="addSp delSp modSp add mod addAnim delAnim modAnim">
        <pc:chgData name="Chris Alvin" userId="1477fe7d-12c1-4dcd-b708-f1331679ff1c" providerId="ADAL" clId="{45F9C439-45B9-4AFF-9C50-25532634ECD6}" dt="2023-02-14T14:42:52.862" v="3747" actId="14100"/>
        <pc:sldMkLst>
          <pc:docMk/>
          <pc:sldMk cId="205019521" sldId="454"/>
        </pc:sldMkLst>
      </pc:sldChg>
      <pc:sldChg chg="addSp modSp add mod modAnim">
        <pc:chgData name="Chris Alvin" userId="1477fe7d-12c1-4dcd-b708-f1331679ff1c" providerId="ADAL" clId="{45F9C439-45B9-4AFF-9C50-25532634ECD6}" dt="2023-02-14T14:14:55.201" v="3147" actId="20577"/>
        <pc:sldMkLst>
          <pc:docMk/>
          <pc:sldMk cId="895025596" sldId="455"/>
        </pc:sldMkLst>
      </pc:sldChg>
      <pc:sldChg chg="add del">
        <pc:chgData name="Chris Alvin" userId="1477fe7d-12c1-4dcd-b708-f1331679ff1c" providerId="ADAL" clId="{45F9C439-45B9-4AFF-9C50-25532634ECD6}" dt="2023-02-14T14:06:31.702" v="2481"/>
        <pc:sldMkLst>
          <pc:docMk/>
          <pc:sldMk cId="97912161" sldId="456"/>
        </pc:sldMkLst>
      </pc:sldChg>
      <pc:sldChg chg="addSp delSp modSp add mod delAnim modAnim">
        <pc:chgData name="Chris Alvin" userId="1477fe7d-12c1-4dcd-b708-f1331679ff1c" providerId="ADAL" clId="{45F9C439-45B9-4AFF-9C50-25532634ECD6}" dt="2023-02-14T14:12:52.260" v="3064" actId="14100"/>
        <pc:sldMkLst>
          <pc:docMk/>
          <pc:sldMk cId="2812581051" sldId="456"/>
        </pc:sldMkLst>
      </pc:sldChg>
      <pc:sldChg chg="addSp delSp modSp add mod">
        <pc:chgData name="Chris Alvin" userId="1477fe7d-12c1-4dcd-b708-f1331679ff1c" providerId="ADAL" clId="{45F9C439-45B9-4AFF-9C50-25532634ECD6}" dt="2023-02-14T18:38:15.446" v="4694" actId="20577"/>
        <pc:sldMkLst>
          <pc:docMk/>
          <pc:sldMk cId="946723440" sldId="457"/>
        </pc:sldMkLst>
      </pc:sldChg>
      <pc:sldChg chg="addSp delSp modSp add mod modAnim">
        <pc:chgData name="Chris Alvin" userId="1477fe7d-12c1-4dcd-b708-f1331679ff1c" providerId="ADAL" clId="{45F9C439-45B9-4AFF-9C50-25532634ECD6}" dt="2023-02-14T17:58:41.112" v="4640" actId="1076"/>
        <pc:sldMkLst>
          <pc:docMk/>
          <pc:sldMk cId="1066464949" sldId="458"/>
        </pc:sldMkLst>
      </pc:sldChg>
      <pc:sldChg chg="modSp add mod">
        <pc:chgData name="Chris Alvin" userId="1477fe7d-12c1-4dcd-b708-f1331679ff1c" providerId="ADAL" clId="{45F9C439-45B9-4AFF-9C50-25532634ECD6}" dt="2023-02-15T16:27:45.034" v="4714" actId="20577"/>
        <pc:sldMkLst>
          <pc:docMk/>
          <pc:sldMk cId="2829270210" sldId="459"/>
        </pc:sldMkLst>
      </pc:sldChg>
      <pc:sldChg chg="addSp delSp modSp add mod modAnim">
        <pc:chgData name="Chris Alvin" userId="1477fe7d-12c1-4dcd-b708-f1331679ff1c" providerId="ADAL" clId="{45F9C439-45B9-4AFF-9C50-25532634ECD6}" dt="2023-02-17T17:40:10.610" v="8533" actId="207"/>
        <pc:sldMkLst>
          <pc:docMk/>
          <pc:sldMk cId="2625430326" sldId="460"/>
        </pc:sldMkLst>
      </pc:sldChg>
      <pc:sldChg chg="addSp delSp modSp add mod delAnim modAnim">
        <pc:chgData name="Chris Alvin" userId="1477fe7d-12c1-4dcd-b708-f1331679ff1c" providerId="ADAL" clId="{45F9C439-45B9-4AFF-9C50-25532634ECD6}" dt="2023-02-16T14:37:27.402" v="6837" actId="2085"/>
        <pc:sldMkLst>
          <pc:docMk/>
          <pc:sldMk cId="491794072" sldId="461"/>
        </pc:sldMkLst>
      </pc:sldChg>
      <pc:sldChg chg="add del">
        <pc:chgData name="Chris Alvin" userId="1477fe7d-12c1-4dcd-b708-f1331679ff1c" providerId="ADAL" clId="{45F9C439-45B9-4AFF-9C50-25532634ECD6}" dt="2023-02-16T14:04:23.982" v="6002"/>
        <pc:sldMkLst>
          <pc:docMk/>
          <pc:sldMk cId="2225554617" sldId="462"/>
        </pc:sldMkLst>
      </pc:sldChg>
      <pc:sldChg chg="addSp delSp modSp add mod delAnim">
        <pc:chgData name="Chris Alvin" userId="1477fe7d-12c1-4dcd-b708-f1331679ff1c" providerId="ADAL" clId="{45F9C439-45B9-4AFF-9C50-25532634ECD6}" dt="2023-02-16T16:58:49.690" v="7999" actId="2085"/>
        <pc:sldMkLst>
          <pc:docMk/>
          <pc:sldMk cId="2275880320" sldId="462"/>
        </pc:sldMkLst>
      </pc:sldChg>
      <pc:sldChg chg="addSp delSp modSp add mod ord addAnim delAnim modAnim">
        <pc:chgData name="Chris Alvin" userId="1477fe7d-12c1-4dcd-b708-f1331679ff1c" providerId="ADAL" clId="{45F9C439-45B9-4AFF-9C50-25532634ECD6}" dt="2023-02-17T17:52:08.100" v="8786"/>
        <pc:sldMkLst>
          <pc:docMk/>
          <pc:sldMk cId="2431534461" sldId="463"/>
        </pc:sldMkLst>
      </pc:sldChg>
      <pc:sldChg chg="addSp delSp modSp add mod delAnim modAnim">
        <pc:chgData name="Chris Alvin" userId="1477fe7d-12c1-4dcd-b708-f1331679ff1c" providerId="ADAL" clId="{45F9C439-45B9-4AFF-9C50-25532634ECD6}" dt="2023-02-17T18:49:12.375" v="9584"/>
        <pc:sldMkLst>
          <pc:docMk/>
          <pc:sldMk cId="2630519163" sldId="464"/>
        </pc:sldMkLst>
      </pc:sldChg>
      <pc:sldChg chg="addSp delSp modSp add mod addAnim delAnim">
        <pc:chgData name="Chris Alvin" userId="1477fe7d-12c1-4dcd-b708-f1331679ff1c" providerId="ADAL" clId="{45F9C439-45B9-4AFF-9C50-25532634ECD6}" dt="2023-02-17T18:50:50.237" v="9614" actId="1076"/>
        <pc:sldMkLst>
          <pc:docMk/>
          <pc:sldMk cId="3264393311" sldId="465"/>
        </pc:sldMkLst>
      </pc:sldChg>
    </pc:docChg>
  </pc:docChgLst>
  <pc:docChgLst>
    <pc:chgData name="Chris Alvin" userId="1477fe7d-12c1-4dcd-b708-f1331679ff1c" providerId="ADAL" clId="{9B39F218-E738-456F-A36E-DFF6DE7867BF}"/>
    <pc:docChg chg="modSld">
      <pc:chgData name="Chris Alvin" userId="1477fe7d-12c1-4dcd-b708-f1331679ff1c" providerId="ADAL" clId="{9B39F218-E738-456F-A36E-DFF6DE7867BF}" dt="2024-10-29T16:34:21.364" v="9"/>
      <pc:docMkLst>
        <pc:docMk/>
      </pc:docMkLst>
      <pc:sldChg chg="modSp">
        <pc:chgData name="Chris Alvin" userId="1477fe7d-12c1-4dcd-b708-f1331679ff1c" providerId="ADAL" clId="{9B39F218-E738-456F-A36E-DFF6DE7867BF}" dt="2024-10-16T19:48:27.351" v="2" actId="207"/>
        <pc:sldMkLst>
          <pc:docMk/>
          <pc:sldMk cId="491794072" sldId="461"/>
        </pc:sldMkLst>
      </pc:sldChg>
      <pc:sldChg chg="modSp">
        <pc:chgData name="Chris Alvin" userId="1477fe7d-12c1-4dcd-b708-f1331679ff1c" providerId="ADAL" clId="{9B39F218-E738-456F-A36E-DFF6DE7867BF}" dt="2024-10-29T16:34:21.364" v="9"/>
        <pc:sldMkLst>
          <pc:docMk/>
          <pc:sldMk cId="3403764859" sldId="470"/>
        </pc:sldMkLst>
      </pc:sldChg>
    </pc:docChg>
  </pc:docChgLst>
  <pc:docChgLst>
    <pc:chgData name="Chris Alvin" userId="1477fe7d-12c1-4dcd-b708-f1331679ff1c" providerId="ADAL" clId="{BC225FC2-7A10-42DA-A6F0-C49FC2A13F04}"/>
    <pc:docChg chg="custSel addSld modSld">
      <pc:chgData name="Chris Alvin" userId="1477fe7d-12c1-4dcd-b708-f1331679ff1c" providerId="ADAL" clId="{BC225FC2-7A10-42DA-A6F0-C49FC2A13F04}" dt="2025-05-14T18:51:38.898" v="61" actId="478"/>
      <pc:docMkLst>
        <pc:docMk/>
      </pc:docMkLst>
      <pc:sldChg chg="modSp mod">
        <pc:chgData name="Chris Alvin" userId="1477fe7d-12c1-4dcd-b708-f1331679ff1c" providerId="ADAL" clId="{BC225FC2-7A10-42DA-A6F0-C49FC2A13F04}" dt="2025-05-14T18:38:58.880" v="9" actId="20577"/>
        <pc:sldMkLst>
          <pc:docMk/>
          <pc:sldMk cId="923078003" sldId="265"/>
        </pc:sldMkLst>
      </pc:sldChg>
      <pc:sldChg chg="addSp delSp modSp mod">
        <pc:chgData name="Chris Alvin" userId="1477fe7d-12c1-4dcd-b708-f1331679ff1c" providerId="ADAL" clId="{BC225FC2-7A10-42DA-A6F0-C49FC2A13F04}" dt="2025-05-14T18:50:38.747" v="47" actId="1076"/>
        <pc:sldMkLst>
          <pc:docMk/>
          <pc:sldMk cId="340332717" sldId="452"/>
        </pc:sldMkLst>
      </pc:sldChg>
      <pc:sldChg chg="delSp modSp mod delAnim">
        <pc:chgData name="Chris Alvin" userId="1477fe7d-12c1-4dcd-b708-f1331679ff1c" providerId="ADAL" clId="{BC225FC2-7A10-42DA-A6F0-C49FC2A13F04}" dt="2025-05-14T18:51:38.898" v="61" actId="478"/>
        <pc:sldMkLst>
          <pc:docMk/>
          <pc:sldMk cId="3675226483" sldId="475"/>
        </pc:sldMkLst>
      </pc:sldChg>
      <pc:sldChg chg="addSp delSp modSp new mod">
        <pc:chgData name="Chris Alvin" userId="1477fe7d-12c1-4dcd-b708-f1331679ff1c" providerId="ADAL" clId="{BC225FC2-7A10-42DA-A6F0-C49FC2A13F04}" dt="2025-05-14T18:51:15.120" v="53" actId="1076"/>
        <pc:sldMkLst>
          <pc:docMk/>
          <pc:sldMk cId="1269146278" sldId="478"/>
        </pc:sldMkLst>
      </pc:sldChg>
    </pc:docChg>
  </pc:docChgLst>
  <pc:docChgLst>
    <pc:chgData name="Chris Alvin" userId="1477fe7d-12c1-4dcd-b708-f1331679ff1c" providerId="ADAL" clId="{4B165ABE-695E-4129-9679-619837F5F4D1}"/>
    <pc:docChg chg="undo redo custSel addSld delSld modSld sldOrd addSection delSection modSection">
      <pc:chgData name="Chris Alvin" userId="1477fe7d-12c1-4dcd-b708-f1331679ff1c" providerId="ADAL" clId="{4B165ABE-695E-4129-9679-619837F5F4D1}" dt="2022-10-19T13:32:52.058" v="21898" actId="20577"/>
      <pc:docMkLst>
        <pc:docMk/>
      </pc:docMkLst>
      <pc:sldChg chg="modSp mod">
        <pc:chgData name="Chris Alvin" userId="1477fe7d-12c1-4dcd-b708-f1331679ff1c" providerId="ADAL" clId="{4B165ABE-695E-4129-9679-619837F5F4D1}" dt="2022-10-07T13:11:27.043" v="12" actId="27636"/>
        <pc:sldMkLst>
          <pc:docMk/>
          <pc:sldMk cId="923078003" sldId="265"/>
        </pc:sldMkLst>
      </pc:sldChg>
      <pc:sldChg chg="delSp modSp mod delAnim">
        <pc:chgData name="Chris Alvin" userId="1477fe7d-12c1-4dcd-b708-f1331679ff1c" providerId="ADAL" clId="{4B165ABE-695E-4129-9679-619837F5F4D1}" dt="2022-10-07T14:30:26.315" v="4163" actId="14100"/>
        <pc:sldMkLst>
          <pc:docMk/>
          <pc:sldMk cId="391318054" sldId="384"/>
        </pc:sldMkLst>
      </pc:sldChg>
      <pc:sldChg chg="del">
        <pc:chgData name="Chris Alvin" userId="1477fe7d-12c1-4dcd-b708-f1331679ff1c" providerId="ADAL" clId="{4B165ABE-695E-4129-9679-619837F5F4D1}" dt="2022-10-07T14:58:06.484" v="5186" actId="47"/>
        <pc:sldMkLst>
          <pc:docMk/>
          <pc:sldMk cId="624965940" sldId="389"/>
        </pc:sldMkLst>
      </pc:sldChg>
      <pc:sldChg chg="del">
        <pc:chgData name="Chris Alvin" userId="1477fe7d-12c1-4dcd-b708-f1331679ff1c" providerId="ADAL" clId="{4B165ABE-695E-4129-9679-619837F5F4D1}" dt="2022-10-07T14:35:58.522" v="4395" actId="47"/>
        <pc:sldMkLst>
          <pc:docMk/>
          <pc:sldMk cId="2642901510" sldId="400"/>
        </pc:sldMkLst>
      </pc:sldChg>
      <pc:sldChg chg="del">
        <pc:chgData name="Chris Alvin" userId="1477fe7d-12c1-4dcd-b708-f1331679ff1c" providerId="ADAL" clId="{4B165ABE-695E-4129-9679-619837F5F4D1}" dt="2022-10-07T14:27:44.807" v="4002" actId="47"/>
        <pc:sldMkLst>
          <pc:docMk/>
          <pc:sldMk cId="1190477593" sldId="401"/>
        </pc:sldMkLst>
      </pc:sldChg>
      <pc:sldChg chg="del">
        <pc:chgData name="Chris Alvin" userId="1477fe7d-12c1-4dcd-b708-f1331679ff1c" providerId="ADAL" clId="{4B165ABE-695E-4129-9679-619837F5F4D1}" dt="2022-10-07T14:58:06.911" v="5187" actId="47"/>
        <pc:sldMkLst>
          <pc:docMk/>
          <pc:sldMk cId="4148152925" sldId="402"/>
        </pc:sldMkLst>
      </pc:sldChg>
      <pc:sldChg chg="del">
        <pc:chgData name="Chris Alvin" userId="1477fe7d-12c1-4dcd-b708-f1331679ff1c" providerId="ADAL" clId="{4B165ABE-695E-4129-9679-619837F5F4D1}" dt="2022-10-07T14:58:10.467" v="5190" actId="47"/>
        <pc:sldMkLst>
          <pc:docMk/>
          <pc:sldMk cId="145455095" sldId="403"/>
        </pc:sldMkLst>
      </pc:sldChg>
      <pc:sldChg chg="del">
        <pc:chgData name="Chris Alvin" userId="1477fe7d-12c1-4dcd-b708-f1331679ff1c" providerId="ADAL" clId="{4B165ABE-695E-4129-9679-619837F5F4D1}" dt="2022-10-07T14:58:08.760" v="5188" actId="47"/>
        <pc:sldMkLst>
          <pc:docMk/>
          <pc:sldMk cId="570887813" sldId="404"/>
        </pc:sldMkLst>
      </pc:sldChg>
      <pc:sldChg chg="del">
        <pc:chgData name="Chris Alvin" userId="1477fe7d-12c1-4dcd-b708-f1331679ff1c" providerId="ADAL" clId="{4B165ABE-695E-4129-9679-619837F5F4D1}" dt="2022-10-07T14:58:09.488" v="5189" actId="47"/>
        <pc:sldMkLst>
          <pc:docMk/>
          <pc:sldMk cId="1744450834" sldId="405"/>
        </pc:sldMkLst>
      </pc:sldChg>
      <pc:sldChg chg="del">
        <pc:chgData name="Chris Alvin" userId="1477fe7d-12c1-4dcd-b708-f1331679ff1c" providerId="ADAL" clId="{4B165ABE-695E-4129-9679-619837F5F4D1}" dt="2022-10-07T14:58:11.008" v="5191" actId="47"/>
        <pc:sldMkLst>
          <pc:docMk/>
          <pc:sldMk cId="4172849560" sldId="406"/>
        </pc:sldMkLst>
      </pc:sldChg>
      <pc:sldChg chg="del">
        <pc:chgData name="Chris Alvin" userId="1477fe7d-12c1-4dcd-b708-f1331679ff1c" providerId="ADAL" clId="{4B165ABE-695E-4129-9679-619837F5F4D1}" dt="2022-10-07T14:58:11.700" v="5192" actId="47"/>
        <pc:sldMkLst>
          <pc:docMk/>
          <pc:sldMk cId="3991863321" sldId="407"/>
        </pc:sldMkLst>
      </pc:sldChg>
      <pc:sldChg chg="del">
        <pc:chgData name="Chris Alvin" userId="1477fe7d-12c1-4dcd-b708-f1331679ff1c" providerId="ADAL" clId="{4B165ABE-695E-4129-9679-619837F5F4D1}" dt="2022-10-07T14:58:12.249" v="5193" actId="47"/>
        <pc:sldMkLst>
          <pc:docMk/>
          <pc:sldMk cId="972778874" sldId="408"/>
        </pc:sldMkLst>
      </pc:sldChg>
      <pc:sldChg chg="del">
        <pc:chgData name="Chris Alvin" userId="1477fe7d-12c1-4dcd-b708-f1331679ff1c" providerId="ADAL" clId="{4B165ABE-695E-4129-9679-619837F5F4D1}" dt="2022-10-07T14:58:13.209" v="5195" actId="47"/>
        <pc:sldMkLst>
          <pc:docMk/>
          <pc:sldMk cId="3441013154" sldId="409"/>
        </pc:sldMkLst>
      </pc:sldChg>
      <pc:sldChg chg="del">
        <pc:chgData name="Chris Alvin" userId="1477fe7d-12c1-4dcd-b708-f1331679ff1c" providerId="ADAL" clId="{4B165ABE-695E-4129-9679-619837F5F4D1}" dt="2022-10-07T14:58:12.663" v="5194" actId="47"/>
        <pc:sldMkLst>
          <pc:docMk/>
          <pc:sldMk cId="3629496262" sldId="410"/>
        </pc:sldMkLst>
      </pc:sldChg>
      <pc:sldChg chg="addSp modSp add del mod">
        <pc:chgData name="Chris Alvin" userId="1477fe7d-12c1-4dcd-b708-f1331679ff1c" providerId="ADAL" clId="{4B165ABE-695E-4129-9679-619837F5F4D1}" dt="2022-10-07T14:20:46.867" v="3893" actId="47"/>
        <pc:sldMkLst>
          <pc:docMk/>
          <pc:sldMk cId="2047362384" sldId="411"/>
        </pc:sldMkLst>
      </pc:sldChg>
      <pc:sldChg chg="addSp delSp modSp add mod modAnim">
        <pc:chgData name="Chris Alvin" userId="1477fe7d-12c1-4dcd-b708-f1331679ff1c" providerId="ADAL" clId="{4B165ABE-695E-4129-9679-619837F5F4D1}" dt="2022-10-07T14:00:11.936" v="2976" actId="1076"/>
        <pc:sldMkLst>
          <pc:docMk/>
          <pc:sldMk cId="3438041948" sldId="412"/>
        </pc:sldMkLst>
      </pc:sldChg>
      <pc:sldChg chg="addSp delSp modSp add mod modAnim">
        <pc:chgData name="Chris Alvin" userId="1477fe7d-12c1-4dcd-b708-f1331679ff1c" providerId="ADAL" clId="{4B165ABE-695E-4129-9679-619837F5F4D1}" dt="2022-10-11T12:29:22.268" v="20862" actId="1076"/>
        <pc:sldMkLst>
          <pc:docMk/>
          <pc:sldMk cId="2647307980" sldId="413"/>
        </pc:sldMkLst>
      </pc:sldChg>
      <pc:sldChg chg="addSp delSp modSp add mod">
        <pc:chgData name="Chris Alvin" userId="1477fe7d-12c1-4dcd-b708-f1331679ff1c" providerId="ADAL" clId="{4B165ABE-695E-4129-9679-619837F5F4D1}" dt="2022-10-11T12:32:20.464" v="20991" actId="20577"/>
        <pc:sldMkLst>
          <pc:docMk/>
          <pc:sldMk cId="4217215699" sldId="414"/>
        </pc:sldMkLst>
      </pc:sldChg>
      <pc:sldChg chg="addSp delSp modSp add mod delAnim modAnim">
        <pc:chgData name="Chris Alvin" userId="1477fe7d-12c1-4dcd-b708-f1331679ff1c" providerId="ADAL" clId="{4B165ABE-695E-4129-9679-619837F5F4D1}" dt="2022-10-17T12:21:08.822" v="21623"/>
        <pc:sldMkLst>
          <pc:docMk/>
          <pc:sldMk cId="3512906967" sldId="415"/>
        </pc:sldMkLst>
      </pc:sldChg>
      <pc:sldChg chg="addSp delSp modSp add mod modAnim">
        <pc:chgData name="Chris Alvin" userId="1477fe7d-12c1-4dcd-b708-f1331679ff1c" providerId="ADAL" clId="{4B165ABE-695E-4129-9679-619837F5F4D1}" dt="2022-10-11T12:34:01.235" v="20997" actId="5793"/>
        <pc:sldMkLst>
          <pc:docMk/>
          <pc:sldMk cId="3896870578" sldId="416"/>
        </pc:sldMkLst>
      </pc:sldChg>
      <pc:sldChg chg="addSp delSp modSp add mod modAnim">
        <pc:chgData name="Chris Alvin" userId="1477fe7d-12c1-4dcd-b708-f1331679ff1c" providerId="ADAL" clId="{4B165ABE-695E-4129-9679-619837F5F4D1}" dt="2022-10-12T15:00:44.729" v="21540" actId="20577"/>
        <pc:sldMkLst>
          <pc:docMk/>
          <pc:sldMk cId="838234516" sldId="417"/>
        </pc:sldMkLst>
      </pc:sldChg>
      <pc:sldChg chg="addSp modSp add mod modAnim">
        <pc:chgData name="Chris Alvin" userId="1477fe7d-12c1-4dcd-b708-f1331679ff1c" providerId="ADAL" clId="{4B165ABE-695E-4129-9679-619837F5F4D1}" dt="2022-10-11T12:37:39.868" v="21012" actId="1076"/>
        <pc:sldMkLst>
          <pc:docMk/>
          <pc:sldMk cId="1709967535" sldId="418"/>
        </pc:sldMkLst>
      </pc:sldChg>
      <pc:sldChg chg="add del">
        <pc:chgData name="Chris Alvin" userId="1477fe7d-12c1-4dcd-b708-f1331679ff1c" providerId="ADAL" clId="{4B165ABE-695E-4129-9679-619837F5F4D1}" dt="2022-10-11T12:38:02.752" v="21013" actId="47"/>
        <pc:sldMkLst>
          <pc:docMk/>
          <pc:sldMk cId="1863865834" sldId="419"/>
        </pc:sldMkLst>
      </pc:sldChg>
      <pc:sldChg chg="addSp delSp modSp add mod delAnim modAnim">
        <pc:chgData name="Chris Alvin" userId="1477fe7d-12c1-4dcd-b708-f1331679ff1c" providerId="ADAL" clId="{4B165ABE-695E-4129-9679-619837F5F4D1}" dt="2022-10-11T12:38:48.771" v="21024"/>
        <pc:sldMkLst>
          <pc:docMk/>
          <pc:sldMk cId="3411988326" sldId="420"/>
        </pc:sldMkLst>
      </pc:sldChg>
      <pc:sldChg chg="addSp delSp modSp add mod delAnim modAnim">
        <pc:chgData name="Chris Alvin" userId="1477fe7d-12c1-4dcd-b708-f1331679ff1c" providerId="ADAL" clId="{4B165ABE-695E-4129-9679-619837F5F4D1}" dt="2022-10-11T12:42:38.273" v="21055" actId="1076"/>
        <pc:sldMkLst>
          <pc:docMk/>
          <pc:sldMk cId="2904741533" sldId="421"/>
        </pc:sldMkLst>
      </pc:sldChg>
      <pc:sldChg chg="addSp delSp modSp add mod modAnim">
        <pc:chgData name="Chris Alvin" userId="1477fe7d-12c1-4dcd-b708-f1331679ff1c" providerId="ADAL" clId="{4B165ABE-695E-4129-9679-619837F5F4D1}" dt="2022-10-11T12:46:06.584" v="21133"/>
        <pc:sldMkLst>
          <pc:docMk/>
          <pc:sldMk cId="1874451103" sldId="422"/>
        </pc:sldMkLst>
      </pc:sldChg>
      <pc:sldChg chg="addSp delSp modSp add mod delAnim modAnim">
        <pc:chgData name="Chris Alvin" userId="1477fe7d-12c1-4dcd-b708-f1331679ff1c" providerId="ADAL" clId="{4B165ABE-695E-4129-9679-619837F5F4D1}" dt="2022-10-11T12:43:47.803" v="21059" actId="2085"/>
        <pc:sldMkLst>
          <pc:docMk/>
          <pc:sldMk cId="2416422594" sldId="423"/>
        </pc:sldMkLst>
      </pc:sldChg>
      <pc:sldChg chg="addSp delSp modSp add mod modAnim">
        <pc:chgData name="Chris Alvin" userId="1477fe7d-12c1-4dcd-b708-f1331679ff1c" providerId="ADAL" clId="{4B165ABE-695E-4129-9679-619837F5F4D1}" dt="2022-10-11T12:45:35.633" v="21131"/>
        <pc:sldMkLst>
          <pc:docMk/>
          <pc:sldMk cId="194462727" sldId="424"/>
        </pc:sldMkLst>
      </pc:sldChg>
      <pc:sldChg chg="addSp delSp modSp add mod delAnim modAnim">
        <pc:chgData name="Chris Alvin" userId="1477fe7d-12c1-4dcd-b708-f1331679ff1c" providerId="ADAL" clId="{4B165ABE-695E-4129-9679-619837F5F4D1}" dt="2022-10-11T12:47:56.254" v="21138"/>
        <pc:sldMkLst>
          <pc:docMk/>
          <pc:sldMk cId="685845028" sldId="425"/>
        </pc:sldMkLst>
      </pc:sldChg>
      <pc:sldChg chg="addSp delSp modSp add mod">
        <pc:chgData name="Chris Alvin" userId="1477fe7d-12c1-4dcd-b708-f1331679ff1c" providerId="ADAL" clId="{4B165ABE-695E-4129-9679-619837F5F4D1}" dt="2022-10-11T12:48:21.990" v="21142" actId="1076"/>
        <pc:sldMkLst>
          <pc:docMk/>
          <pc:sldMk cId="4053914439" sldId="426"/>
        </pc:sldMkLst>
      </pc:sldChg>
      <pc:sldChg chg="addSp delSp modSp add mod modAnim">
        <pc:chgData name="Chris Alvin" userId="1477fe7d-12c1-4dcd-b708-f1331679ff1c" providerId="ADAL" clId="{4B165ABE-695E-4129-9679-619837F5F4D1}" dt="2022-10-14T17:05:48.064" v="21598" actId="6549"/>
        <pc:sldMkLst>
          <pc:docMk/>
          <pc:sldMk cId="1852302099" sldId="427"/>
        </pc:sldMkLst>
      </pc:sldChg>
      <pc:sldChg chg="addSp delSp modSp add mod ord">
        <pc:chgData name="Chris Alvin" userId="1477fe7d-12c1-4dcd-b708-f1331679ff1c" providerId="ADAL" clId="{4B165ABE-695E-4129-9679-619837F5F4D1}" dt="2022-10-11T13:17:51.262" v="21392" actId="207"/>
        <pc:sldMkLst>
          <pc:docMk/>
          <pc:sldMk cId="983874230" sldId="428"/>
        </pc:sldMkLst>
      </pc:sldChg>
      <pc:sldChg chg="new del">
        <pc:chgData name="Chris Alvin" userId="1477fe7d-12c1-4dcd-b708-f1331679ff1c" providerId="ADAL" clId="{4B165ABE-695E-4129-9679-619837F5F4D1}" dt="2022-10-07T19:47:03.048" v="9400" actId="47"/>
        <pc:sldMkLst>
          <pc:docMk/>
          <pc:sldMk cId="3301753665" sldId="428"/>
        </pc:sldMkLst>
      </pc:sldChg>
      <pc:sldChg chg="addSp delSp modSp add mod">
        <pc:chgData name="Chris Alvin" userId="1477fe7d-12c1-4dcd-b708-f1331679ff1c" providerId="ADAL" clId="{4B165ABE-695E-4129-9679-619837F5F4D1}" dt="2022-10-11T12:51:21.726" v="21161" actId="20577"/>
        <pc:sldMkLst>
          <pc:docMk/>
          <pc:sldMk cId="951537855" sldId="429"/>
        </pc:sldMkLst>
      </pc:sldChg>
      <pc:sldChg chg="add del">
        <pc:chgData name="Chris Alvin" userId="1477fe7d-12c1-4dcd-b708-f1331679ff1c" providerId="ADAL" clId="{4B165ABE-695E-4129-9679-619837F5F4D1}" dt="2022-10-07T19:48:20.655" v="9403" actId="47"/>
        <pc:sldMkLst>
          <pc:docMk/>
          <pc:sldMk cId="3607303680" sldId="429"/>
        </pc:sldMkLst>
      </pc:sldChg>
      <pc:sldChg chg="addSp modSp add mod modAnim">
        <pc:chgData name="Chris Alvin" userId="1477fe7d-12c1-4dcd-b708-f1331679ff1c" providerId="ADAL" clId="{4B165ABE-695E-4129-9679-619837F5F4D1}" dt="2022-10-11T12:54:59.186" v="21184" actId="1076"/>
        <pc:sldMkLst>
          <pc:docMk/>
          <pc:sldMk cId="2386048125" sldId="430"/>
        </pc:sldMkLst>
      </pc:sldChg>
      <pc:sldChg chg="delSp add del mod">
        <pc:chgData name="Chris Alvin" userId="1477fe7d-12c1-4dcd-b708-f1331679ff1c" providerId="ADAL" clId="{4B165ABE-695E-4129-9679-619837F5F4D1}" dt="2022-10-09T18:26:23.767" v="10726" actId="47"/>
        <pc:sldMkLst>
          <pc:docMk/>
          <pc:sldMk cId="1561756750" sldId="431"/>
        </pc:sldMkLst>
      </pc:sldChg>
      <pc:sldChg chg="addSp delSp modSp add mod modAnim">
        <pc:chgData name="Chris Alvin" userId="1477fe7d-12c1-4dcd-b708-f1331679ff1c" providerId="ADAL" clId="{4B165ABE-695E-4129-9679-619837F5F4D1}" dt="2022-10-11T12:56:58.666" v="21205"/>
        <pc:sldMkLst>
          <pc:docMk/>
          <pc:sldMk cId="4225807808" sldId="431"/>
        </pc:sldMkLst>
      </pc:sldChg>
      <pc:sldChg chg="addSp delSp modSp add mod delAnim modAnim">
        <pc:chgData name="Chris Alvin" userId="1477fe7d-12c1-4dcd-b708-f1331679ff1c" providerId="ADAL" clId="{4B165ABE-695E-4129-9679-619837F5F4D1}" dt="2022-10-09T18:48:31.737" v="11577"/>
        <pc:sldMkLst>
          <pc:docMk/>
          <pc:sldMk cId="1538466050" sldId="432"/>
        </pc:sldMkLst>
      </pc:sldChg>
      <pc:sldChg chg="addSp delSp modSp add mod delAnim">
        <pc:chgData name="Chris Alvin" userId="1477fe7d-12c1-4dcd-b708-f1331679ff1c" providerId="ADAL" clId="{4B165ABE-695E-4129-9679-619837F5F4D1}" dt="2022-10-11T13:00:44.270" v="21243" actId="2085"/>
        <pc:sldMkLst>
          <pc:docMk/>
          <pc:sldMk cId="2989945718" sldId="433"/>
        </pc:sldMkLst>
      </pc:sldChg>
      <pc:sldChg chg="addSp delSp modSp add mod delAnim">
        <pc:chgData name="Chris Alvin" userId="1477fe7d-12c1-4dcd-b708-f1331679ff1c" providerId="ADAL" clId="{4B165ABE-695E-4129-9679-619837F5F4D1}" dt="2022-10-10T17:09:07.332" v="20799" actId="692"/>
        <pc:sldMkLst>
          <pc:docMk/>
          <pc:sldMk cId="794965798" sldId="434"/>
        </pc:sldMkLst>
      </pc:sldChg>
      <pc:sldChg chg="addSp delSp modSp add mod modAnim">
        <pc:chgData name="Chris Alvin" userId="1477fe7d-12c1-4dcd-b708-f1331679ff1c" providerId="ADAL" clId="{4B165ABE-695E-4129-9679-619837F5F4D1}" dt="2022-10-11T12:59:47.182" v="21241" actId="20577"/>
        <pc:sldMkLst>
          <pc:docMk/>
          <pc:sldMk cId="487976493" sldId="435"/>
        </pc:sldMkLst>
      </pc:sldChg>
      <pc:sldChg chg="addSp delSp modSp add mod modAnim">
        <pc:chgData name="Chris Alvin" userId="1477fe7d-12c1-4dcd-b708-f1331679ff1c" providerId="ADAL" clId="{4B165ABE-695E-4129-9679-619837F5F4D1}" dt="2022-10-14T15:19:43.997" v="21558" actId="20577"/>
        <pc:sldMkLst>
          <pc:docMk/>
          <pc:sldMk cId="1773151392" sldId="436"/>
        </pc:sldMkLst>
      </pc:sldChg>
      <pc:sldChg chg="addSp delSp modSp add mod modAnim">
        <pc:chgData name="Chris Alvin" userId="1477fe7d-12c1-4dcd-b708-f1331679ff1c" providerId="ADAL" clId="{4B165ABE-695E-4129-9679-619837F5F4D1}" dt="2022-10-11T13:08:08.525" v="21340" actId="20577"/>
        <pc:sldMkLst>
          <pc:docMk/>
          <pc:sldMk cId="337613871" sldId="437"/>
        </pc:sldMkLst>
      </pc:sldChg>
      <pc:sldChg chg="addSp delSp modSp add mod modAnim">
        <pc:chgData name="Chris Alvin" userId="1477fe7d-12c1-4dcd-b708-f1331679ff1c" providerId="ADAL" clId="{4B165ABE-695E-4129-9679-619837F5F4D1}" dt="2022-10-11T13:07:47.007" v="21330"/>
        <pc:sldMkLst>
          <pc:docMk/>
          <pc:sldMk cId="805066083" sldId="438"/>
        </pc:sldMkLst>
      </pc:sldChg>
      <pc:sldChg chg="delSp modSp add del mod">
        <pc:chgData name="Chris Alvin" userId="1477fe7d-12c1-4dcd-b708-f1331679ff1c" providerId="ADAL" clId="{4B165ABE-695E-4129-9679-619837F5F4D1}" dt="2022-10-17T12:38:42.384" v="21890" actId="47"/>
        <pc:sldMkLst>
          <pc:docMk/>
          <pc:sldMk cId="949772552" sldId="439"/>
        </pc:sldMkLst>
      </pc:sldChg>
      <pc:sldChg chg="new del">
        <pc:chgData name="Chris Alvin" userId="1477fe7d-12c1-4dcd-b708-f1331679ff1c" providerId="ADAL" clId="{4B165ABE-695E-4129-9679-619837F5F4D1}" dt="2022-10-10T13:48:20.964" v="14276" actId="680"/>
        <pc:sldMkLst>
          <pc:docMk/>
          <pc:sldMk cId="1814837129" sldId="439"/>
        </pc:sldMkLst>
      </pc:sldChg>
      <pc:sldChg chg="addSp delSp modSp add mod modAnim">
        <pc:chgData name="Chris Alvin" userId="1477fe7d-12c1-4dcd-b708-f1331679ff1c" providerId="ADAL" clId="{4B165ABE-695E-4129-9679-619837F5F4D1}" dt="2022-10-17T12:23:38.158" v="21632" actId="20577"/>
        <pc:sldMkLst>
          <pc:docMk/>
          <pc:sldMk cId="1735955495" sldId="440"/>
        </pc:sldMkLst>
      </pc:sldChg>
      <pc:sldChg chg="addSp delSp modSp add mod modAnim">
        <pc:chgData name="Chris Alvin" userId="1477fe7d-12c1-4dcd-b708-f1331679ff1c" providerId="ADAL" clId="{4B165ABE-695E-4129-9679-619837F5F4D1}" dt="2022-10-11T13:16:54.057" v="21389"/>
        <pc:sldMkLst>
          <pc:docMk/>
          <pc:sldMk cId="3695902764" sldId="441"/>
        </pc:sldMkLst>
      </pc:sldChg>
      <pc:sldChg chg="addSp delSp modSp add mod ord addAnim delAnim modAnim">
        <pc:chgData name="Chris Alvin" userId="1477fe7d-12c1-4dcd-b708-f1331679ff1c" providerId="ADAL" clId="{4B165ABE-695E-4129-9679-619837F5F4D1}" dt="2022-10-11T13:20:39.629" v="21480" actId="20577"/>
        <pc:sldMkLst>
          <pc:docMk/>
          <pc:sldMk cId="1630114591" sldId="442"/>
        </pc:sldMkLst>
      </pc:sldChg>
      <pc:sldChg chg="addSp delSp modSp add mod modAnim">
        <pc:chgData name="Chris Alvin" userId="1477fe7d-12c1-4dcd-b708-f1331679ff1c" providerId="ADAL" clId="{4B165ABE-695E-4129-9679-619837F5F4D1}" dt="2022-10-14T14:05:47.910" v="21542" actId="14100"/>
        <pc:sldMkLst>
          <pc:docMk/>
          <pc:sldMk cId="509980055" sldId="443"/>
        </pc:sldMkLst>
      </pc:sldChg>
      <pc:sldChg chg="add del">
        <pc:chgData name="Chris Alvin" userId="1477fe7d-12c1-4dcd-b708-f1331679ff1c" providerId="ADAL" clId="{4B165ABE-695E-4129-9679-619837F5F4D1}" dt="2022-10-10T14:44:50.691" v="16751" actId="47"/>
        <pc:sldMkLst>
          <pc:docMk/>
          <pc:sldMk cId="3913906008" sldId="443"/>
        </pc:sldMkLst>
      </pc:sldChg>
      <pc:sldChg chg="addSp delSp modSp add mod delAnim modAnim">
        <pc:chgData name="Chris Alvin" userId="1477fe7d-12c1-4dcd-b708-f1331679ff1c" providerId="ADAL" clId="{4B165ABE-695E-4129-9679-619837F5F4D1}" dt="2022-10-17T12:33:06.128" v="21888" actId="20577"/>
        <pc:sldMkLst>
          <pc:docMk/>
          <pc:sldMk cId="510134461" sldId="444"/>
        </pc:sldMkLst>
      </pc:sldChg>
      <pc:sldChg chg="addSp delSp modSp add mod delAnim modAnim">
        <pc:chgData name="Chris Alvin" userId="1477fe7d-12c1-4dcd-b708-f1331679ff1c" providerId="ADAL" clId="{4B165ABE-695E-4129-9679-619837F5F4D1}" dt="2022-10-11T13:38:41.797" v="21499" actId="20577"/>
        <pc:sldMkLst>
          <pc:docMk/>
          <pc:sldMk cId="3412279252" sldId="445"/>
        </pc:sldMkLst>
      </pc:sldChg>
      <pc:sldChg chg="addSp delSp modSp add mod delAnim modAnim">
        <pc:chgData name="Chris Alvin" userId="1477fe7d-12c1-4dcd-b708-f1331679ff1c" providerId="ADAL" clId="{4B165ABE-695E-4129-9679-619837F5F4D1}" dt="2022-10-19T13:32:52.058" v="21898" actId="20577"/>
        <pc:sldMkLst>
          <pc:docMk/>
          <pc:sldMk cId="2975604400" sldId="446"/>
        </pc:sldMkLst>
      </pc:sldChg>
      <pc:sldChg chg="addSp delSp modSp add mod">
        <pc:chgData name="Chris Alvin" userId="1477fe7d-12c1-4dcd-b708-f1331679ff1c" providerId="ADAL" clId="{4B165ABE-695E-4129-9679-619837F5F4D1}" dt="2022-10-11T13:39:55.825" v="21510" actId="1076"/>
        <pc:sldMkLst>
          <pc:docMk/>
          <pc:sldMk cId="2695040735" sldId="447"/>
        </pc:sldMkLst>
      </pc:sldChg>
      <pc:sldChg chg="addSp delSp modSp add mod delAnim modAnim">
        <pc:chgData name="Chris Alvin" userId="1477fe7d-12c1-4dcd-b708-f1331679ff1c" providerId="ADAL" clId="{4B165ABE-695E-4129-9679-619837F5F4D1}" dt="2022-10-11T15:15:56.088" v="21534" actId="692"/>
        <pc:sldMkLst>
          <pc:docMk/>
          <pc:sldMk cId="697557206" sldId="448"/>
        </pc:sldMkLst>
      </pc:sldChg>
      <pc:sldChg chg="addSp delSp modSp add mod modAnim">
        <pc:chgData name="Chris Alvin" userId="1477fe7d-12c1-4dcd-b708-f1331679ff1c" providerId="ADAL" clId="{4B165ABE-695E-4129-9679-619837F5F4D1}" dt="2022-10-11T13:41:29.726" v="21520" actId="1076"/>
        <pc:sldMkLst>
          <pc:docMk/>
          <pc:sldMk cId="1927457586" sldId="449"/>
        </pc:sldMkLst>
      </pc:sldChg>
      <pc:sldChg chg="addSp delSp modSp add del mod">
        <pc:chgData name="Chris Alvin" userId="1477fe7d-12c1-4dcd-b708-f1331679ff1c" providerId="ADAL" clId="{4B165ABE-695E-4129-9679-619837F5F4D1}" dt="2022-10-10T16:37:28.479" v="19780" actId="47"/>
        <pc:sldMkLst>
          <pc:docMk/>
          <pc:sldMk cId="1449559243" sldId="450"/>
        </pc:sldMkLst>
      </pc:sldChg>
      <pc:sldChg chg="addSp delSp modSp add mod modAnim">
        <pc:chgData name="Chris Alvin" userId="1477fe7d-12c1-4dcd-b708-f1331679ff1c" providerId="ADAL" clId="{4B165ABE-695E-4129-9679-619837F5F4D1}" dt="2022-10-11T14:21:35.275" v="21524" actId="2085"/>
        <pc:sldMkLst>
          <pc:docMk/>
          <pc:sldMk cId="1978078960" sldId="451"/>
        </pc:sldMkLst>
      </pc:sldChg>
      <pc:sldChg chg="addSp delSp modSp add mod delAnim modAnim">
        <pc:chgData name="Chris Alvin" userId="1477fe7d-12c1-4dcd-b708-f1331679ff1c" providerId="ADAL" clId="{4B165ABE-695E-4129-9679-619837F5F4D1}" dt="2022-10-17T12:35:18.085" v="21889" actId="20577"/>
        <pc:sldMkLst>
          <pc:docMk/>
          <pc:sldMk cId="340332717" sldId="452"/>
        </pc:sldMkLst>
      </pc:sldChg>
    </pc:docChg>
  </pc:docChgLst>
  <pc:docChgLst>
    <pc:chgData name="Chris Alvin" userId="1477fe7d-12c1-4dcd-b708-f1331679ff1c" providerId="ADAL" clId="{7976878A-5B10-4AD8-9C29-79D6743A5929}"/>
    <pc:docChg chg="undo redo custSel addSld delSld modSld sldOrd delSection modSection">
      <pc:chgData name="Chris Alvin" userId="1477fe7d-12c1-4dcd-b708-f1331679ff1c" providerId="ADAL" clId="{7976878A-5B10-4AD8-9C29-79D6743A5929}" dt="2025-05-14T18:14:53.681" v="5710" actId="17853"/>
      <pc:docMkLst>
        <pc:docMk/>
      </pc:docMkLst>
      <pc:sldChg chg="addSp delSp modSp add mod modTransition modClrScheme chgLayout">
        <pc:chgData name="Chris Alvin" userId="1477fe7d-12c1-4dcd-b708-f1331679ff1c" providerId="ADAL" clId="{7976878A-5B10-4AD8-9C29-79D6743A5929}" dt="2025-05-12T19:49:33.757" v="579" actId="1076"/>
        <pc:sldMkLst>
          <pc:docMk/>
          <pc:sldMk cId="0" sldId="259"/>
        </pc:sldMkLst>
      </pc:sldChg>
      <pc:sldChg chg="addSp delSp modSp add mod modTransition delAnim modAnim">
        <pc:chgData name="Chris Alvin" userId="1477fe7d-12c1-4dcd-b708-f1331679ff1c" providerId="ADAL" clId="{7976878A-5B10-4AD8-9C29-79D6743A5929}" dt="2025-05-12T20:39:02.259" v="2254" actId="1076"/>
        <pc:sldMkLst>
          <pc:docMk/>
          <pc:sldMk cId="0" sldId="260"/>
        </pc:sldMkLst>
      </pc:sldChg>
      <pc:sldChg chg="modSp add del mod modTransition">
        <pc:chgData name="Chris Alvin" userId="1477fe7d-12c1-4dcd-b708-f1331679ff1c" providerId="ADAL" clId="{7976878A-5B10-4AD8-9C29-79D6743A5929}" dt="2025-05-12T20:40:50.112" v="2279" actId="47"/>
        <pc:sldMkLst>
          <pc:docMk/>
          <pc:sldMk cId="0" sldId="261"/>
        </pc:sldMkLst>
      </pc:sldChg>
      <pc:sldChg chg="addSp delSp modSp add mod modTransition delAnim modAnim">
        <pc:chgData name="Chris Alvin" userId="1477fe7d-12c1-4dcd-b708-f1331679ff1c" providerId="ADAL" clId="{7976878A-5B10-4AD8-9C29-79D6743A5929}" dt="2025-05-13T19:07:46.983" v="3012" actId="1076"/>
        <pc:sldMkLst>
          <pc:docMk/>
          <pc:sldMk cId="0" sldId="262"/>
        </pc:sldMkLst>
      </pc:sldChg>
      <pc:sldChg chg="addSp delSp modSp add mod modTransition modAnim">
        <pc:chgData name="Chris Alvin" userId="1477fe7d-12c1-4dcd-b708-f1331679ff1c" providerId="ADAL" clId="{7976878A-5B10-4AD8-9C29-79D6743A5929}" dt="2025-05-14T14:15:38.413" v="3768"/>
        <pc:sldMkLst>
          <pc:docMk/>
          <pc:sldMk cId="0" sldId="263"/>
        </pc:sldMkLst>
      </pc:sldChg>
      <pc:sldChg chg="addSp delSp modSp add mod ord modTransition modAnim">
        <pc:chgData name="Chris Alvin" userId="1477fe7d-12c1-4dcd-b708-f1331679ff1c" providerId="ADAL" clId="{7976878A-5B10-4AD8-9C29-79D6743A5929}" dt="2025-05-14T14:13:10.121" v="3767" actId="1076"/>
        <pc:sldMkLst>
          <pc:docMk/>
          <pc:sldMk cId="0" sldId="264"/>
        </pc:sldMkLst>
      </pc:sldChg>
      <pc:sldChg chg="modSp mod">
        <pc:chgData name="Chris Alvin" userId="1477fe7d-12c1-4dcd-b708-f1331679ff1c" providerId="ADAL" clId="{7976878A-5B10-4AD8-9C29-79D6743A5929}" dt="2025-05-12T19:12:25.897" v="21" actId="20577"/>
        <pc:sldMkLst>
          <pc:docMk/>
          <pc:sldMk cId="923078003" sldId="265"/>
        </pc:sldMkLst>
      </pc:sldChg>
      <pc:sldChg chg="addSp delSp modSp add mod modTransition">
        <pc:chgData name="Chris Alvin" userId="1477fe7d-12c1-4dcd-b708-f1331679ff1c" providerId="ADAL" clId="{7976878A-5B10-4AD8-9C29-79D6743A5929}" dt="2025-05-14T14:35:13.639" v="4025" actId="1076"/>
        <pc:sldMkLst>
          <pc:docMk/>
          <pc:sldMk cId="0" sldId="266"/>
        </pc:sldMkLst>
      </pc:sldChg>
      <pc:sldChg chg="addSp delSp modSp add mod modTransition">
        <pc:chgData name="Chris Alvin" userId="1477fe7d-12c1-4dcd-b708-f1331679ff1c" providerId="ADAL" clId="{7976878A-5B10-4AD8-9C29-79D6743A5929}" dt="2025-05-14T16:58:13.475" v="4217" actId="14100"/>
        <pc:sldMkLst>
          <pc:docMk/>
          <pc:sldMk cId="0" sldId="267"/>
        </pc:sldMkLst>
      </pc:sldChg>
      <pc:sldChg chg="addSp delSp modSp add mod modTransition">
        <pc:chgData name="Chris Alvin" userId="1477fe7d-12c1-4dcd-b708-f1331679ff1c" providerId="ADAL" clId="{7976878A-5B10-4AD8-9C29-79D6743A5929}" dt="2025-05-14T17:20:35.203" v="4583" actId="1076"/>
        <pc:sldMkLst>
          <pc:docMk/>
          <pc:sldMk cId="0" sldId="268"/>
        </pc:sldMkLst>
      </pc:sldChg>
      <pc:sldChg chg="add del modTransition">
        <pc:chgData name="Chris Alvin" userId="1477fe7d-12c1-4dcd-b708-f1331679ff1c" providerId="ADAL" clId="{7976878A-5B10-4AD8-9C29-79D6743A5929}" dt="2025-05-14T17:20:38.741" v="4584" actId="47"/>
        <pc:sldMkLst>
          <pc:docMk/>
          <pc:sldMk cId="0" sldId="269"/>
        </pc:sldMkLst>
      </pc:sldChg>
      <pc:sldChg chg="add del modTransition">
        <pc:chgData name="Chris Alvin" userId="1477fe7d-12c1-4dcd-b708-f1331679ff1c" providerId="ADAL" clId="{7976878A-5B10-4AD8-9C29-79D6743A5929}" dt="2025-05-14T17:20:41.064" v="4585" actId="47"/>
        <pc:sldMkLst>
          <pc:docMk/>
          <pc:sldMk cId="0" sldId="270"/>
        </pc:sldMkLst>
      </pc:sldChg>
      <pc:sldChg chg="addSp delSp modSp add del mod modTransition">
        <pc:chgData name="Chris Alvin" userId="1477fe7d-12c1-4dcd-b708-f1331679ff1c" providerId="ADAL" clId="{7976878A-5B10-4AD8-9C29-79D6743A5929}" dt="2025-05-14T17:20:42.650" v="4586" actId="47"/>
        <pc:sldMkLst>
          <pc:docMk/>
          <pc:sldMk cId="0" sldId="271"/>
        </pc:sldMkLst>
      </pc:sldChg>
      <pc:sldChg chg="add del modTransition">
        <pc:chgData name="Chris Alvin" userId="1477fe7d-12c1-4dcd-b708-f1331679ff1c" providerId="ADAL" clId="{7976878A-5B10-4AD8-9C29-79D6743A5929}" dt="2025-05-14T17:20:45.275" v="4587" actId="47"/>
        <pc:sldMkLst>
          <pc:docMk/>
          <pc:sldMk cId="0" sldId="272"/>
        </pc:sldMkLst>
      </pc:sldChg>
      <pc:sldChg chg="addSp delSp modSp add mod modTransition modAnim">
        <pc:chgData name="Chris Alvin" userId="1477fe7d-12c1-4dcd-b708-f1331679ff1c" providerId="ADAL" clId="{7976878A-5B10-4AD8-9C29-79D6743A5929}" dt="2025-05-14T17:48:10.968" v="5162"/>
        <pc:sldMkLst>
          <pc:docMk/>
          <pc:sldMk cId="0" sldId="273"/>
        </pc:sldMkLst>
      </pc:sldChg>
      <pc:sldChg chg="addSp delSp modSp add mod modTransition">
        <pc:chgData name="Chris Alvin" userId="1477fe7d-12c1-4dcd-b708-f1331679ff1c" providerId="ADAL" clId="{7976878A-5B10-4AD8-9C29-79D6743A5929}" dt="2025-05-14T18:07:01.995" v="5558" actId="20577"/>
        <pc:sldMkLst>
          <pc:docMk/>
          <pc:sldMk cId="0" sldId="274"/>
        </pc:sldMkLst>
      </pc:sldChg>
      <pc:sldChg chg="add del modTransition">
        <pc:chgData name="Chris Alvin" userId="1477fe7d-12c1-4dcd-b708-f1331679ff1c" providerId="ADAL" clId="{7976878A-5B10-4AD8-9C29-79D6743A5929}" dt="2025-05-14T18:07:15.132" v="5559" actId="47"/>
        <pc:sldMkLst>
          <pc:docMk/>
          <pc:sldMk cId="0" sldId="275"/>
        </pc:sldMkLst>
      </pc:sldChg>
      <pc:sldChg chg="addSp delSp modSp add mod modTransition">
        <pc:chgData name="Chris Alvin" userId="1477fe7d-12c1-4dcd-b708-f1331679ff1c" providerId="ADAL" clId="{7976878A-5B10-4AD8-9C29-79D6743A5929}" dt="2025-05-14T18:14:39.409" v="5708" actId="1076"/>
        <pc:sldMkLst>
          <pc:docMk/>
          <pc:sldMk cId="0" sldId="276"/>
        </pc:sldMkLst>
      </pc:sldChg>
      <pc:sldChg chg="modSp add del mod modTransition">
        <pc:chgData name="Chris Alvin" userId="1477fe7d-12c1-4dcd-b708-f1331679ff1c" providerId="ADAL" clId="{7976878A-5B10-4AD8-9C29-79D6743A5929}" dt="2025-05-14T18:08:25.205" v="5583" actId="47"/>
        <pc:sldMkLst>
          <pc:docMk/>
          <pc:sldMk cId="0" sldId="277"/>
        </pc:sldMkLst>
      </pc:sldChg>
      <pc:sldChg chg="add del modTransition">
        <pc:chgData name="Chris Alvin" userId="1477fe7d-12c1-4dcd-b708-f1331679ff1c" providerId="ADAL" clId="{7976878A-5B10-4AD8-9C29-79D6743A5929}" dt="2025-05-14T18:08:18.998" v="5580" actId="47"/>
        <pc:sldMkLst>
          <pc:docMk/>
          <pc:sldMk cId="0" sldId="278"/>
        </pc:sldMkLst>
      </pc:sldChg>
      <pc:sldChg chg="add del modTransition">
        <pc:chgData name="Chris Alvin" userId="1477fe7d-12c1-4dcd-b708-f1331679ff1c" providerId="ADAL" clId="{7976878A-5B10-4AD8-9C29-79D6743A5929}" dt="2025-05-14T18:08:20.805" v="5581" actId="47"/>
        <pc:sldMkLst>
          <pc:docMk/>
          <pc:sldMk cId="0" sldId="279"/>
        </pc:sldMkLst>
      </pc:sldChg>
      <pc:sldChg chg="add del modTransition">
        <pc:chgData name="Chris Alvin" userId="1477fe7d-12c1-4dcd-b708-f1331679ff1c" providerId="ADAL" clId="{7976878A-5B10-4AD8-9C29-79D6743A5929}" dt="2025-05-14T18:08:23.341" v="5582" actId="47"/>
        <pc:sldMkLst>
          <pc:docMk/>
          <pc:sldMk cId="0" sldId="280"/>
        </pc:sldMkLst>
      </pc:sldChg>
      <pc:sldChg chg="addSp delSp modSp mod delAnim">
        <pc:chgData name="Chris Alvin" userId="1477fe7d-12c1-4dcd-b708-f1331679ff1c" providerId="ADAL" clId="{7976878A-5B10-4AD8-9C29-79D6743A5929}" dt="2025-05-12T19:36:08.856" v="235" actId="1076"/>
        <pc:sldMkLst>
          <pc:docMk/>
          <pc:sldMk cId="340332717" sldId="452"/>
        </pc:sldMkLst>
      </pc:sldChg>
      <pc:sldChg chg="del">
        <pc:chgData name="Chris Alvin" userId="1477fe7d-12c1-4dcd-b708-f1331679ff1c" providerId="ADAL" clId="{7976878A-5B10-4AD8-9C29-79D6743A5929}" dt="2025-05-14T18:07:43.269" v="5562" actId="47"/>
        <pc:sldMkLst>
          <pc:docMk/>
          <pc:sldMk cId="2561750512" sldId="453"/>
        </pc:sldMkLst>
      </pc:sldChg>
      <pc:sldChg chg="del">
        <pc:chgData name="Chris Alvin" userId="1477fe7d-12c1-4dcd-b708-f1331679ff1c" providerId="ADAL" clId="{7976878A-5B10-4AD8-9C29-79D6743A5929}" dt="2025-05-14T18:07:45.023" v="5565" actId="47"/>
        <pc:sldMkLst>
          <pc:docMk/>
          <pc:sldMk cId="205019521" sldId="454"/>
        </pc:sldMkLst>
      </pc:sldChg>
      <pc:sldChg chg="del">
        <pc:chgData name="Chris Alvin" userId="1477fe7d-12c1-4dcd-b708-f1331679ff1c" providerId="ADAL" clId="{7976878A-5B10-4AD8-9C29-79D6743A5929}" dt="2025-05-14T18:07:43.650" v="5563" actId="47"/>
        <pc:sldMkLst>
          <pc:docMk/>
          <pc:sldMk cId="895025596" sldId="455"/>
        </pc:sldMkLst>
      </pc:sldChg>
      <pc:sldChg chg="del">
        <pc:chgData name="Chris Alvin" userId="1477fe7d-12c1-4dcd-b708-f1331679ff1c" providerId="ADAL" clId="{7976878A-5B10-4AD8-9C29-79D6743A5929}" dt="2025-05-14T18:07:43.002" v="5561" actId="47"/>
        <pc:sldMkLst>
          <pc:docMk/>
          <pc:sldMk cId="2812581051" sldId="456"/>
        </pc:sldMkLst>
      </pc:sldChg>
      <pc:sldChg chg="del">
        <pc:chgData name="Chris Alvin" userId="1477fe7d-12c1-4dcd-b708-f1331679ff1c" providerId="ADAL" clId="{7976878A-5B10-4AD8-9C29-79D6743A5929}" dt="2025-05-14T18:07:45.592" v="5566" actId="47"/>
        <pc:sldMkLst>
          <pc:docMk/>
          <pc:sldMk cId="946723440" sldId="457"/>
        </pc:sldMkLst>
      </pc:sldChg>
      <pc:sldChg chg="del">
        <pc:chgData name="Chris Alvin" userId="1477fe7d-12c1-4dcd-b708-f1331679ff1c" providerId="ADAL" clId="{7976878A-5B10-4AD8-9C29-79D6743A5929}" dt="2025-05-14T18:07:45.668" v="5567" actId="47"/>
        <pc:sldMkLst>
          <pc:docMk/>
          <pc:sldMk cId="1066464949" sldId="458"/>
        </pc:sldMkLst>
      </pc:sldChg>
      <pc:sldChg chg="del">
        <pc:chgData name="Chris Alvin" userId="1477fe7d-12c1-4dcd-b708-f1331679ff1c" providerId="ADAL" clId="{7976878A-5B10-4AD8-9C29-79D6743A5929}" dt="2025-05-14T18:07:45.714" v="5568" actId="47"/>
        <pc:sldMkLst>
          <pc:docMk/>
          <pc:sldMk cId="2829270210" sldId="459"/>
        </pc:sldMkLst>
      </pc:sldChg>
      <pc:sldChg chg="del">
        <pc:chgData name="Chris Alvin" userId="1477fe7d-12c1-4dcd-b708-f1331679ff1c" providerId="ADAL" clId="{7976878A-5B10-4AD8-9C29-79D6743A5929}" dt="2025-05-14T18:07:45.791" v="5569" actId="47"/>
        <pc:sldMkLst>
          <pc:docMk/>
          <pc:sldMk cId="2625430326" sldId="460"/>
        </pc:sldMkLst>
      </pc:sldChg>
      <pc:sldChg chg="del">
        <pc:chgData name="Chris Alvin" userId="1477fe7d-12c1-4dcd-b708-f1331679ff1c" providerId="ADAL" clId="{7976878A-5B10-4AD8-9C29-79D6743A5929}" dt="2025-05-14T18:07:45.905" v="5570" actId="47"/>
        <pc:sldMkLst>
          <pc:docMk/>
          <pc:sldMk cId="491794072" sldId="461"/>
        </pc:sldMkLst>
      </pc:sldChg>
      <pc:sldChg chg="del">
        <pc:chgData name="Chris Alvin" userId="1477fe7d-12c1-4dcd-b708-f1331679ff1c" providerId="ADAL" clId="{7976878A-5B10-4AD8-9C29-79D6743A5929}" dt="2025-05-14T18:07:45.972" v="5571" actId="47"/>
        <pc:sldMkLst>
          <pc:docMk/>
          <pc:sldMk cId="2275880320" sldId="462"/>
        </pc:sldMkLst>
      </pc:sldChg>
      <pc:sldChg chg="del">
        <pc:chgData name="Chris Alvin" userId="1477fe7d-12c1-4dcd-b708-f1331679ff1c" providerId="ADAL" clId="{7976878A-5B10-4AD8-9C29-79D6743A5929}" dt="2025-05-14T18:07:46.998" v="5573" actId="47"/>
        <pc:sldMkLst>
          <pc:docMk/>
          <pc:sldMk cId="2431534461" sldId="463"/>
        </pc:sldMkLst>
      </pc:sldChg>
      <pc:sldChg chg="del">
        <pc:chgData name="Chris Alvin" userId="1477fe7d-12c1-4dcd-b708-f1331679ff1c" providerId="ADAL" clId="{7976878A-5B10-4AD8-9C29-79D6743A5929}" dt="2025-05-14T18:07:47.599" v="5574" actId="47"/>
        <pc:sldMkLst>
          <pc:docMk/>
          <pc:sldMk cId="2630519163" sldId="464"/>
        </pc:sldMkLst>
      </pc:sldChg>
      <pc:sldChg chg="del">
        <pc:chgData name="Chris Alvin" userId="1477fe7d-12c1-4dcd-b708-f1331679ff1c" providerId="ADAL" clId="{7976878A-5B10-4AD8-9C29-79D6743A5929}" dt="2025-05-14T18:07:43.908" v="5564" actId="47"/>
        <pc:sldMkLst>
          <pc:docMk/>
          <pc:sldMk cId="3163421995" sldId="466"/>
        </pc:sldMkLst>
      </pc:sldChg>
      <pc:sldChg chg="del">
        <pc:chgData name="Chris Alvin" userId="1477fe7d-12c1-4dcd-b708-f1331679ff1c" providerId="ADAL" clId="{7976878A-5B10-4AD8-9C29-79D6743A5929}" dt="2025-05-14T18:07:46.216" v="5572" actId="47"/>
        <pc:sldMkLst>
          <pc:docMk/>
          <pc:sldMk cId="3683945049" sldId="467"/>
        </pc:sldMkLst>
      </pc:sldChg>
      <pc:sldChg chg="del">
        <pc:chgData name="Chris Alvin" userId="1477fe7d-12c1-4dcd-b708-f1331679ff1c" providerId="ADAL" clId="{7976878A-5B10-4AD8-9C29-79D6743A5929}" dt="2025-05-14T18:07:49.279" v="5577" actId="47"/>
        <pc:sldMkLst>
          <pc:docMk/>
          <pc:sldMk cId="2440365902" sldId="468"/>
        </pc:sldMkLst>
      </pc:sldChg>
      <pc:sldChg chg="del">
        <pc:chgData name="Chris Alvin" userId="1477fe7d-12c1-4dcd-b708-f1331679ff1c" providerId="ADAL" clId="{7976878A-5B10-4AD8-9C29-79D6743A5929}" dt="2025-05-14T18:07:50.087" v="5578" actId="47"/>
        <pc:sldMkLst>
          <pc:docMk/>
          <pc:sldMk cId="1469416666" sldId="469"/>
        </pc:sldMkLst>
      </pc:sldChg>
      <pc:sldChg chg="del">
        <pc:chgData name="Chris Alvin" userId="1477fe7d-12c1-4dcd-b708-f1331679ff1c" providerId="ADAL" clId="{7976878A-5B10-4AD8-9C29-79D6743A5929}" dt="2025-05-14T18:07:48.101" v="5575" actId="47"/>
        <pc:sldMkLst>
          <pc:docMk/>
          <pc:sldMk cId="3403764859" sldId="470"/>
        </pc:sldMkLst>
      </pc:sldChg>
      <pc:sldChg chg="del">
        <pc:chgData name="Chris Alvin" userId="1477fe7d-12c1-4dcd-b708-f1331679ff1c" providerId="ADAL" clId="{7976878A-5B10-4AD8-9C29-79D6743A5929}" dt="2025-05-14T18:07:48.688" v="5576" actId="47"/>
        <pc:sldMkLst>
          <pc:docMk/>
          <pc:sldMk cId="3129663158" sldId="471"/>
        </pc:sldMkLst>
      </pc:sldChg>
      <pc:sldChg chg="del">
        <pc:chgData name="Chris Alvin" userId="1477fe7d-12c1-4dcd-b708-f1331679ff1c" providerId="ADAL" clId="{7976878A-5B10-4AD8-9C29-79D6743A5929}" dt="2025-05-14T18:07:51.017" v="5579" actId="47"/>
        <pc:sldMkLst>
          <pc:docMk/>
          <pc:sldMk cId="2547813473" sldId="472"/>
        </pc:sldMkLst>
      </pc:sldChg>
      <pc:sldChg chg="addSp delSp modSp new del mod">
        <pc:chgData name="Chris Alvin" userId="1477fe7d-12c1-4dcd-b708-f1331679ff1c" providerId="ADAL" clId="{7976878A-5B10-4AD8-9C29-79D6743A5929}" dt="2025-05-12T19:15:27.047" v="52" actId="680"/>
        <pc:sldMkLst>
          <pc:docMk/>
          <pc:sldMk cId="582585009" sldId="473"/>
        </pc:sldMkLst>
      </pc:sldChg>
      <pc:sldChg chg="delSp new del mod">
        <pc:chgData name="Chris Alvin" userId="1477fe7d-12c1-4dcd-b708-f1331679ff1c" providerId="ADAL" clId="{7976878A-5B10-4AD8-9C29-79D6743A5929}" dt="2025-05-14T18:07:42.447" v="5560" actId="47"/>
        <pc:sldMkLst>
          <pc:docMk/>
          <pc:sldMk cId="2319382303" sldId="473"/>
        </pc:sldMkLst>
      </pc:sldChg>
      <pc:sldChg chg="add del modTransition">
        <pc:chgData name="Chris Alvin" userId="1477fe7d-12c1-4dcd-b708-f1331679ff1c" providerId="ADAL" clId="{7976878A-5B10-4AD8-9C29-79D6743A5929}" dt="2025-05-14T14:16:32.111" v="3769" actId="47"/>
        <pc:sldMkLst>
          <pc:docMk/>
          <pc:sldMk cId="0" sldId="474"/>
        </pc:sldMkLst>
      </pc:sldChg>
      <pc:sldChg chg="delSp modSp add mod">
        <pc:chgData name="Chris Alvin" userId="1477fe7d-12c1-4dcd-b708-f1331679ff1c" providerId="ADAL" clId="{7976878A-5B10-4AD8-9C29-79D6743A5929}" dt="2025-05-12T19:36:18.725" v="236" actId="15"/>
        <pc:sldMkLst>
          <pc:docMk/>
          <pc:sldMk cId="3675226483" sldId="475"/>
        </pc:sldMkLst>
      </pc:sldChg>
      <pc:sldChg chg="addSp delSp modSp new mod">
        <pc:chgData name="Chris Alvin" userId="1477fe7d-12c1-4dcd-b708-f1331679ff1c" providerId="ADAL" clId="{7976878A-5B10-4AD8-9C29-79D6743A5929}" dt="2025-05-13T18:28:49.239" v="2475" actId="1076"/>
        <pc:sldMkLst>
          <pc:docMk/>
          <pc:sldMk cId="4291674975" sldId="476"/>
        </pc:sldMkLst>
      </pc:sldChg>
      <pc:sldChg chg="addSp delSp modSp add mod">
        <pc:chgData name="Chris Alvin" userId="1477fe7d-12c1-4dcd-b708-f1331679ff1c" providerId="ADAL" clId="{7976878A-5B10-4AD8-9C29-79D6743A5929}" dt="2025-05-14T14:41:09.662" v="4086" actId="1076"/>
        <pc:sldMkLst>
          <pc:docMk/>
          <pc:sldMk cId="3021432234" sldId="47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58A34-83F4-4B2E-BC5A-DE51EE8822F9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FE58C-C1A6-4C4C-90C2-B7F5B0504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05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E1917-0BAF-4687-978A-82FFF05559C3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E1E9A-E921-4174-A0FC-51868D7AC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0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9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1658" y="1709738"/>
            <a:ext cx="10105791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1658" y="4589463"/>
            <a:ext cx="10105791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8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700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5325" y="1825625"/>
            <a:ext cx="475488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274638"/>
            <a:ext cx="902335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210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98920" y="1489075"/>
            <a:ext cx="4754880" cy="64135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98920" y="2193925"/>
            <a:ext cx="475488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8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8905" y="987425"/>
            <a:ext cx="56764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1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1825625"/>
            <a:ext cx="9791700" cy="43513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8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2100" y="365125"/>
            <a:ext cx="70104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AB7D7-3608-4730-B2E2-670834DF882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7BAC7-FE87-40F6-AA24-4F4685D1B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8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2100" y="1825625"/>
            <a:ext cx="9791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62100" y="6356350"/>
            <a:ext cx="2552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4EAB7D7-3608-4730-B2E2-670834DF882C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B7BAC7-FE87-40F6-AA24-4F4685D1B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6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8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1464" userDrawn="1">
          <p15:clr>
            <a:srgbClr val="F26B43"/>
          </p15:clr>
        </p15:guide>
        <p15:guide id="3" pos="7152" userDrawn="1">
          <p15:clr>
            <a:srgbClr val="F26B43"/>
          </p15:clr>
        </p15:guide>
        <p15:guide id="4" pos="984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024lzsknDo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18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17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24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Relationship Id="rId9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7" Type="http://schemas.openxmlformats.org/officeDocument/2006/relationships/image" Target="../media/image27.sv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530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520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540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25.sv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27.svg"/><Relationship Id="rId7" Type="http://schemas.openxmlformats.org/officeDocument/2006/relationships/image" Target="../media/image9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20.png"/><Relationship Id="rId7" Type="http://schemas.openxmlformats.org/officeDocument/2006/relationships/image" Target="../media/image122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101.png"/><Relationship Id="rId5" Type="http://schemas.openxmlformats.org/officeDocument/2006/relationships/image" Target="../media/image26.png"/><Relationship Id="rId10" Type="http://schemas.openxmlformats.org/officeDocument/2006/relationships/image" Target="../media/image25.svg"/><Relationship Id="rId4" Type="http://schemas.openxmlformats.org/officeDocument/2006/relationships/image" Target="../media/image121.png"/><Relationship Id="rId9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28299"/>
            <a:ext cx="9144000" cy="1307736"/>
          </a:xfrm>
        </p:spPr>
        <p:txBody>
          <a:bodyPr>
            <a:normAutofit/>
          </a:bodyPr>
          <a:lstStyle/>
          <a:p>
            <a:r>
              <a:rPr lang="en-US" dirty="0"/>
              <a:t>Informed Search</a:t>
            </a:r>
          </a:p>
        </p:txBody>
      </p:sp>
    </p:spTree>
    <p:extLst>
      <p:ext uri="{BB962C8B-B14F-4D97-AF65-F5344CB8AC3E}">
        <p14:creationId xmlns:p14="http://schemas.microsoft.com/office/powerpoint/2010/main" val="92307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 dirty="0">
                <a:latin typeface="+mj-lt"/>
              </a:rPr>
              <a:t>Uniformed Search vs. Informed Search</a:t>
            </a:r>
            <a:endParaRPr lang="en-US" sz="36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B2C234-BAFD-44B9-502D-5451256BFBF1}"/>
              </a:ext>
            </a:extLst>
          </p:cNvPr>
          <p:cNvGrpSpPr/>
          <p:nvPr/>
        </p:nvGrpSpPr>
        <p:grpSpPr>
          <a:xfrm>
            <a:off x="2270765" y="2545579"/>
            <a:ext cx="7443829" cy="1553189"/>
            <a:chOff x="2270765" y="1979522"/>
            <a:chExt cx="7443829" cy="155318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FFFCAC0-CABD-1C96-0881-1374050A0048}"/>
                </a:ext>
              </a:extLst>
            </p:cNvPr>
            <p:cNvSpPr/>
            <p:nvPr/>
          </p:nvSpPr>
          <p:spPr>
            <a:xfrm>
              <a:off x="8757991" y="1979522"/>
              <a:ext cx="956603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goal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51ECE8-1CAF-0CCF-2960-D670BE8E2196}"/>
                </a:ext>
              </a:extLst>
            </p:cNvPr>
            <p:cNvGrpSpPr/>
            <p:nvPr/>
          </p:nvGrpSpPr>
          <p:grpSpPr>
            <a:xfrm>
              <a:off x="2270765" y="2971800"/>
              <a:ext cx="3131682" cy="560911"/>
              <a:chOff x="2270765" y="2971800"/>
              <a:chExt cx="3131682" cy="56091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object 23">
                    <a:extLst>
                      <a:ext uri="{FF2B5EF4-FFF2-40B4-BE49-F238E27FC236}">
                        <a16:creationId xmlns:a16="http://schemas.microsoft.com/office/drawing/2014/main" id="{7926E2F3-B5DD-FB32-1E7A-92AD04404AC4}"/>
                      </a:ext>
                    </a:extLst>
                  </p:cNvPr>
                  <p:cNvSpPr txBox="1"/>
                  <p:nvPr/>
                </p:nvSpPr>
                <p:spPr>
                  <a:xfrm>
                    <a:off x="3612708" y="3247596"/>
                    <a:ext cx="754411" cy="285115"/>
                  </a:xfrm>
                  <a:prstGeom prst="rect">
                    <a:avLst/>
                  </a:prstGeom>
                </p:spPr>
                <p:txBody>
                  <a:bodyPr vert="horz" wrap="square" lIns="0" tIns="12700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1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 b="1" i="1" spc="-20" dirty="0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𝒈</m:t>
                          </m:r>
                          <m:d>
                            <m:dPr>
                              <m:ctrlPr>
                                <a:rPr lang="en-US" sz="1700" b="1" i="1" spc="-20" dirty="0" smtClean="0">
                                  <a:solidFill>
                                    <a:srgbClr val="1306BA"/>
                                  </a:solidFill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1700" b="1" i="1" spc="-20" dirty="0" smtClean="0">
                                  <a:solidFill>
                                    <a:srgbClr val="1306BA"/>
                                  </a:solidFill>
                                  <a:latin typeface="Cambria Math" panose="02040503050406030204" pitchFamily="18" charset="0"/>
                                  <a:cs typeface="Calibri"/>
                                </a:rPr>
                                <m:t>𝒏</m:t>
                              </m:r>
                            </m:e>
                          </m:d>
                        </m:oMath>
                      </m:oMathPara>
                    </a14:m>
                    <a:endParaRPr lang="en-US" sz="1700" dirty="0">
                      <a:solidFill>
                        <a:srgbClr val="1306BA"/>
                      </a:solidFill>
                      <a:latin typeface="Calibri"/>
                      <a:cs typeface="Calibri"/>
                    </a:endParaRPr>
                  </a:p>
                </p:txBody>
              </p:sp>
            </mc:Choice>
            <mc:Fallback xmlns="">
              <p:sp>
                <p:nvSpPr>
                  <p:cNvPr id="24" name="object 23">
                    <a:extLst>
                      <a:ext uri="{FF2B5EF4-FFF2-40B4-BE49-F238E27FC236}">
                        <a16:creationId xmlns:a16="http://schemas.microsoft.com/office/drawing/2014/main" id="{7926E2F3-B5DD-FB32-1E7A-92AD04404A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12708" y="3247596"/>
                    <a:ext cx="754411" cy="28511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173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C538E1E-4ADE-84B8-7E44-034801E517A6}"/>
                  </a:ext>
                </a:extLst>
              </p:cNvPr>
              <p:cNvSpPr/>
              <p:nvPr/>
            </p:nvSpPr>
            <p:spPr>
              <a:xfrm>
                <a:off x="2270765" y="2971800"/>
                <a:ext cx="956603" cy="45720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start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4D412B9E-85DA-2043-3164-22D5E890C4A3}"/>
                      </a:ext>
                    </a:extLst>
                  </p:cNvPr>
                  <p:cNvSpPr/>
                  <p:nvPr/>
                </p:nvSpPr>
                <p:spPr>
                  <a:xfrm>
                    <a:off x="4946517" y="2971800"/>
                    <a:ext cx="455930" cy="45720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4D412B9E-85DA-2043-3164-22D5E890C4A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6517" y="2971800"/>
                    <a:ext cx="455930" cy="457200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5400">
                    <a:solidFill>
                      <a:schemeClr val="tx1"/>
                    </a:solidFill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BF9B8729-34B2-90D4-2245-8C136D4112E0}"/>
                  </a:ext>
                </a:extLst>
              </p:cNvPr>
              <p:cNvCxnSpPr>
                <a:stCxn id="27" idx="6"/>
                <a:endCxn id="29" idx="2"/>
              </p:cNvCxnSpPr>
              <p:nvPr/>
            </p:nvCxnSpPr>
            <p:spPr>
              <a:xfrm>
                <a:off x="3227368" y="3200400"/>
                <a:ext cx="1719149" cy="0"/>
              </a:xfrm>
              <a:prstGeom prst="straightConnector1">
                <a:avLst/>
              </a:prstGeom>
              <a:ln w="25400">
                <a:solidFill>
                  <a:srgbClr val="1306BA"/>
                </a:solidFill>
                <a:prstDash val="solid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1F6ADB1-F1F6-72C2-3369-C36149F9FB18}"/>
              </a:ext>
            </a:extLst>
          </p:cNvPr>
          <p:cNvGrpSpPr/>
          <p:nvPr/>
        </p:nvGrpSpPr>
        <p:grpSpPr>
          <a:xfrm>
            <a:off x="5402447" y="2774179"/>
            <a:ext cx="3355544" cy="1001349"/>
            <a:chOff x="5402447" y="2634479"/>
            <a:chExt cx="3355544" cy="1001349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639300C-5F21-8315-CDA8-6FEE35DAC2CE}"/>
                </a:ext>
              </a:extLst>
            </p:cNvPr>
            <p:cNvCxnSpPr>
              <a:cxnSpLocks/>
              <a:stCxn id="29" idx="6"/>
              <a:endCxn id="28" idx="2"/>
            </p:cNvCxnSpPr>
            <p:nvPr/>
          </p:nvCxnSpPr>
          <p:spPr>
            <a:xfrm flipV="1">
              <a:off x="5402447" y="2643550"/>
              <a:ext cx="3355544" cy="992278"/>
            </a:xfrm>
            <a:prstGeom prst="straightConnector1">
              <a:avLst/>
            </a:prstGeom>
            <a:ln w="25400">
              <a:solidFill>
                <a:srgbClr val="00B050"/>
              </a:solidFill>
              <a:prstDash val="sysDash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bject 23">
                  <a:extLst>
                    <a:ext uri="{FF2B5EF4-FFF2-40B4-BE49-F238E27FC236}">
                      <a16:creationId xmlns:a16="http://schemas.microsoft.com/office/drawing/2014/main" id="{905032DB-E709-6BDB-D483-97269A4D542C}"/>
                    </a:ext>
                  </a:extLst>
                </p:cNvPr>
                <p:cNvSpPr txBox="1"/>
                <p:nvPr/>
              </p:nvSpPr>
              <p:spPr>
                <a:xfrm>
                  <a:off x="6650083" y="2634479"/>
                  <a:ext cx="754411" cy="285115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700" b="1" i="1" spc="-2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𝒉</m:t>
                        </m:r>
                        <m:d>
                          <m:dPr>
                            <m:ctrlPr>
                              <a:rPr lang="en-US" sz="1700" b="1" i="1" spc="-20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en-US" sz="1700" b="1" i="1" spc="-20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  <m:t>𝒏</m:t>
                            </m:r>
                          </m:e>
                        </m:d>
                      </m:oMath>
                    </m:oMathPara>
                  </a14:m>
                  <a:endParaRPr lang="en-US" sz="1700" dirty="0">
                    <a:solidFill>
                      <a:srgbClr val="00B050"/>
                    </a:solidFill>
                    <a:latin typeface="Calibri"/>
                    <a:cs typeface="Calibri"/>
                  </a:endParaRPr>
                </a:p>
              </p:txBody>
            </p:sp>
          </mc:Choice>
          <mc:Fallback xmlns="">
            <p:sp>
              <p:nvSpPr>
                <p:cNvPr id="36" name="object 23">
                  <a:extLst>
                    <a:ext uri="{FF2B5EF4-FFF2-40B4-BE49-F238E27FC236}">
                      <a16:creationId xmlns:a16="http://schemas.microsoft.com/office/drawing/2014/main" id="{905032DB-E709-6BDB-D483-97269A4D5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0083" y="2634479"/>
                  <a:ext cx="754411" cy="285115"/>
                </a:xfrm>
                <a:prstGeom prst="rect">
                  <a:avLst/>
                </a:prstGeom>
                <a:blipFill>
                  <a:blip r:embed="rId4"/>
                  <a:stretch>
                    <a:fillRect b="-42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object 23">
            <a:extLst>
              <a:ext uri="{FF2B5EF4-FFF2-40B4-BE49-F238E27FC236}">
                <a16:creationId xmlns:a16="http://schemas.microsoft.com/office/drawing/2014/main" id="{1FD8D505-12F6-30E6-7EF4-322593CCE4A0}"/>
              </a:ext>
            </a:extLst>
          </p:cNvPr>
          <p:cNvSpPr txBox="1"/>
          <p:nvPr/>
        </p:nvSpPr>
        <p:spPr>
          <a:xfrm>
            <a:off x="628289" y="1445437"/>
            <a:ext cx="4883026" cy="949256"/>
          </a:xfrm>
          <a:prstGeom prst="rect">
            <a:avLst/>
          </a:prstGeom>
          <a:ln w="15875">
            <a:solidFill>
              <a:srgbClr val="1306BA"/>
            </a:solidFill>
          </a:ln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23">
                <a:extLst>
                  <a:ext uri="{FF2B5EF4-FFF2-40B4-BE49-F238E27FC236}">
                    <a16:creationId xmlns:a16="http://schemas.microsoft.com/office/drawing/2014/main" id="{B6EE9DAB-8179-511F-6123-92A1210BD0E3}"/>
                  </a:ext>
                </a:extLst>
              </p:cNvPr>
              <p:cNvSpPr txBox="1"/>
              <p:nvPr/>
            </p:nvSpPr>
            <p:spPr>
              <a:xfrm>
                <a:off x="636458" y="1432891"/>
                <a:ext cx="4883026" cy="961802"/>
              </a:xfrm>
              <a:prstGeom prst="rect">
                <a:avLst/>
              </a:prstGeom>
              <a:ln w="15875">
                <a:noFill/>
              </a:ln>
            </p:spPr>
            <p:txBody>
              <a:bodyPr vert="horz" wrap="square" lIns="0" tIns="12700" rIns="0" bIns="0" rtlCol="0">
                <a:no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000" dirty="0">
                    <a:latin typeface="Calibri"/>
                    <a:cs typeface="Calibri"/>
                  </a:rPr>
                  <a:t>What we know with uninformed search:</a:t>
                </a:r>
              </a:p>
              <a:p>
                <a:pPr marL="755650" lvl="1" indent="-285750">
                  <a:spcBef>
                    <a:spcPts val="1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pc="-20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𝒈</m:t>
                    </m:r>
                    <m:d>
                      <m:dPr>
                        <m:ctrlPr>
                          <a:rPr lang="en-US" sz="2000" b="1" i="1" spc="-20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b="1" i="1" spc="-20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cs typeface="Calibri"/>
                  </a:rPr>
                  <a:t>: path cost from start to state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cs typeface="Calibri"/>
                  </a:rPr>
                  <a:t>.</a:t>
                </a:r>
              </a:p>
              <a:p>
                <a:pPr marL="755650" lvl="1" indent="-285750">
                  <a:spcBef>
                    <a:spcPts val="1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Calibri"/>
                    <a:cs typeface="Calibri"/>
                  </a:rPr>
                  <a:t>Successor states</a:t>
                </a:r>
              </a:p>
            </p:txBody>
          </p:sp>
        </mc:Choice>
        <mc:Fallback xmlns="">
          <p:sp>
            <p:nvSpPr>
              <p:cNvPr id="37" name="object 23">
                <a:extLst>
                  <a:ext uri="{FF2B5EF4-FFF2-40B4-BE49-F238E27FC236}">
                    <a16:creationId xmlns:a16="http://schemas.microsoft.com/office/drawing/2014/main" id="{B6EE9DAB-8179-511F-6123-92A1210BD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58" y="1432891"/>
                <a:ext cx="4883026" cy="961802"/>
              </a:xfrm>
              <a:prstGeom prst="rect">
                <a:avLst/>
              </a:prstGeom>
              <a:blipFill>
                <a:blip r:embed="rId5"/>
                <a:stretch>
                  <a:fillRect l="-2871" t="-6962" b="-15190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E504F8D4-14A2-2155-AC18-2E55C6913A7F}"/>
              </a:ext>
            </a:extLst>
          </p:cNvPr>
          <p:cNvSpPr/>
          <p:nvPr/>
        </p:nvSpPr>
        <p:spPr>
          <a:xfrm>
            <a:off x="2233613" y="3494994"/>
            <a:ext cx="3194855" cy="630569"/>
          </a:xfrm>
          <a:prstGeom prst="rect">
            <a:avLst/>
          </a:prstGeom>
          <a:noFill/>
          <a:ln w="15875">
            <a:solidFill>
              <a:srgbClr val="1306BA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bject 23">
                <a:extLst>
                  <a:ext uri="{FF2B5EF4-FFF2-40B4-BE49-F238E27FC236}">
                    <a16:creationId xmlns:a16="http://schemas.microsoft.com/office/drawing/2014/main" id="{64D1CEF3-5C3F-BB34-025E-664781EA4345}"/>
                  </a:ext>
                </a:extLst>
              </p:cNvPr>
              <p:cNvSpPr txBox="1"/>
              <p:nvPr/>
            </p:nvSpPr>
            <p:spPr>
              <a:xfrm>
                <a:off x="5974443" y="5125887"/>
                <a:ext cx="5862162" cy="961802"/>
              </a:xfrm>
              <a:prstGeom prst="rect">
                <a:avLst/>
              </a:prstGeom>
              <a:ln w="15875">
                <a:solidFill>
                  <a:srgbClr val="00B050"/>
                </a:solidFill>
              </a:ln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000" dirty="0">
                    <a:latin typeface="Calibri"/>
                    <a:cs typeface="Calibri"/>
                  </a:rPr>
                  <a:t>With </a:t>
                </a:r>
                <a:r>
                  <a:rPr lang="en-US" sz="2000" b="1" i="1" dirty="0">
                    <a:latin typeface="Calibri"/>
                    <a:cs typeface="Calibri"/>
                  </a:rPr>
                  <a:t>Informed search</a:t>
                </a:r>
                <a:r>
                  <a:rPr lang="en-US" sz="2000" dirty="0">
                    <a:latin typeface="Calibri"/>
                    <a:cs typeface="Calibri"/>
                  </a:rPr>
                  <a:t>, we know:</a:t>
                </a:r>
              </a:p>
              <a:p>
                <a:pPr marL="755650" lvl="1" indent="-285750">
                  <a:spcBef>
                    <a:spcPts val="1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  <a:cs typeface="Calibri"/>
                  </a:rPr>
                  <a:t>All properties from uninformed search</a:t>
                </a:r>
              </a:p>
              <a:p>
                <a:pPr marL="755650" lvl="1" indent="-285750">
                  <a:spcBef>
                    <a:spcPts val="1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pc="-2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/>
                      </a:rPr>
                      <m:t>𝒉</m:t>
                    </m:r>
                    <m:d>
                      <m:dPr>
                        <m:ctrlPr>
                          <a:rPr lang="en-US" sz="2000" b="1" i="1" spc="-20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b="1" i="1" spc="-20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000" dirty="0">
                    <a:cs typeface="Calibri"/>
                  </a:rPr>
                  <a:t>: a heuristic path cost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</m:oMath>
                </a14:m>
                <a:r>
                  <a:rPr lang="en-US" sz="2000" dirty="0">
                    <a:cs typeface="Calibri"/>
                  </a:rPr>
                  <a:t> to the goal.</a:t>
                </a:r>
              </a:p>
            </p:txBody>
          </p:sp>
        </mc:Choice>
        <mc:Fallback xmlns="">
          <p:sp>
            <p:nvSpPr>
              <p:cNvPr id="42" name="object 23">
                <a:extLst>
                  <a:ext uri="{FF2B5EF4-FFF2-40B4-BE49-F238E27FC236}">
                    <a16:creationId xmlns:a16="http://schemas.microsoft.com/office/drawing/2014/main" id="{64D1CEF3-5C3F-BB34-025E-664781EA4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443" y="5125887"/>
                <a:ext cx="5862162" cy="961802"/>
              </a:xfrm>
              <a:prstGeom prst="rect">
                <a:avLst/>
              </a:prstGeom>
              <a:blipFill>
                <a:blip r:embed="rId6"/>
                <a:stretch>
                  <a:fillRect l="-2280" t="-6211" b="-13043"/>
                </a:stretch>
              </a:blipFill>
              <a:ln w="158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299C8B3-F6C6-CA87-B1EE-C005AFA924F6}"/>
              </a:ext>
            </a:extLst>
          </p:cNvPr>
          <p:cNvSpPr txBox="1"/>
          <p:nvPr/>
        </p:nvSpPr>
        <p:spPr>
          <a:xfrm>
            <a:off x="7308531" y="3995057"/>
            <a:ext cx="3498015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What if we had some guidance about which direction to search?</a:t>
            </a:r>
          </a:p>
        </p:txBody>
      </p:sp>
    </p:spTree>
    <p:extLst>
      <p:ext uri="{BB962C8B-B14F-4D97-AF65-F5344CB8AC3E}">
        <p14:creationId xmlns:p14="http://schemas.microsoft.com/office/powerpoint/2010/main" val="34033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38" grpId="0" animBg="1"/>
      <p:bldP spid="38" grpId="1" animBg="1"/>
      <p:bldP spid="42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105EE-6A8C-AF0F-5E11-FAD96484A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CC5E8B96-9A3E-30D2-52AE-0C827AC26E38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 dirty="0">
                <a:latin typeface="+mj-lt"/>
              </a:rPr>
              <a:t>Using the Heuristic</a:t>
            </a:r>
            <a:endParaRPr lang="en-US" sz="36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88E31CF-FFB0-105F-9BEC-FB29E32B79AC}"/>
              </a:ext>
            </a:extLst>
          </p:cNvPr>
          <p:cNvSpPr/>
          <p:nvPr/>
        </p:nvSpPr>
        <p:spPr>
          <a:xfrm>
            <a:off x="8674279" y="1502286"/>
            <a:ext cx="956603" cy="457200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goal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3">
                <a:extLst>
                  <a:ext uri="{FF2B5EF4-FFF2-40B4-BE49-F238E27FC236}">
                    <a16:creationId xmlns:a16="http://schemas.microsoft.com/office/drawing/2014/main" id="{14D887AA-47D8-5D56-B30E-1889177A1DC5}"/>
                  </a:ext>
                </a:extLst>
              </p:cNvPr>
              <p:cNvSpPr txBox="1"/>
              <p:nvPr/>
            </p:nvSpPr>
            <p:spPr>
              <a:xfrm>
                <a:off x="3528996" y="2770360"/>
                <a:ext cx="754411" cy="28511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spc="-20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𝒈</m:t>
                      </m:r>
                      <m:d>
                        <m:dPr>
                          <m:ctrlPr>
                            <a:rPr lang="en-US" sz="1700" b="1" i="1" spc="-20" dirty="0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1700" b="1" i="1" spc="-20" dirty="0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700" dirty="0">
                  <a:solidFill>
                    <a:srgbClr val="1306BA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4" name="object 23">
                <a:extLst>
                  <a:ext uri="{FF2B5EF4-FFF2-40B4-BE49-F238E27FC236}">
                    <a16:creationId xmlns:a16="http://schemas.microsoft.com/office/drawing/2014/main" id="{14D887AA-47D8-5D56-B30E-1889177A1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996" y="2770360"/>
                <a:ext cx="754411" cy="285115"/>
              </a:xfrm>
              <a:prstGeom prst="rect">
                <a:avLst/>
              </a:prstGeom>
              <a:blipFill>
                <a:blip r:embed="rId2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DE56FCBF-6B08-BA19-234E-BC953EABD8C5}"/>
              </a:ext>
            </a:extLst>
          </p:cNvPr>
          <p:cNvSpPr/>
          <p:nvPr/>
        </p:nvSpPr>
        <p:spPr>
          <a:xfrm>
            <a:off x="2187053" y="2494564"/>
            <a:ext cx="956603" cy="457200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B483132-46B3-F7A3-571D-68E22896795D}"/>
                  </a:ext>
                </a:extLst>
              </p:cNvPr>
              <p:cNvSpPr/>
              <p:nvPr/>
            </p:nvSpPr>
            <p:spPr>
              <a:xfrm>
                <a:off x="4862805" y="2494564"/>
                <a:ext cx="455930" cy="45720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B483132-46B3-F7A3-571D-68E2289679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805" y="2494564"/>
                <a:ext cx="455930" cy="4572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B4E8C2E-F499-CD46-030E-BA5B40668E67}"/>
              </a:ext>
            </a:extLst>
          </p:cNvPr>
          <p:cNvCxnSpPr>
            <a:stCxn id="27" idx="6"/>
            <a:endCxn id="29" idx="2"/>
          </p:cNvCxnSpPr>
          <p:nvPr/>
        </p:nvCxnSpPr>
        <p:spPr>
          <a:xfrm>
            <a:off x="3143656" y="2723164"/>
            <a:ext cx="1719149" cy="0"/>
          </a:xfrm>
          <a:prstGeom prst="straightConnector1">
            <a:avLst/>
          </a:prstGeom>
          <a:ln w="25400">
            <a:solidFill>
              <a:srgbClr val="1306BA"/>
            </a:solidFill>
            <a:prstDash val="soli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C50E133-5D17-9B20-4B18-DEC204171276}"/>
              </a:ext>
            </a:extLst>
          </p:cNvPr>
          <p:cNvCxnSpPr>
            <a:cxnSpLocks/>
            <a:stCxn id="12" idx="6"/>
            <a:endCxn id="28" idx="2"/>
          </p:cNvCxnSpPr>
          <p:nvPr/>
        </p:nvCxnSpPr>
        <p:spPr>
          <a:xfrm flipV="1">
            <a:off x="6330580" y="1730886"/>
            <a:ext cx="2343699" cy="72153"/>
          </a:xfrm>
          <a:prstGeom prst="straightConnector1">
            <a:avLst/>
          </a:prstGeom>
          <a:ln w="2540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23">
                <a:extLst>
                  <a:ext uri="{FF2B5EF4-FFF2-40B4-BE49-F238E27FC236}">
                    <a16:creationId xmlns:a16="http://schemas.microsoft.com/office/drawing/2014/main" id="{B7D573C7-4C35-08B8-6A8A-F109F7F36D97}"/>
                  </a:ext>
                </a:extLst>
              </p:cNvPr>
              <p:cNvSpPr txBox="1"/>
              <p:nvPr/>
            </p:nvSpPr>
            <p:spPr>
              <a:xfrm>
                <a:off x="7077979" y="1412293"/>
                <a:ext cx="754411" cy="28511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spc="-2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𝒉</m:t>
                      </m:r>
                      <m:d>
                        <m:dPr>
                          <m:ctrlPr>
                            <a:rPr lang="en-US" sz="1700" b="1" i="1" spc="-2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1700" b="1" i="1" spc="-2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𝒏</m:t>
                          </m:r>
                          <m:r>
                            <a:rPr lang="en-US" sz="1700" b="1" i="1" spc="-2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sz="1700" dirty="0">
                  <a:solidFill>
                    <a:srgbClr val="00B050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6" name="object 23">
                <a:extLst>
                  <a:ext uri="{FF2B5EF4-FFF2-40B4-BE49-F238E27FC236}">
                    <a16:creationId xmlns:a16="http://schemas.microsoft.com/office/drawing/2014/main" id="{B7D573C7-4C35-08B8-6A8A-F109F7F36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979" y="1412293"/>
                <a:ext cx="754411" cy="285115"/>
              </a:xfrm>
              <a:prstGeom prst="rect">
                <a:avLst/>
              </a:prstGeom>
              <a:blipFill>
                <a:blip r:embed="rId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">
                <a:extLst>
                  <a:ext uri="{FF2B5EF4-FFF2-40B4-BE49-F238E27FC236}">
                    <a16:creationId xmlns:a16="http://schemas.microsoft.com/office/drawing/2014/main" id="{A9F835A1-C3DA-EE66-3986-47869E8A772E}"/>
                  </a:ext>
                </a:extLst>
              </p:cNvPr>
              <p:cNvSpPr txBox="1"/>
              <p:nvPr/>
            </p:nvSpPr>
            <p:spPr>
              <a:xfrm>
                <a:off x="530244" y="4119535"/>
                <a:ext cx="6923501" cy="1142620"/>
              </a:xfrm>
              <a:prstGeom prst="rect">
                <a:avLst/>
              </a:prstGeom>
            </p:spPr>
            <p:txBody>
              <a:bodyPr vert="horz" wrap="square" lIns="0" tIns="9017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710"/>
                  </a:spcBef>
                </a:pPr>
                <a:r>
                  <a:rPr lang="en-US" sz="2000" dirty="0">
                    <a:cs typeface="Calibri"/>
                  </a:rPr>
                  <a:t>Recall with </a:t>
                </a:r>
                <a:r>
                  <a:rPr sz="2000" spc="-25" dirty="0">
                    <a:cs typeface="Calibri"/>
                  </a:rPr>
                  <a:t>uniform-</a:t>
                </a:r>
                <a:r>
                  <a:rPr sz="2000" dirty="0">
                    <a:cs typeface="Calibri"/>
                  </a:rPr>
                  <a:t>cost</a:t>
                </a:r>
                <a:r>
                  <a:rPr sz="2000" spc="55" dirty="0">
                    <a:cs typeface="Calibri"/>
                  </a:rPr>
                  <a:t> </a:t>
                </a:r>
                <a:r>
                  <a:rPr sz="2000" spc="-10" dirty="0">
                    <a:cs typeface="Calibri"/>
                  </a:rPr>
                  <a:t>search</a:t>
                </a:r>
                <a:r>
                  <a:rPr lang="en-US" sz="2000" spc="-10" dirty="0">
                    <a:cs typeface="Calibri"/>
                  </a:rPr>
                  <a:t>:</a:t>
                </a:r>
                <a:endParaRPr sz="2000" dirty="0">
                  <a:cs typeface="Calibri"/>
                </a:endParaRPr>
              </a:p>
              <a:p>
                <a:pPr marL="812165" lvl="1" indent="-342265">
                  <a:spcBef>
                    <a:spcPts val="535"/>
                  </a:spcBef>
                  <a:buFont typeface="Arial"/>
                  <a:buChar char="•"/>
                  <a:tabLst>
                    <a:tab pos="354965" algn="l"/>
                  </a:tabLst>
                </a:pPr>
                <a:r>
                  <a:rPr sz="2000" dirty="0">
                    <a:cs typeface="Calibri"/>
                  </a:rPr>
                  <a:t>We</a:t>
                </a:r>
                <a:r>
                  <a:rPr sz="2000" spc="-15" dirty="0">
                    <a:cs typeface="Calibri"/>
                  </a:rPr>
                  <a:t> </a:t>
                </a:r>
                <a:r>
                  <a:rPr sz="2000" dirty="0">
                    <a:cs typeface="Calibri"/>
                  </a:rPr>
                  <a:t>store</a:t>
                </a:r>
                <a:r>
                  <a:rPr sz="2000" spc="-15" dirty="0">
                    <a:cs typeface="Calibri"/>
                  </a:rPr>
                  <a:t> </a:t>
                </a:r>
                <a:r>
                  <a:rPr sz="2000" dirty="0">
                    <a:cs typeface="Calibri"/>
                  </a:rPr>
                  <a:t>potential</a:t>
                </a:r>
                <a:r>
                  <a:rPr sz="2000" spc="-10" dirty="0">
                    <a:cs typeface="Calibri"/>
                  </a:rPr>
                  <a:t> </a:t>
                </a:r>
                <a:r>
                  <a:rPr sz="2000" dirty="0">
                    <a:cs typeface="Calibri"/>
                  </a:rPr>
                  <a:t>next</a:t>
                </a:r>
                <a:r>
                  <a:rPr sz="2000" spc="-25" dirty="0">
                    <a:cs typeface="Calibri"/>
                  </a:rPr>
                  <a:t> </a:t>
                </a:r>
                <a:r>
                  <a:rPr sz="2000" dirty="0">
                    <a:cs typeface="Calibri"/>
                  </a:rPr>
                  <a:t>states</a:t>
                </a:r>
                <a:r>
                  <a:rPr sz="2000" spc="-25" dirty="0">
                    <a:cs typeface="Calibri"/>
                  </a:rPr>
                  <a:t> </a:t>
                </a:r>
                <a:r>
                  <a:rPr sz="2000" dirty="0">
                    <a:cs typeface="Calibri"/>
                  </a:rPr>
                  <a:t>with</a:t>
                </a:r>
                <a:r>
                  <a:rPr sz="2000" spc="-25" dirty="0">
                    <a:cs typeface="Calibri"/>
                  </a:rPr>
                  <a:t> </a:t>
                </a:r>
                <a:r>
                  <a:rPr sz="2000" dirty="0">
                    <a:cs typeface="Calibri"/>
                  </a:rPr>
                  <a:t>a</a:t>
                </a:r>
                <a:r>
                  <a:rPr sz="2000" spc="-10" dirty="0">
                    <a:cs typeface="Calibri"/>
                  </a:rPr>
                  <a:t> </a:t>
                </a:r>
                <a:r>
                  <a:rPr sz="2000" dirty="0">
                    <a:cs typeface="Calibri"/>
                  </a:rPr>
                  <a:t>priority</a:t>
                </a:r>
                <a:r>
                  <a:rPr sz="2000" spc="-15" dirty="0">
                    <a:cs typeface="Calibri"/>
                  </a:rPr>
                  <a:t> </a:t>
                </a:r>
                <a:r>
                  <a:rPr sz="2000" spc="-10" dirty="0">
                    <a:cs typeface="Calibri"/>
                  </a:rPr>
                  <a:t>queue</a:t>
                </a:r>
                <a:endParaRPr sz="2000" dirty="0">
                  <a:cs typeface="Calibri"/>
                </a:endParaRPr>
              </a:p>
              <a:p>
                <a:pPr marL="812165" lvl="1" indent="-342265">
                  <a:spcBef>
                    <a:spcPts val="505"/>
                  </a:spcBef>
                  <a:buFont typeface="Arial"/>
                  <a:buChar char="•"/>
                  <a:tabLst>
                    <a:tab pos="354965" algn="l"/>
                  </a:tabLst>
                </a:pPr>
                <a:r>
                  <a:rPr sz="2000" dirty="0">
                    <a:cs typeface="Calibri"/>
                  </a:rPr>
                  <a:t>Expand</a:t>
                </a:r>
                <a:r>
                  <a:rPr sz="2000" spc="-30" dirty="0">
                    <a:cs typeface="Calibri"/>
                  </a:rPr>
                  <a:t> </a:t>
                </a:r>
                <a:r>
                  <a:rPr sz="2000" dirty="0">
                    <a:cs typeface="Calibri"/>
                  </a:rPr>
                  <a:t>the</a:t>
                </a:r>
                <a:r>
                  <a:rPr sz="2000" spc="-20" dirty="0">
                    <a:cs typeface="Calibri"/>
                  </a:rPr>
                  <a:t> </a:t>
                </a:r>
                <a:r>
                  <a:rPr sz="2000" dirty="0">
                    <a:cs typeface="Calibri"/>
                  </a:rPr>
                  <a:t>state</a:t>
                </a:r>
                <a:r>
                  <a:rPr sz="2000" spc="-25" dirty="0">
                    <a:cs typeface="Calibri"/>
                  </a:rPr>
                  <a:t> </a:t>
                </a:r>
                <a:r>
                  <a:rPr sz="2000" dirty="0">
                    <a:cs typeface="Calibri"/>
                  </a:rPr>
                  <a:t>with</a:t>
                </a:r>
                <a:r>
                  <a:rPr sz="2000" spc="-25" dirty="0">
                    <a:cs typeface="Calibri"/>
                  </a:rPr>
                  <a:t> </a:t>
                </a:r>
                <a:r>
                  <a:rPr sz="2000" dirty="0">
                    <a:cs typeface="Calibri"/>
                  </a:rPr>
                  <a:t>the</a:t>
                </a:r>
                <a:r>
                  <a:rPr sz="2000" spc="-25" dirty="0">
                    <a:cs typeface="Calibri"/>
                  </a:rPr>
                  <a:t> </a:t>
                </a:r>
                <a:r>
                  <a:rPr sz="2000" dirty="0">
                    <a:cs typeface="Calibri"/>
                  </a:rPr>
                  <a:t>smallest</a:t>
                </a:r>
                <a:r>
                  <a:rPr lang="en-US" sz="2000" dirty="0">
                    <a:cs typeface="Calibri"/>
                  </a:rPr>
                  <a:t> </a:t>
                </a:r>
                <a:r>
                  <a:rPr lang="en-US" sz="2000" spc="-10" dirty="0">
                    <a:cs typeface="Calibri"/>
                  </a:rPr>
                  <a:t>“first-</a:t>
                </a:r>
                <a:r>
                  <a:rPr lang="en-US" sz="2000" spc="-20" dirty="0">
                    <a:cs typeface="Calibri"/>
                  </a:rPr>
                  <a:t>half-cost”: </a:t>
                </a:r>
                <a14:m>
                  <m:oMath xmlns:m="http://schemas.openxmlformats.org/officeDocument/2006/math">
                    <m:r>
                      <a:rPr lang="en-US" sz="2000" b="1" i="1" spc="-20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𝒈</m:t>
                    </m:r>
                    <m:d>
                      <m:dPr>
                        <m:ctrlPr>
                          <a:rPr lang="en-US" sz="2000" b="1" i="1" spc="-20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b="1" i="1" spc="-20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𝒏</m:t>
                        </m:r>
                      </m:e>
                    </m:d>
                  </m:oMath>
                </a14:m>
                <a:endParaRPr lang="en-US" sz="2000" dirty="0">
                  <a:solidFill>
                    <a:srgbClr val="1306BA"/>
                  </a:solidFill>
                  <a:cs typeface="Calibri"/>
                </a:endParaRPr>
              </a:p>
            </p:txBody>
          </p:sp>
        </mc:Choice>
        <mc:Fallback xmlns="">
          <p:sp>
            <p:nvSpPr>
              <p:cNvPr id="2" name="object 3">
                <a:extLst>
                  <a:ext uri="{FF2B5EF4-FFF2-40B4-BE49-F238E27FC236}">
                    <a16:creationId xmlns:a16="http://schemas.microsoft.com/office/drawing/2014/main" id="{A9F835A1-C3DA-EE66-3986-47869E8A7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44" y="4119535"/>
                <a:ext cx="6923501" cy="1142620"/>
              </a:xfrm>
              <a:prstGeom prst="rect">
                <a:avLst/>
              </a:prstGeom>
              <a:blipFill>
                <a:blip r:embed="rId5"/>
                <a:stretch>
                  <a:fillRect l="-2113" b="-12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8363C95B-A828-1C63-EEC8-7BD72A2C9F39}"/>
                  </a:ext>
                </a:extLst>
              </p:cNvPr>
              <p:cNvSpPr txBox="1"/>
              <p:nvPr/>
            </p:nvSpPr>
            <p:spPr>
              <a:xfrm>
                <a:off x="8492637" y="4690845"/>
                <a:ext cx="3082464" cy="398827"/>
              </a:xfrm>
              <a:prstGeom prst="rect">
                <a:avLst/>
              </a:prstGeom>
            </p:spPr>
            <p:txBody>
              <a:bodyPr vert="horz" wrap="square" lIns="0" tIns="90170" rIns="0" bIns="0" rtlCol="0">
                <a:spAutoFit/>
              </a:bodyPr>
              <a:lstStyle/>
              <a:p>
                <a:pPr marL="12700">
                  <a:spcBef>
                    <a:spcPts val="710"/>
                  </a:spcBef>
                </a:pPr>
                <a14:m>
                  <m:oMath xmlns:m="http://schemas.openxmlformats.org/officeDocument/2006/math">
                    <m:r>
                      <a:rPr lang="en-US" sz="2000" b="1" i="1" spc="-2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/>
                      </a:rPr>
                      <m:t>𝒉</m:t>
                    </m:r>
                    <m:d>
                      <m:dPr>
                        <m:ctrlPr>
                          <a:rPr lang="en-US" sz="2000" b="1" i="1" spc="-20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b="1" i="1" spc="-20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00B050"/>
                    </a:solidFill>
                    <a:cs typeface="Calibri"/>
                  </a:rPr>
                  <a:t> </a:t>
                </a:r>
                <a:r>
                  <a:rPr lang="en-US" sz="2000" dirty="0">
                    <a:cs typeface="Calibri"/>
                  </a:rPr>
                  <a:t>is a “second-half-cost”</a:t>
                </a:r>
                <a:endParaRPr lang="en-US" sz="2000" dirty="0">
                  <a:solidFill>
                    <a:srgbClr val="1306BA"/>
                  </a:solidFill>
                  <a:cs typeface="Calibri"/>
                </a:endParaRPr>
              </a:p>
            </p:txBody>
          </p:sp>
        </mc:Choice>
        <mc:Fallback xmlns="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8363C95B-A828-1C63-EEC8-7BD72A2C9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637" y="4690845"/>
                <a:ext cx="3082464" cy="398827"/>
              </a:xfrm>
              <a:prstGeom prst="rect">
                <a:avLst/>
              </a:prstGeom>
              <a:blipFill>
                <a:blip r:embed="rId6"/>
                <a:stretch>
                  <a:fillRect l="-2569" r="-198" b="-37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38CD87C6-9632-F910-8AA7-9A64C03BF8AF}"/>
                  </a:ext>
                </a:extLst>
              </p:cNvPr>
              <p:cNvSpPr txBox="1"/>
              <p:nvPr/>
            </p:nvSpPr>
            <p:spPr>
              <a:xfrm>
                <a:off x="4931518" y="5886793"/>
                <a:ext cx="2570911" cy="398827"/>
              </a:xfrm>
              <a:prstGeom prst="rect">
                <a:avLst/>
              </a:prstGeom>
            </p:spPr>
            <p:txBody>
              <a:bodyPr vert="horz" wrap="square" lIns="0" tIns="90170" rIns="0" bIns="0" rtlCol="0">
                <a:spAutoFit/>
              </a:bodyPr>
              <a:lstStyle/>
              <a:p>
                <a:pPr marL="12700">
                  <a:spcBef>
                    <a:spcPts val="710"/>
                  </a:spcBef>
                </a:pPr>
                <a:r>
                  <a:rPr lang="en-US" sz="2000" dirty="0">
                    <a:cs typeface="Calibri"/>
                  </a:rPr>
                  <a:t>How can we use </a:t>
                </a:r>
                <a14:m>
                  <m:oMath xmlns:m="http://schemas.openxmlformats.org/officeDocument/2006/math">
                    <m:r>
                      <a:rPr lang="en-US" sz="2000" b="1" i="1" spc="-2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/>
                      </a:rPr>
                      <m:t>𝒉</m:t>
                    </m:r>
                    <m:d>
                      <m:dPr>
                        <m:ctrlPr>
                          <a:rPr lang="en-US" sz="2000" b="1" i="1" spc="-20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b="1" i="1" spc="-20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000" dirty="0">
                    <a:cs typeface="Calibri"/>
                  </a:rPr>
                  <a:t>?</a:t>
                </a:r>
                <a:endParaRPr lang="en-US" sz="2000" dirty="0">
                  <a:solidFill>
                    <a:srgbClr val="1306BA"/>
                  </a:solidFill>
                  <a:cs typeface="Calibri"/>
                </a:endParaRPr>
              </a:p>
            </p:txBody>
          </p:sp>
        </mc:Choice>
        <mc:Fallback xmlns="">
          <p:sp>
            <p:nvSpPr>
              <p:cNvPr id="8" name="object 3">
                <a:extLst>
                  <a:ext uri="{FF2B5EF4-FFF2-40B4-BE49-F238E27FC236}">
                    <a16:creationId xmlns:a16="http://schemas.microsoft.com/office/drawing/2014/main" id="{38CD87C6-9632-F910-8AA7-9A64C03BF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518" y="5886793"/>
                <a:ext cx="2570911" cy="398827"/>
              </a:xfrm>
              <a:prstGeom prst="rect">
                <a:avLst/>
              </a:prstGeom>
              <a:blipFill>
                <a:blip r:embed="rId7"/>
                <a:stretch>
                  <a:fillRect l="-5687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C4F2117-F6D7-2B6D-CF99-FAEF4D0A8307}"/>
                  </a:ext>
                </a:extLst>
              </p:cNvPr>
              <p:cNvSpPr/>
              <p:nvPr/>
            </p:nvSpPr>
            <p:spPr>
              <a:xfrm>
                <a:off x="6385581" y="2494564"/>
                <a:ext cx="455930" cy="45720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C4F2117-F6D7-2B6D-CF99-FAEF4D0A83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581" y="2494564"/>
                <a:ext cx="455930" cy="4572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AD08AC4-85C6-FD88-D769-F185E7772CD8}"/>
                  </a:ext>
                </a:extLst>
              </p:cNvPr>
              <p:cNvSpPr/>
              <p:nvPr/>
            </p:nvSpPr>
            <p:spPr>
              <a:xfrm>
                <a:off x="5874650" y="1574439"/>
                <a:ext cx="455930" cy="45720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AD08AC4-85C6-FD88-D769-F185E7772C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650" y="1574439"/>
                <a:ext cx="455930" cy="4572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BB600F-A621-C23D-A77C-941D2DFC1616}"/>
              </a:ext>
            </a:extLst>
          </p:cNvPr>
          <p:cNvCxnSpPr>
            <a:cxnSpLocks/>
            <a:stCxn id="29" idx="7"/>
            <a:endCxn id="12" idx="3"/>
          </p:cNvCxnSpPr>
          <p:nvPr/>
        </p:nvCxnSpPr>
        <p:spPr>
          <a:xfrm flipV="1">
            <a:off x="5251966" y="1964684"/>
            <a:ext cx="689453" cy="596835"/>
          </a:xfrm>
          <a:prstGeom prst="straightConnector1">
            <a:avLst/>
          </a:prstGeom>
          <a:ln w="2540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4DD395-152C-88D1-3C7C-C9F89DCBC3EF}"/>
              </a:ext>
            </a:extLst>
          </p:cNvPr>
          <p:cNvCxnSpPr>
            <a:cxnSpLocks/>
            <a:stCxn id="29" idx="6"/>
            <a:endCxn id="11" idx="2"/>
          </p:cNvCxnSpPr>
          <p:nvPr/>
        </p:nvCxnSpPr>
        <p:spPr>
          <a:xfrm>
            <a:off x="5318735" y="2723164"/>
            <a:ext cx="1066846" cy="0"/>
          </a:xfrm>
          <a:prstGeom prst="straightConnector1">
            <a:avLst/>
          </a:prstGeom>
          <a:ln w="25400">
            <a:solidFill>
              <a:srgbClr val="00B0F0"/>
            </a:solidFill>
            <a:prstDash val="soli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B7C2B0B-8FCA-8F00-5E0B-1589E6F73D57}"/>
              </a:ext>
            </a:extLst>
          </p:cNvPr>
          <p:cNvCxnSpPr>
            <a:cxnSpLocks/>
            <a:stCxn id="11" idx="6"/>
            <a:endCxn id="28" idx="3"/>
          </p:cNvCxnSpPr>
          <p:nvPr/>
        </p:nvCxnSpPr>
        <p:spPr>
          <a:xfrm flipV="1">
            <a:off x="6841511" y="1892531"/>
            <a:ext cx="1972859" cy="830633"/>
          </a:xfrm>
          <a:prstGeom prst="straightConnector1">
            <a:avLst/>
          </a:prstGeom>
          <a:ln w="2540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23">
                <a:extLst>
                  <a:ext uri="{FF2B5EF4-FFF2-40B4-BE49-F238E27FC236}">
                    <a16:creationId xmlns:a16="http://schemas.microsoft.com/office/drawing/2014/main" id="{C805F2C7-31BA-8476-6CCA-DB52E6B6E1CD}"/>
                  </a:ext>
                </a:extLst>
              </p:cNvPr>
              <p:cNvSpPr txBox="1"/>
              <p:nvPr/>
            </p:nvSpPr>
            <p:spPr>
              <a:xfrm>
                <a:off x="7630906" y="2388990"/>
                <a:ext cx="754411" cy="28511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spc="-2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𝒉</m:t>
                      </m:r>
                      <m:d>
                        <m:dPr>
                          <m:ctrlPr>
                            <a:rPr lang="en-US" sz="1700" b="1" i="1" spc="-2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1700" b="1" i="1" spc="-2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𝒏</m:t>
                          </m:r>
                          <m:r>
                            <a:rPr lang="en-US" sz="1700" b="1" i="1" spc="-2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′′</m:t>
                          </m:r>
                        </m:e>
                      </m:d>
                    </m:oMath>
                  </m:oMathPara>
                </a14:m>
                <a:endParaRPr lang="en-US" sz="1700" dirty="0">
                  <a:solidFill>
                    <a:srgbClr val="00B050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0" name="object 23">
                <a:extLst>
                  <a:ext uri="{FF2B5EF4-FFF2-40B4-BE49-F238E27FC236}">
                    <a16:creationId xmlns:a16="http://schemas.microsoft.com/office/drawing/2014/main" id="{C805F2C7-31BA-8476-6CCA-DB52E6B6E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906" y="2388990"/>
                <a:ext cx="754411" cy="285115"/>
              </a:xfrm>
              <a:prstGeom prst="rect">
                <a:avLst/>
              </a:prstGeom>
              <a:blipFill>
                <a:blip r:embed="rId10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23">
                <a:extLst>
                  <a:ext uri="{FF2B5EF4-FFF2-40B4-BE49-F238E27FC236}">
                    <a16:creationId xmlns:a16="http://schemas.microsoft.com/office/drawing/2014/main" id="{67E41A3A-4D4F-AE58-493A-3B449B6E4B9C}"/>
                  </a:ext>
                </a:extLst>
              </p:cNvPr>
              <p:cNvSpPr txBox="1"/>
              <p:nvPr/>
            </p:nvSpPr>
            <p:spPr>
              <a:xfrm>
                <a:off x="5305974" y="2800370"/>
                <a:ext cx="1102476" cy="28511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spc="-20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𝒄𝒐𝒔𝒕</m:t>
                      </m:r>
                      <m:d>
                        <m:dPr>
                          <m:ctrlPr>
                            <a:rPr lang="en-US" sz="1700" b="1" i="1" spc="-2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1700" b="1" i="1" spc="-2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𝒏</m:t>
                          </m:r>
                          <m:r>
                            <a:rPr lang="en-US" sz="1700" b="1" i="1" spc="-2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,</m:t>
                          </m:r>
                          <m:r>
                            <a:rPr lang="en-US" sz="1700" b="1" i="1" spc="-2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𝒏</m:t>
                          </m:r>
                          <m:r>
                            <a:rPr lang="en-US" sz="1700" b="1" i="1" spc="-2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′′</m:t>
                          </m:r>
                        </m:e>
                      </m:d>
                    </m:oMath>
                  </m:oMathPara>
                </a14:m>
                <a:endParaRPr lang="en-US" sz="1700" dirty="0">
                  <a:solidFill>
                    <a:srgbClr val="00B0F0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23">
                <a:extLst>
                  <a:ext uri="{FF2B5EF4-FFF2-40B4-BE49-F238E27FC236}">
                    <a16:creationId xmlns:a16="http://schemas.microsoft.com/office/drawing/2014/main" id="{67E41A3A-4D4F-AE58-493A-3B449B6E4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974" y="2800370"/>
                <a:ext cx="1102476" cy="285115"/>
              </a:xfrm>
              <a:prstGeom prst="rect">
                <a:avLst/>
              </a:prstGeom>
              <a:blipFill>
                <a:blip r:embed="rId11"/>
                <a:stretch>
                  <a:fillRect l="-4972"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23">
                <a:extLst>
                  <a:ext uri="{FF2B5EF4-FFF2-40B4-BE49-F238E27FC236}">
                    <a16:creationId xmlns:a16="http://schemas.microsoft.com/office/drawing/2014/main" id="{12C31A78-D937-4F6F-A694-4CED44200867}"/>
                  </a:ext>
                </a:extLst>
              </p:cNvPr>
              <p:cNvSpPr txBox="1"/>
              <p:nvPr/>
            </p:nvSpPr>
            <p:spPr>
              <a:xfrm rot="19095018">
                <a:off x="4836043" y="1895211"/>
                <a:ext cx="1102476" cy="28511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spc="-20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𝒄𝒐𝒔𝒕</m:t>
                      </m:r>
                      <m:d>
                        <m:dPr>
                          <m:ctrlPr>
                            <a:rPr lang="en-US" sz="1700" b="1" i="1" spc="-20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1700" b="1" i="1" spc="-20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𝒏</m:t>
                          </m:r>
                          <m:r>
                            <a:rPr lang="en-US" sz="1700" b="1" i="1" spc="-20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,</m:t>
                          </m:r>
                          <m:r>
                            <a:rPr lang="en-US" sz="1700" b="1" i="1" spc="-20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𝒏</m:t>
                          </m:r>
                          <m:r>
                            <a:rPr lang="en-US" sz="1700" b="1" i="1" spc="-20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sz="1700" dirty="0">
                  <a:solidFill>
                    <a:schemeClr val="accent2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4" name="object 23">
                <a:extLst>
                  <a:ext uri="{FF2B5EF4-FFF2-40B4-BE49-F238E27FC236}">
                    <a16:creationId xmlns:a16="http://schemas.microsoft.com/office/drawing/2014/main" id="{12C31A78-D937-4F6F-A694-4CED44200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095018">
                <a:off x="4836043" y="1895211"/>
                <a:ext cx="1102476" cy="285115"/>
              </a:xfrm>
              <a:prstGeom prst="rect">
                <a:avLst/>
              </a:prstGeom>
              <a:blipFill>
                <a:blip r:embed="rId12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bject 3">
            <a:extLst>
              <a:ext uri="{FF2B5EF4-FFF2-40B4-BE49-F238E27FC236}">
                <a16:creationId xmlns:a16="http://schemas.microsoft.com/office/drawing/2014/main" id="{5AA8A69A-F525-62EF-4757-87B7C7827C29}"/>
              </a:ext>
            </a:extLst>
          </p:cNvPr>
          <p:cNvSpPr txBox="1"/>
          <p:nvPr/>
        </p:nvSpPr>
        <p:spPr>
          <a:xfrm>
            <a:off x="542909" y="1058991"/>
            <a:ext cx="3166339" cy="706604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574675" indent="-561975">
              <a:lnSpc>
                <a:spcPct val="100000"/>
              </a:lnSpc>
              <a:spcBef>
                <a:spcPts val="710"/>
              </a:spcBef>
            </a:pPr>
            <a:r>
              <a:rPr lang="en-US" sz="2000" dirty="0">
                <a:cs typeface="Calibri"/>
              </a:rPr>
              <a:t>Goal: speed up search using domain knowledge.</a:t>
            </a:r>
            <a:endParaRPr lang="en-US" sz="2000" dirty="0">
              <a:solidFill>
                <a:srgbClr val="1306BA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999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26A5F3B-993C-A83A-7A42-DDC79B9478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2" t="801" r="3117" b="710"/>
          <a:stretch>
            <a:fillRect/>
          </a:stretch>
        </p:blipFill>
        <p:spPr>
          <a:xfrm>
            <a:off x="353725" y="573424"/>
            <a:ext cx="7169728" cy="4765963"/>
          </a:xfrm>
          <a:prstGeom prst="rect">
            <a:avLst/>
          </a:prstGeom>
        </p:spPr>
      </p:pic>
      <p:sp>
        <p:nvSpPr>
          <p:cNvPr id="25606" name="AutoShape 6"/>
          <p:cNvSpPr>
            <a:spLocks noChangeArrowheads="1"/>
          </p:cNvSpPr>
          <p:nvPr/>
        </p:nvSpPr>
        <p:spPr bwMode="auto">
          <a:xfrm rot="3900402">
            <a:off x="996994" y="1468277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5607" name="AutoShape 7"/>
          <p:cNvSpPr>
            <a:spLocks noChangeArrowheads="1"/>
          </p:cNvSpPr>
          <p:nvPr/>
        </p:nvSpPr>
        <p:spPr bwMode="auto">
          <a:xfrm rot="-171064">
            <a:off x="4845094" y="3411377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66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8405990" y="4391501"/>
            <a:ext cx="24906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How does UCS proceed?</a:t>
            </a:r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703829" y="5843214"/>
            <a:ext cx="63384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b="1" dirty="0"/>
              <a:t>Problem</a:t>
            </a:r>
            <a:r>
              <a:rPr lang="en-US" altLang="en-US" dirty="0"/>
              <a:t>: Visit too many nodes, some </a:t>
            </a:r>
            <a:r>
              <a:rPr lang="en-US" altLang="en-US" b="1" i="1" dirty="0"/>
              <a:t>clearly</a:t>
            </a:r>
            <a:r>
              <a:rPr lang="en-US" altLang="en-US" dirty="0"/>
              <a:t> out of the question.</a:t>
            </a:r>
          </a:p>
        </p:txBody>
      </p:sp>
      <p:sp>
        <p:nvSpPr>
          <p:cNvPr id="25610" name="AutoShape 10"/>
          <p:cNvSpPr>
            <a:spLocks noChangeArrowheads="1"/>
          </p:cNvSpPr>
          <p:nvPr/>
        </p:nvSpPr>
        <p:spPr bwMode="auto">
          <a:xfrm rot="-171064">
            <a:off x="882694" y="744377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66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5611" name="AutoShape 11"/>
          <p:cNvSpPr>
            <a:spLocks noChangeArrowheads="1"/>
          </p:cNvSpPr>
          <p:nvPr/>
        </p:nvSpPr>
        <p:spPr bwMode="auto">
          <a:xfrm rot="-171064">
            <a:off x="654094" y="2344577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66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5612" name="AutoShape 12"/>
          <p:cNvSpPr>
            <a:spLocks noChangeArrowheads="1"/>
          </p:cNvSpPr>
          <p:nvPr/>
        </p:nvSpPr>
        <p:spPr bwMode="auto">
          <a:xfrm rot="-171064">
            <a:off x="2254294" y="1658777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66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5616" name="AutoShape 16"/>
          <p:cNvSpPr>
            <a:spLocks noChangeArrowheads="1"/>
          </p:cNvSpPr>
          <p:nvPr/>
        </p:nvSpPr>
        <p:spPr bwMode="auto">
          <a:xfrm rot="-171064">
            <a:off x="1187494" y="210977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66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5613" name="AutoShape 13"/>
          <p:cNvSpPr>
            <a:spLocks noChangeArrowheads="1"/>
          </p:cNvSpPr>
          <p:nvPr/>
        </p:nvSpPr>
        <p:spPr bwMode="auto">
          <a:xfrm rot="21428936">
            <a:off x="2636879" y="2268379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66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5614" name="AutoShape 14"/>
          <p:cNvSpPr>
            <a:spLocks noChangeArrowheads="1"/>
          </p:cNvSpPr>
          <p:nvPr/>
        </p:nvSpPr>
        <p:spPr bwMode="auto">
          <a:xfrm rot="21428936">
            <a:off x="3549694" y="1811177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66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5615" name="AutoShape 15"/>
          <p:cNvSpPr>
            <a:spLocks noChangeArrowheads="1"/>
          </p:cNvSpPr>
          <p:nvPr/>
        </p:nvSpPr>
        <p:spPr bwMode="auto">
          <a:xfrm rot="21428936">
            <a:off x="3778294" y="2877977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66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5618" name="AutoShape 18"/>
          <p:cNvSpPr>
            <a:spLocks noChangeArrowheads="1"/>
          </p:cNvSpPr>
          <p:nvPr/>
        </p:nvSpPr>
        <p:spPr bwMode="auto">
          <a:xfrm rot="21428936">
            <a:off x="1644694" y="2801777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66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5619" name="AutoShape 19"/>
          <p:cNvSpPr>
            <a:spLocks noChangeArrowheads="1"/>
          </p:cNvSpPr>
          <p:nvPr/>
        </p:nvSpPr>
        <p:spPr bwMode="auto">
          <a:xfrm rot="21428936">
            <a:off x="1720894" y="3335177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66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5620" name="AutoShape 20"/>
          <p:cNvSpPr>
            <a:spLocks noChangeArrowheads="1"/>
          </p:cNvSpPr>
          <p:nvPr/>
        </p:nvSpPr>
        <p:spPr bwMode="auto">
          <a:xfrm rot="21428936">
            <a:off x="1720894" y="3868577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66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880696" y="6419071"/>
            <a:ext cx="2206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Visualizing UCS vs. A*</a:t>
            </a:r>
            <a:endParaRPr lang="en-US" dirty="0"/>
          </a:p>
        </p:txBody>
      </p:sp>
      <p:sp>
        <p:nvSpPr>
          <p:cNvPr id="4" name="AutoShape 13">
            <a:extLst>
              <a:ext uri="{FF2B5EF4-FFF2-40B4-BE49-F238E27FC236}">
                <a16:creationId xmlns:a16="http://schemas.microsoft.com/office/drawing/2014/main" id="{C5D28F2C-F3E6-319C-69A5-CCD75D8682C6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349057" y="2431686"/>
            <a:ext cx="191474" cy="303084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EBA9E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6D343E6-3A3F-3C02-882C-ABB20BFF9D7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731642" y="3041286"/>
            <a:ext cx="191474" cy="303084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EBA9E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5D8172B0-B8A0-44D6-7178-F6DD2AFB5D39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873057" y="3632500"/>
            <a:ext cx="191474" cy="303084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EBA9E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7" name="AutoShape 13">
            <a:extLst>
              <a:ext uri="{FF2B5EF4-FFF2-40B4-BE49-F238E27FC236}">
                <a16:creationId xmlns:a16="http://schemas.microsoft.com/office/drawing/2014/main" id="{675B0778-8285-FDF4-3DA2-A5EC3645F92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946508" y="4116189"/>
            <a:ext cx="191474" cy="303084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EBA9E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C43412A0-4294-6BD2-A32F-A908BD99FD63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b="0" i="0" dirty="0">
                <a:latin typeface="+mj-lt"/>
              </a:rPr>
              <a:t>A Classic Example</a:t>
            </a:r>
            <a:endParaRPr lang="en-US" sz="3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489001-26C2-C901-36D7-18435C3AA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1217" y="1854999"/>
            <a:ext cx="1834468" cy="20275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690086-2E19-0D50-DCAF-AAD3C876C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0651" y="1887237"/>
            <a:ext cx="2225753" cy="2027570"/>
          </a:xfrm>
          <a:prstGeom prst="rect">
            <a:avLst/>
          </a:prstGeom>
        </p:spPr>
      </p:pic>
      <p:sp>
        <p:nvSpPr>
          <p:cNvPr id="17" name="Text Box 8">
            <a:extLst>
              <a:ext uri="{FF2B5EF4-FFF2-40B4-BE49-F238E27FC236}">
                <a16:creationId xmlns:a16="http://schemas.microsoft.com/office/drawing/2014/main" id="{77B62443-7267-0A61-D04C-A9C798623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9540" y="1548683"/>
            <a:ext cx="313387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dirty="0"/>
              <a:t>Straight-line Distances to Bucharest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8">
                <a:extLst>
                  <a:ext uri="{FF2B5EF4-FFF2-40B4-BE49-F238E27FC236}">
                    <a16:creationId xmlns:a16="http://schemas.microsoft.com/office/drawing/2014/main" id="{BBE6B61A-6971-8654-83ED-DD6A36F0AA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63836" y="4760833"/>
                <a:ext cx="261530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en-US" dirty="0"/>
                  <a:t>Recall, it minimizes </a:t>
                </a:r>
                <a14:m>
                  <m:oMath xmlns:m="http://schemas.openxmlformats.org/officeDocument/2006/math">
                    <m:r>
                      <a:rPr lang="en-US" b="1" i="1" spc="-20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𝒈</m:t>
                    </m:r>
                    <m:d>
                      <m:dPr>
                        <m:ctrlPr>
                          <a:rPr lang="en-US" b="1" i="1" spc="-20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b="1" i="1" spc="-20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altLang="en-US" dirty="0"/>
                  <a:t>.</a:t>
                </a:r>
              </a:p>
            </p:txBody>
          </p:sp>
        </mc:Choice>
        <mc:Fallback xmlns="">
          <p:sp>
            <p:nvSpPr>
              <p:cNvPr id="18" name="Text Box 8">
                <a:extLst>
                  <a:ext uri="{FF2B5EF4-FFF2-40B4-BE49-F238E27FC236}">
                    <a16:creationId xmlns:a16="http://schemas.microsoft.com/office/drawing/2014/main" id="{BBE6B61A-6971-8654-83ED-DD6A36F0A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63836" y="4760833"/>
                <a:ext cx="2615301" cy="369332"/>
              </a:xfrm>
              <a:prstGeom prst="rect">
                <a:avLst/>
              </a:prstGeom>
              <a:blipFill>
                <a:blip r:embed="rId6"/>
                <a:stretch>
                  <a:fillRect l="-1865" t="-9836" b="-2459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5344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 animBg="1"/>
      <p:bldP spid="25607" grpId="0" animBg="1"/>
      <p:bldP spid="25609" grpId="0"/>
      <p:bldP spid="25610" grpId="0" animBg="1"/>
      <p:bldP spid="25611" grpId="0" animBg="1"/>
      <p:bldP spid="25612" grpId="0" animBg="1"/>
      <p:bldP spid="25616" grpId="0" animBg="1"/>
      <p:bldP spid="25613" grpId="0" animBg="1"/>
      <p:bldP spid="25614" grpId="0" animBg="1"/>
      <p:bldP spid="25615" grpId="0" animBg="1"/>
      <p:bldP spid="25618" grpId="0" animBg="1"/>
      <p:bldP spid="25619" grpId="0" animBg="1"/>
      <p:bldP spid="25620" grpId="0" animBg="1"/>
      <p:bldP spid="3" grpId="0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EB73D3-9853-FBEF-DF16-8B29ECFE02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2" t="801" r="3117" b="710"/>
          <a:stretch>
            <a:fillRect/>
          </a:stretch>
        </p:blipFill>
        <p:spPr>
          <a:xfrm>
            <a:off x="353725" y="1046018"/>
            <a:ext cx="7169728" cy="47659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CF3778-679A-B5B4-0561-F554155F5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217" y="2327593"/>
            <a:ext cx="1834468" cy="2027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EBE9AF-D400-D2CE-542A-F72F1DA40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0651" y="2359831"/>
            <a:ext cx="2225753" cy="2027570"/>
          </a:xfrm>
          <a:prstGeom prst="rect">
            <a:avLst/>
          </a:prstGeom>
        </p:spPr>
      </p:pic>
      <p:sp>
        <p:nvSpPr>
          <p:cNvPr id="10" name="Text Box 8">
            <a:extLst>
              <a:ext uri="{FF2B5EF4-FFF2-40B4-BE49-F238E27FC236}">
                <a16:creationId xmlns:a16="http://schemas.microsoft.com/office/drawing/2014/main" id="{33E8DE57-0291-81DD-71E5-BAB16C615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9540" y="2021277"/>
            <a:ext cx="313387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dirty="0"/>
              <a:t>Straight-line Distances to Bucharest</a:t>
            </a:r>
          </a:p>
        </p:txBody>
      </p:sp>
      <p:sp>
        <p:nvSpPr>
          <p:cNvPr id="27652" name="AutoShape 4"/>
          <p:cNvSpPr>
            <a:spLocks noChangeArrowheads="1"/>
          </p:cNvSpPr>
          <p:nvPr/>
        </p:nvSpPr>
        <p:spPr bwMode="auto">
          <a:xfrm rot="8421464">
            <a:off x="916971" y="2396561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7653" name="AutoShape 5"/>
          <p:cNvSpPr>
            <a:spLocks noChangeArrowheads="1"/>
          </p:cNvSpPr>
          <p:nvPr/>
        </p:nvSpPr>
        <p:spPr bwMode="auto">
          <a:xfrm rot="906047">
            <a:off x="4921631" y="3897963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4" name="Text Box 6"/>
              <p:cNvSpPr txBox="1">
                <a:spLocks noChangeArrowheads="1"/>
              </p:cNvSpPr>
              <p:nvPr/>
            </p:nvSpPr>
            <p:spPr bwMode="auto">
              <a:xfrm>
                <a:off x="8069540" y="925146"/>
                <a:ext cx="3286013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en-US" dirty="0"/>
                  <a:t>Approach: Choose smallest </a:t>
                </a:r>
                <a14:m>
                  <m:oMath xmlns:m="http://schemas.openxmlformats.org/officeDocument/2006/math">
                    <m:r>
                      <a:rPr lang="en-US" b="0" i="1" spc="-2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en-US" i="1" spc="-20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b="0" i="1" spc="-20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</m:oMath>
                </a14:m>
                <a:endParaRPr lang="en-US" dirty="0">
                  <a:solidFill>
                    <a:srgbClr val="00B050"/>
                  </a:solidFill>
                  <a:cs typeface="Calibri"/>
                </a:endParaRPr>
              </a:p>
            </p:txBody>
          </p:sp>
        </mc:Choice>
        <mc:Fallback xmlns="">
          <p:sp>
            <p:nvSpPr>
              <p:cNvPr id="2765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69540" y="925146"/>
                <a:ext cx="3286013" cy="369332"/>
              </a:xfrm>
              <a:prstGeom prst="rect">
                <a:avLst/>
              </a:prstGeom>
              <a:blipFill>
                <a:blip r:embed="rId5"/>
                <a:stretch>
                  <a:fillRect l="-1670" t="-10000" b="-2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7793012" y="6225117"/>
            <a:ext cx="40252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Arad </a:t>
            </a:r>
            <a:r>
              <a:rPr lang="en-US" altLang="en-US" dirty="0">
                <a:sym typeface="Wingdings" panose="05000000000000000000" pitchFamily="2" charset="2"/>
              </a:rPr>
              <a:t> Sibiu  </a:t>
            </a:r>
            <a:r>
              <a:rPr lang="en-US" altLang="en-US" dirty="0"/>
              <a:t>Rimnicu </a:t>
            </a:r>
            <a:r>
              <a:rPr lang="en-US" altLang="en-US" dirty="0" err="1"/>
              <a:t>Vilcea</a:t>
            </a:r>
            <a:r>
              <a:rPr lang="en-US" altLang="en-US" dirty="0"/>
              <a:t> </a:t>
            </a:r>
            <a:r>
              <a:rPr lang="en-US" altLang="en-US" dirty="0">
                <a:sym typeface="Wingdings" panose="05000000000000000000" pitchFamily="2" charset="2"/>
              </a:rPr>
              <a:t> </a:t>
            </a:r>
            <a:r>
              <a:rPr lang="en-US" altLang="en-US" dirty="0"/>
              <a:t>Pitesti</a:t>
            </a:r>
          </a:p>
        </p:txBody>
      </p:sp>
      <p:sp>
        <p:nvSpPr>
          <p:cNvPr id="27660" name="AutoShape 12"/>
          <p:cNvSpPr>
            <a:spLocks noChangeArrowheads="1"/>
          </p:cNvSpPr>
          <p:nvPr/>
        </p:nvSpPr>
        <p:spPr bwMode="auto">
          <a:xfrm rot="535196">
            <a:off x="2275413" y="2052484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1306B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7662" name="AutoShape 14"/>
          <p:cNvSpPr>
            <a:spLocks noChangeArrowheads="1"/>
          </p:cNvSpPr>
          <p:nvPr/>
        </p:nvSpPr>
        <p:spPr bwMode="auto">
          <a:xfrm rot="5400000">
            <a:off x="4042631" y="2641303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3187737F-595C-6EF6-FABC-9AB29C029D37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 dirty="0">
                <a:latin typeface="+mj-lt"/>
              </a:rPr>
              <a:t>Attempt: Greedy Best-First</a:t>
            </a:r>
            <a:endParaRPr lang="en-US" sz="3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A1875B-D597-0070-FA4C-D6E8255F3238}"/>
              </a:ext>
            </a:extLst>
          </p:cNvPr>
          <p:cNvGrpSpPr/>
          <p:nvPr/>
        </p:nvGrpSpPr>
        <p:grpSpPr>
          <a:xfrm>
            <a:off x="9530651" y="3373641"/>
            <a:ext cx="2225753" cy="1013760"/>
            <a:chOff x="9530651" y="3595395"/>
            <a:chExt cx="2225753" cy="101376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9973EC-B7AE-714C-6AD5-4680FE2FA3E9}"/>
                </a:ext>
              </a:extLst>
            </p:cNvPr>
            <p:cNvSpPr/>
            <p:nvPr/>
          </p:nvSpPr>
          <p:spPr>
            <a:xfrm>
              <a:off x="9530651" y="3794449"/>
              <a:ext cx="2225753" cy="199054"/>
            </a:xfrm>
            <a:prstGeom prst="rect">
              <a:avLst/>
            </a:prstGeom>
            <a:noFill/>
            <a:ln w="15875">
              <a:solidFill>
                <a:srgbClr val="1306BA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CB391B9-F40C-AA28-2594-43004DB54E62}"/>
                </a:ext>
              </a:extLst>
            </p:cNvPr>
            <p:cNvSpPr/>
            <p:nvPr/>
          </p:nvSpPr>
          <p:spPr>
            <a:xfrm>
              <a:off x="9530651" y="4391365"/>
              <a:ext cx="2225753" cy="217790"/>
            </a:xfrm>
            <a:prstGeom prst="rect">
              <a:avLst/>
            </a:prstGeom>
            <a:noFill/>
            <a:ln w="15875">
              <a:solidFill>
                <a:srgbClr val="1306BA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A83E6D-35C1-3115-9A67-3AB6545DEF0C}"/>
                </a:ext>
              </a:extLst>
            </p:cNvPr>
            <p:cNvSpPr/>
            <p:nvPr/>
          </p:nvSpPr>
          <p:spPr>
            <a:xfrm>
              <a:off x="9530651" y="3595395"/>
              <a:ext cx="2225753" cy="199054"/>
            </a:xfrm>
            <a:prstGeom prst="rect">
              <a:avLst/>
            </a:prstGeom>
            <a:noFill/>
            <a:ln w="15875">
              <a:solidFill>
                <a:srgbClr val="1306BA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87F56B-0005-F9F5-645F-620A305D2F87}"/>
              </a:ext>
            </a:extLst>
          </p:cNvPr>
          <p:cNvGrpSpPr/>
          <p:nvPr/>
        </p:nvGrpSpPr>
        <p:grpSpPr>
          <a:xfrm>
            <a:off x="7644784" y="3155826"/>
            <a:ext cx="4111620" cy="391987"/>
            <a:chOff x="7644784" y="3377580"/>
            <a:chExt cx="4111620" cy="39198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2A8748-3001-8DAF-33EE-69F3287A2AC3}"/>
                </a:ext>
              </a:extLst>
            </p:cNvPr>
            <p:cNvSpPr/>
            <p:nvPr/>
          </p:nvSpPr>
          <p:spPr>
            <a:xfrm>
              <a:off x="7644784" y="3545027"/>
              <a:ext cx="1830901" cy="224540"/>
            </a:xfrm>
            <a:prstGeom prst="rect">
              <a:avLst/>
            </a:prstGeom>
            <a:noFill/>
            <a:ln w="15875">
              <a:solidFill>
                <a:srgbClr val="92D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8705EC8-764A-DEA7-FE6D-4B9E0B56B4BF}"/>
                </a:ext>
              </a:extLst>
            </p:cNvPr>
            <p:cNvSpPr/>
            <p:nvPr/>
          </p:nvSpPr>
          <p:spPr>
            <a:xfrm>
              <a:off x="9530651" y="3377580"/>
              <a:ext cx="2225753" cy="217790"/>
            </a:xfrm>
            <a:prstGeom prst="rect">
              <a:avLst/>
            </a:prstGeom>
            <a:noFill/>
            <a:ln w="15875">
              <a:solidFill>
                <a:srgbClr val="92D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756B92E-80D1-4F2E-B7CD-074A1ED9C4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521" y="4827997"/>
            <a:ext cx="1158040" cy="125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8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7652" grpId="0" animBg="1"/>
      <p:bldP spid="27653" grpId="0" animBg="1"/>
      <p:bldP spid="27655" grpId="0"/>
      <p:bldP spid="27660" grpId="0" animBg="1"/>
      <p:bldP spid="2766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6" name="Picture 4" descr="BestFirst_explo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862" y="2105888"/>
            <a:ext cx="7098017" cy="4151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2">
            <a:extLst>
              <a:ext uri="{FF2B5EF4-FFF2-40B4-BE49-F238E27FC236}">
                <a16:creationId xmlns:a16="http://schemas.microsoft.com/office/drawing/2014/main" id="{B0A9389C-1D43-EC09-E402-A67735128428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 dirty="0">
                <a:latin typeface="+mj-lt"/>
              </a:rPr>
              <a:t>Greedy Best-First</a:t>
            </a:r>
            <a:endParaRPr lang="en-US" sz="36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AAFB7FA-E848-CF79-8EE7-398C351A20E8}"/>
              </a:ext>
            </a:extLst>
          </p:cNvPr>
          <p:cNvSpPr txBox="1">
            <a:spLocks noChangeArrowheads="1"/>
          </p:cNvSpPr>
          <p:nvPr/>
        </p:nvSpPr>
        <p:spPr>
          <a:xfrm>
            <a:off x="5907984" y="1116860"/>
            <a:ext cx="4418506" cy="7128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/>
              <a:t>Explore the grid expanding node with shortest distance to goal.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F9E72C1D-DA78-B606-7F57-11969E626AF8}"/>
              </a:ext>
            </a:extLst>
          </p:cNvPr>
          <p:cNvSpPr txBox="1"/>
          <p:nvPr/>
        </p:nvSpPr>
        <p:spPr>
          <a:xfrm>
            <a:off x="1246077" y="1428775"/>
            <a:ext cx="154565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>
                <a:solidFill>
                  <a:srgbClr val="1306BA"/>
                </a:solidFill>
              </a:rPr>
              <a:t>Complete</a:t>
            </a:r>
            <a:r>
              <a:rPr lang="en-US" sz="2400" dirty="0"/>
              <a:t>?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395A4156-F5BF-549E-43C3-94FBB2C613B7}"/>
              </a:ext>
            </a:extLst>
          </p:cNvPr>
          <p:cNvSpPr txBox="1"/>
          <p:nvPr/>
        </p:nvSpPr>
        <p:spPr>
          <a:xfrm>
            <a:off x="1246077" y="2543304"/>
            <a:ext cx="1260543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>
                <a:solidFill>
                  <a:srgbClr val="1306BA"/>
                </a:solidFill>
              </a:rPr>
              <a:t>Optimal</a:t>
            </a:r>
            <a:r>
              <a:rPr lang="en-US" sz="2400" dirty="0"/>
              <a:t>?</a:t>
            </a:r>
          </a:p>
        </p:txBody>
      </p:sp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26968EBB-6E2A-6FCA-189E-BC6564642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1732" y="1324066"/>
            <a:ext cx="505627" cy="505627"/>
          </a:xfrm>
          <a:prstGeom prst="rect">
            <a:avLst/>
          </a:prstGeom>
        </p:spPr>
      </p:pic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35B997E7-D428-8BBB-602D-C904D2E8E4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35490" y="2499088"/>
            <a:ext cx="505628" cy="50562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2DCE09E-06AC-3A7D-2FDA-B1DA43B6D397}"/>
              </a:ext>
            </a:extLst>
          </p:cNvPr>
          <p:cNvSpPr/>
          <p:nvPr/>
        </p:nvSpPr>
        <p:spPr>
          <a:xfrm>
            <a:off x="5678593" y="3865416"/>
            <a:ext cx="616527" cy="616527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Start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45101E-D1C2-A203-1473-6A95A19A8CE1}"/>
              </a:ext>
            </a:extLst>
          </p:cNvPr>
          <p:cNvSpPr/>
          <p:nvPr/>
        </p:nvSpPr>
        <p:spPr>
          <a:xfrm>
            <a:off x="9211502" y="3865416"/>
            <a:ext cx="616527" cy="616527"/>
          </a:xfrm>
          <a:prstGeom prst="rect">
            <a:avLst/>
          </a:prstGeom>
          <a:solidFill>
            <a:srgbClr val="FF0000"/>
          </a:solidFill>
          <a:ln w="3175"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Goal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2618988-3EB2-3504-7AD9-02B5BF304919}"/>
              </a:ext>
            </a:extLst>
          </p:cNvPr>
          <p:cNvGrpSpPr/>
          <p:nvPr/>
        </p:nvGrpSpPr>
        <p:grpSpPr>
          <a:xfrm>
            <a:off x="5983693" y="2851675"/>
            <a:ext cx="3414307" cy="1353819"/>
            <a:chOff x="6124009" y="2990223"/>
            <a:chExt cx="3414307" cy="1353819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E2186FF-A153-42B3-1315-24444E627E47}"/>
                </a:ext>
              </a:extLst>
            </p:cNvPr>
            <p:cNvCxnSpPr>
              <a:cxnSpLocks/>
            </p:cNvCxnSpPr>
            <p:nvPr/>
          </p:nvCxnSpPr>
          <p:spPr>
            <a:xfrm>
              <a:off x="9052087" y="4320188"/>
              <a:ext cx="486229" cy="0"/>
            </a:xfrm>
            <a:prstGeom prst="straightConnector1">
              <a:avLst/>
            </a:prstGeom>
            <a:ln w="50800">
              <a:solidFill>
                <a:srgbClr val="1306BA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ADDA606-C99B-0718-EC43-4F633261E8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7172" y="2990223"/>
              <a:ext cx="0" cy="1064950"/>
            </a:xfrm>
            <a:prstGeom prst="straightConnector1">
              <a:avLst/>
            </a:prstGeom>
            <a:ln w="50800">
              <a:solidFill>
                <a:srgbClr val="1306BA"/>
              </a:solidFill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B5ADB9F-1FEF-38EF-0A05-8F84A89BF3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7172" y="3014077"/>
              <a:ext cx="1734744" cy="0"/>
            </a:xfrm>
            <a:prstGeom prst="straightConnector1">
              <a:avLst/>
            </a:prstGeom>
            <a:ln w="50800">
              <a:solidFill>
                <a:srgbClr val="1306BA"/>
              </a:solidFill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276EF083-5A94-246D-E55C-9F7614E6524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124009" y="2990223"/>
              <a:ext cx="1952700" cy="41831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Clr>
                  <a:schemeClr val="accent3"/>
                </a:buClr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Clr>
                  <a:schemeClr val="accent3"/>
                </a:buClr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Clr>
                  <a:schemeClr val="accent3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Clr>
                  <a:schemeClr val="accent3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Clr>
                  <a:schemeClr val="accent3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en-US" sz="2400" dirty="0">
                  <a:solidFill>
                    <a:srgbClr val="1306BA"/>
                  </a:solidFill>
                </a:rPr>
                <a:t>Optimal path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852F4E9-E647-95E7-7004-27EFC1AEF7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5079" y="3014077"/>
              <a:ext cx="1240971" cy="1329965"/>
            </a:xfrm>
            <a:prstGeom prst="straightConnector1">
              <a:avLst/>
            </a:prstGeom>
            <a:ln w="50800">
              <a:solidFill>
                <a:srgbClr val="1306BA"/>
              </a:solidFill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FBC3B23-8E6F-3F23-A831-E0E281A6C596}"/>
              </a:ext>
            </a:extLst>
          </p:cNvPr>
          <p:cNvGrpSpPr/>
          <p:nvPr/>
        </p:nvGrpSpPr>
        <p:grpSpPr>
          <a:xfrm>
            <a:off x="5062065" y="3300098"/>
            <a:ext cx="1813030" cy="1766303"/>
            <a:chOff x="5202381" y="3438646"/>
            <a:chExt cx="1813030" cy="1766303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D8076A5-73F9-9C72-84FA-3DA76FE05301}"/>
                </a:ext>
              </a:extLst>
            </p:cNvPr>
            <p:cNvSpPr/>
            <p:nvPr/>
          </p:nvSpPr>
          <p:spPr>
            <a:xfrm>
              <a:off x="5202381" y="4011924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400BAD6-631E-9BCE-0BBC-679415CEBE24}"/>
                </a:ext>
              </a:extLst>
            </p:cNvPr>
            <p:cNvSpPr/>
            <p:nvPr/>
          </p:nvSpPr>
          <p:spPr>
            <a:xfrm>
              <a:off x="5202381" y="3438646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41C7CC5-3219-988E-3270-1B5B3924B4F8}"/>
                </a:ext>
              </a:extLst>
            </p:cNvPr>
            <p:cNvSpPr/>
            <p:nvPr/>
          </p:nvSpPr>
          <p:spPr>
            <a:xfrm>
              <a:off x="5818909" y="3438646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73148F9-1E37-4A9F-3A1B-FA5E61FF45F7}"/>
                </a:ext>
              </a:extLst>
            </p:cNvPr>
            <p:cNvSpPr/>
            <p:nvPr/>
          </p:nvSpPr>
          <p:spPr>
            <a:xfrm>
              <a:off x="5202381" y="4588422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901B5E7-0D41-45E8-65F4-DC643070839B}"/>
                </a:ext>
              </a:extLst>
            </p:cNvPr>
            <p:cNvSpPr/>
            <p:nvPr/>
          </p:nvSpPr>
          <p:spPr>
            <a:xfrm>
              <a:off x="5818909" y="4588422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5579F80-FF55-6FD0-B514-C6C3AEDB240A}"/>
                </a:ext>
              </a:extLst>
            </p:cNvPr>
            <p:cNvSpPr/>
            <p:nvPr/>
          </p:nvSpPr>
          <p:spPr>
            <a:xfrm>
              <a:off x="6398884" y="4011924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EBFC273-4C83-30CF-52B7-326A4E973A70}"/>
                </a:ext>
              </a:extLst>
            </p:cNvPr>
            <p:cNvSpPr/>
            <p:nvPr/>
          </p:nvSpPr>
          <p:spPr>
            <a:xfrm>
              <a:off x="6398884" y="4588422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</p:grpSp>
      <p:sp>
        <p:nvSpPr>
          <p:cNvPr id="50" name="Rectangle 3">
            <a:extLst>
              <a:ext uri="{FF2B5EF4-FFF2-40B4-BE49-F238E27FC236}">
                <a16:creationId xmlns:a16="http://schemas.microsoft.com/office/drawing/2014/main" id="{6D1DEE8B-29B4-8332-5B33-10E326F35C81}"/>
              </a:ext>
            </a:extLst>
          </p:cNvPr>
          <p:cNvSpPr txBox="1">
            <a:spLocks noChangeArrowheads="1"/>
          </p:cNvSpPr>
          <p:nvPr/>
        </p:nvSpPr>
        <p:spPr>
          <a:xfrm>
            <a:off x="3141118" y="1619532"/>
            <a:ext cx="1640426" cy="272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200" dirty="0"/>
              <a:t>*assuming no cycles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843CAE7-0666-4820-1252-05ADC39571D2}"/>
                  </a:ext>
                </a:extLst>
              </p:cNvPr>
              <p:cNvSpPr txBox="1"/>
              <p:nvPr/>
            </p:nvSpPr>
            <p:spPr>
              <a:xfrm>
                <a:off x="380048" y="5238468"/>
                <a:ext cx="3795711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Issue:</a:t>
                </a:r>
                <a:r>
                  <a:rPr lang="en-US" dirty="0"/>
                  <a:t> Greedy Best-First ignores path gets lured by promising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heuristic values and does not account for cost to reach those nodes: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1306BA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843CAE7-0666-4820-1252-05ADC3957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48" y="5238468"/>
                <a:ext cx="3795711" cy="1200329"/>
              </a:xfrm>
              <a:prstGeom prst="rect">
                <a:avLst/>
              </a:prstGeom>
              <a:blipFill>
                <a:blip r:embed="rId7"/>
                <a:stretch>
                  <a:fillRect l="-1284" t="-2538" r="-482" b="-7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19AE519-74F5-E61C-A4AB-B1CD23BD65ED}"/>
              </a:ext>
            </a:extLst>
          </p:cNvPr>
          <p:cNvSpPr/>
          <p:nvPr/>
        </p:nvSpPr>
        <p:spPr>
          <a:xfrm>
            <a:off x="6295120" y="3865416"/>
            <a:ext cx="598251" cy="616527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4B887D-600B-FDBA-D97D-2D8C99A0A45E}"/>
              </a:ext>
            </a:extLst>
          </p:cNvPr>
          <p:cNvGrpSpPr/>
          <p:nvPr/>
        </p:nvGrpSpPr>
        <p:grpSpPr>
          <a:xfrm>
            <a:off x="5678592" y="3889411"/>
            <a:ext cx="1813030" cy="1193025"/>
            <a:chOff x="5202381" y="4011924"/>
            <a:chExt cx="1813030" cy="119302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B2654CD-FF74-25BC-E607-40475455DDDB}"/>
                </a:ext>
              </a:extLst>
            </p:cNvPr>
            <p:cNvSpPr/>
            <p:nvPr/>
          </p:nvSpPr>
          <p:spPr>
            <a:xfrm>
              <a:off x="5202381" y="4011924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09CFB32-180D-3E44-053A-34945D7FE64C}"/>
                </a:ext>
              </a:extLst>
            </p:cNvPr>
            <p:cNvSpPr/>
            <p:nvPr/>
          </p:nvSpPr>
          <p:spPr>
            <a:xfrm>
              <a:off x="5202381" y="4588422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7F09842-9DDF-20CE-F5FC-F546EA2E4BE8}"/>
                </a:ext>
              </a:extLst>
            </p:cNvPr>
            <p:cNvSpPr/>
            <p:nvPr/>
          </p:nvSpPr>
          <p:spPr>
            <a:xfrm>
              <a:off x="5818909" y="4588422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367E96-593B-1FC7-1D8B-2C56E7766CF6}"/>
                </a:ext>
              </a:extLst>
            </p:cNvPr>
            <p:cNvSpPr/>
            <p:nvPr/>
          </p:nvSpPr>
          <p:spPr>
            <a:xfrm>
              <a:off x="6398884" y="4011924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00CCDF3-03A7-123D-0233-3B0D9044B184}"/>
                </a:ext>
              </a:extLst>
            </p:cNvPr>
            <p:cNvSpPr/>
            <p:nvPr/>
          </p:nvSpPr>
          <p:spPr>
            <a:xfrm>
              <a:off x="6398884" y="4588422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9F4814D6-88E7-A899-C7B0-8BA35AC860A3}"/>
              </a:ext>
            </a:extLst>
          </p:cNvPr>
          <p:cNvSpPr/>
          <p:nvPr/>
        </p:nvSpPr>
        <p:spPr>
          <a:xfrm>
            <a:off x="6872116" y="4457834"/>
            <a:ext cx="598251" cy="616527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2F51E07-17E2-1410-FDB9-C9928D24B8C1}"/>
              </a:ext>
            </a:extLst>
          </p:cNvPr>
          <p:cNvGrpSpPr/>
          <p:nvPr/>
        </p:nvGrpSpPr>
        <p:grpSpPr>
          <a:xfrm>
            <a:off x="6277140" y="4449874"/>
            <a:ext cx="1813030" cy="1193025"/>
            <a:chOff x="5202381" y="4011924"/>
            <a:chExt cx="1813030" cy="119302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6FFC1AF-8BD1-4368-088C-E3D6D1A88C73}"/>
                </a:ext>
              </a:extLst>
            </p:cNvPr>
            <p:cNvSpPr/>
            <p:nvPr/>
          </p:nvSpPr>
          <p:spPr>
            <a:xfrm>
              <a:off x="5202381" y="4588422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CB8936F-6044-7762-541C-252AEE2E432D}"/>
                </a:ext>
              </a:extLst>
            </p:cNvPr>
            <p:cNvSpPr/>
            <p:nvPr/>
          </p:nvSpPr>
          <p:spPr>
            <a:xfrm>
              <a:off x="5818909" y="4588422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29A7077-652D-6951-EEA6-2809365A1821}"/>
                </a:ext>
              </a:extLst>
            </p:cNvPr>
            <p:cNvSpPr/>
            <p:nvPr/>
          </p:nvSpPr>
          <p:spPr>
            <a:xfrm>
              <a:off x="6398884" y="4011924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69698F3-FFF2-DB2F-BAB9-D4CCBE84255C}"/>
                </a:ext>
              </a:extLst>
            </p:cNvPr>
            <p:cNvSpPr/>
            <p:nvPr/>
          </p:nvSpPr>
          <p:spPr>
            <a:xfrm>
              <a:off x="6398884" y="4588422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848C9CA-86F9-4C72-7A40-F586BAEE74B4}"/>
                </a:ext>
              </a:extLst>
            </p:cNvPr>
            <p:cNvSpPr/>
            <p:nvPr/>
          </p:nvSpPr>
          <p:spPr>
            <a:xfrm>
              <a:off x="5204259" y="4017285"/>
              <a:ext cx="616527" cy="616527"/>
            </a:xfrm>
            <a:prstGeom prst="rect">
              <a:avLst/>
            </a:prstGeom>
            <a:solidFill>
              <a:srgbClr val="00B0F0"/>
            </a:solidFill>
            <a:ln w="3175">
              <a:solidFill>
                <a:srgbClr val="00B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b="1" dirty="0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F74E3339-2C6B-D4CC-2976-33AB4D00AC72}"/>
              </a:ext>
            </a:extLst>
          </p:cNvPr>
          <p:cNvSpPr/>
          <p:nvPr/>
        </p:nvSpPr>
        <p:spPr>
          <a:xfrm>
            <a:off x="7488643" y="5028519"/>
            <a:ext cx="598251" cy="616527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49B3652-B3F4-573F-B87A-43CD63F91C63}"/>
              </a:ext>
            </a:extLst>
          </p:cNvPr>
          <p:cNvSpPr/>
          <p:nvPr/>
        </p:nvSpPr>
        <p:spPr>
          <a:xfrm>
            <a:off x="8054862" y="5035734"/>
            <a:ext cx="598251" cy="616527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7431F79-D687-BD96-9240-239E5559B7B3}"/>
              </a:ext>
            </a:extLst>
          </p:cNvPr>
          <p:cNvSpPr/>
          <p:nvPr/>
        </p:nvSpPr>
        <p:spPr>
          <a:xfrm>
            <a:off x="8629356" y="5035734"/>
            <a:ext cx="598251" cy="616527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D19F875-0B20-C1A0-54CF-2FDFE9CF4290}"/>
              </a:ext>
            </a:extLst>
          </p:cNvPr>
          <p:cNvSpPr/>
          <p:nvPr/>
        </p:nvSpPr>
        <p:spPr>
          <a:xfrm>
            <a:off x="9231363" y="5035734"/>
            <a:ext cx="598251" cy="616527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86E9D75-E7D9-0A39-66A2-20C382052D55}"/>
              </a:ext>
            </a:extLst>
          </p:cNvPr>
          <p:cNvSpPr/>
          <p:nvPr/>
        </p:nvSpPr>
        <p:spPr>
          <a:xfrm>
            <a:off x="9822102" y="5043696"/>
            <a:ext cx="598251" cy="616527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DB82A56-FCDA-DE16-B7AD-36940703E58E}"/>
              </a:ext>
            </a:extLst>
          </p:cNvPr>
          <p:cNvSpPr/>
          <p:nvPr/>
        </p:nvSpPr>
        <p:spPr>
          <a:xfrm>
            <a:off x="10420353" y="4465909"/>
            <a:ext cx="598251" cy="616527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D3A473A-DE09-1FD9-506E-009FA0CAFCB8}"/>
              </a:ext>
            </a:extLst>
          </p:cNvPr>
          <p:cNvSpPr/>
          <p:nvPr/>
        </p:nvSpPr>
        <p:spPr>
          <a:xfrm>
            <a:off x="10420353" y="3873376"/>
            <a:ext cx="598251" cy="616527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301619A-E202-ED16-4D0F-7271EF6E66D9}"/>
              </a:ext>
            </a:extLst>
          </p:cNvPr>
          <p:cNvSpPr/>
          <p:nvPr/>
        </p:nvSpPr>
        <p:spPr>
          <a:xfrm>
            <a:off x="10420353" y="3284236"/>
            <a:ext cx="598251" cy="616527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AA04495-1FB6-3EAF-1777-2780D8E90C67}"/>
              </a:ext>
            </a:extLst>
          </p:cNvPr>
          <p:cNvSpPr/>
          <p:nvPr/>
        </p:nvSpPr>
        <p:spPr>
          <a:xfrm>
            <a:off x="9822101" y="2677389"/>
            <a:ext cx="598251" cy="616527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15E9969-E46A-2BED-4134-B4041572282B}"/>
              </a:ext>
            </a:extLst>
          </p:cNvPr>
          <p:cNvSpPr/>
          <p:nvPr/>
        </p:nvSpPr>
        <p:spPr>
          <a:xfrm>
            <a:off x="9223554" y="3263885"/>
            <a:ext cx="598251" cy="616527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E5BEC2F-0CD1-E90B-64C9-A888E10A46F6}"/>
              </a:ext>
            </a:extLst>
          </p:cNvPr>
          <p:cNvSpPr/>
          <p:nvPr/>
        </p:nvSpPr>
        <p:spPr>
          <a:xfrm>
            <a:off x="5688431" y="3288919"/>
            <a:ext cx="616527" cy="616527"/>
          </a:xfrm>
          <a:prstGeom prst="rect">
            <a:avLst/>
          </a:prstGeom>
          <a:solidFill>
            <a:srgbClr val="00B0F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91947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0" grpId="0"/>
      <p:bldP spid="2" grpId="0" animBg="1"/>
      <p:bldP spid="21" grpId="0" animBg="1"/>
      <p:bldP spid="47" grpId="0" animBg="1"/>
      <p:bldP spid="48" grpId="0" animBg="1"/>
      <p:bldP spid="49" grpId="0" animBg="1"/>
      <p:bldP spid="51" grpId="0" animBg="1"/>
      <p:bldP spid="53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80B72-9349-77D4-A96F-C44916C6A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5A6658-6150-0B52-2C5E-8E38B6599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779" y="4008481"/>
            <a:ext cx="2225753" cy="20275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1C0A30-B544-FE2E-703F-AA7D048FD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779" y="1988095"/>
            <a:ext cx="1834468" cy="20275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654" name="Text Box 6">
                <a:extLst>
                  <a:ext uri="{FF2B5EF4-FFF2-40B4-BE49-F238E27FC236}">
                    <a16:creationId xmlns:a16="http://schemas.microsoft.com/office/drawing/2014/main" id="{0272339E-FDAD-7ED6-773D-4158CBBFD0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2272" y="710211"/>
                <a:ext cx="4025269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en-US" dirty="0"/>
                  <a:t>Approach: Expand smallest </a:t>
                </a:r>
                <a14:m>
                  <m:oMath xmlns:m="http://schemas.openxmlformats.org/officeDocument/2006/math">
                    <m:r>
                      <a:rPr lang="en-US" b="0" i="1" spc="-20" dirty="0" smtClean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𝑔</m:t>
                    </m:r>
                    <m:d>
                      <m:dPr>
                        <m:ctrlPr>
                          <a:rPr lang="en-US" i="1" spc="-20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i="1" spc="-20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en-US" b="0" i="1" spc="-2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r>
                      <a:rPr lang="en-US" b="0" i="1" spc="-2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en-US" i="1" spc="-20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b="0" i="1" spc="-20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</m:oMath>
                </a14:m>
                <a:endParaRPr lang="en-US" dirty="0">
                  <a:solidFill>
                    <a:srgbClr val="00B050"/>
                  </a:solidFill>
                  <a:cs typeface="Calibri"/>
                </a:endParaRPr>
              </a:p>
            </p:txBody>
          </p:sp>
        </mc:Choice>
        <mc:Fallback xmlns="">
          <p:sp>
            <p:nvSpPr>
              <p:cNvPr id="27654" name="Text Box 6">
                <a:extLst>
                  <a:ext uri="{FF2B5EF4-FFF2-40B4-BE49-F238E27FC236}">
                    <a16:creationId xmlns:a16="http://schemas.microsoft.com/office/drawing/2014/main" id="{0272339E-FDAD-7ED6-773D-4158CBBFD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2272" y="710211"/>
                <a:ext cx="4025269" cy="369332"/>
              </a:xfrm>
              <a:prstGeom prst="rect">
                <a:avLst/>
              </a:prstGeom>
              <a:blipFill>
                <a:blip r:embed="rId4"/>
                <a:stretch>
                  <a:fillRect l="-1364" t="-10000" b="-2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2">
            <a:extLst>
              <a:ext uri="{FF2B5EF4-FFF2-40B4-BE49-F238E27FC236}">
                <a16:creationId xmlns:a16="http://schemas.microsoft.com/office/drawing/2014/main" id="{9C6E6A6B-3302-26E0-A2F9-90E352928835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 dirty="0">
                <a:latin typeface="+mj-lt"/>
              </a:rPr>
              <a:t>A* Search By Example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89A162-FB83-9C9B-033C-F176B53746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52" t="801" r="3117" b="710"/>
          <a:stretch>
            <a:fillRect/>
          </a:stretch>
        </p:blipFill>
        <p:spPr>
          <a:xfrm>
            <a:off x="167197" y="1191846"/>
            <a:ext cx="7169728" cy="4765963"/>
          </a:xfrm>
          <a:prstGeom prst="rect">
            <a:avLst/>
          </a:prstGeom>
        </p:spPr>
      </p:pic>
      <p:sp>
        <p:nvSpPr>
          <p:cNvPr id="14" name="Text Box 8">
            <a:extLst>
              <a:ext uri="{FF2B5EF4-FFF2-40B4-BE49-F238E27FC236}">
                <a16:creationId xmlns:a16="http://schemas.microsoft.com/office/drawing/2014/main" id="{EA4F888A-822A-07E1-A1B7-98BD087BA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7779" y="1666006"/>
            <a:ext cx="313387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dirty="0"/>
              <a:t>Straight-line Distances to Bucharest</a:t>
            </a:r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EB0EE6C5-ED1F-4221-7A1E-F7877797F1FF}"/>
              </a:ext>
            </a:extLst>
          </p:cNvPr>
          <p:cNvSpPr>
            <a:spLocks noChangeArrowheads="1"/>
          </p:cNvSpPr>
          <p:nvPr/>
        </p:nvSpPr>
        <p:spPr bwMode="auto">
          <a:xfrm rot="8619611">
            <a:off x="729983" y="252191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0" name="AutoShape 5">
            <a:extLst>
              <a:ext uri="{FF2B5EF4-FFF2-40B4-BE49-F238E27FC236}">
                <a16:creationId xmlns:a16="http://schemas.microsoft.com/office/drawing/2014/main" id="{5AF68C1F-6103-9CAC-F3BD-1B6B03075A56}"/>
              </a:ext>
            </a:extLst>
          </p:cNvPr>
          <p:cNvSpPr>
            <a:spLocks noChangeArrowheads="1"/>
          </p:cNvSpPr>
          <p:nvPr/>
        </p:nvSpPr>
        <p:spPr bwMode="auto">
          <a:xfrm rot="-171064">
            <a:off x="4679682" y="4027414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1" name="AutoShape 8">
            <a:extLst>
              <a:ext uri="{FF2B5EF4-FFF2-40B4-BE49-F238E27FC236}">
                <a16:creationId xmlns:a16="http://schemas.microsoft.com/office/drawing/2014/main" id="{8CC92819-C0A7-4F9F-A3D1-AD9377880E8E}"/>
              </a:ext>
            </a:extLst>
          </p:cNvPr>
          <p:cNvSpPr>
            <a:spLocks noChangeArrowheads="1"/>
          </p:cNvSpPr>
          <p:nvPr/>
        </p:nvSpPr>
        <p:spPr bwMode="auto">
          <a:xfrm rot="-171064">
            <a:off x="2088882" y="2274814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F55AC7E2-7211-DA46-65D8-A654F5074E1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016357" y="3291295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25" name="AutoShape 11">
            <a:extLst>
              <a:ext uri="{FF2B5EF4-FFF2-40B4-BE49-F238E27FC236}">
                <a16:creationId xmlns:a16="http://schemas.microsoft.com/office/drawing/2014/main" id="{115B1C8D-BACC-C9E0-CD89-53C3C57F704F}"/>
              </a:ext>
            </a:extLst>
          </p:cNvPr>
          <p:cNvSpPr>
            <a:spLocks noChangeArrowheads="1"/>
          </p:cNvSpPr>
          <p:nvPr/>
        </p:nvSpPr>
        <p:spPr bwMode="auto">
          <a:xfrm rot="10399415">
            <a:off x="3638282" y="4314315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003B606-6610-338F-A77D-8129FBA6F1F2}"/>
              </a:ext>
            </a:extLst>
          </p:cNvPr>
          <p:cNvGrpSpPr/>
          <p:nvPr/>
        </p:nvGrpSpPr>
        <p:grpSpPr>
          <a:xfrm>
            <a:off x="7417779" y="5014163"/>
            <a:ext cx="2225753" cy="1013760"/>
            <a:chOff x="9530651" y="3595395"/>
            <a:chExt cx="2225753" cy="10137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0E00742-587B-1E84-9EA3-F932E6F64863}"/>
                </a:ext>
              </a:extLst>
            </p:cNvPr>
            <p:cNvSpPr/>
            <p:nvPr/>
          </p:nvSpPr>
          <p:spPr>
            <a:xfrm>
              <a:off x="9530651" y="3794449"/>
              <a:ext cx="2225753" cy="199054"/>
            </a:xfrm>
            <a:prstGeom prst="rect">
              <a:avLst/>
            </a:prstGeom>
            <a:noFill/>
            <a:ln w="15875">
              <a:solidFill>
                <a:srgbClr val="00B0F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F51EE89-FBDA-87B1-1258-198027BF87B2}"/>
                </a:ext>
              </a:extLst>
            </p:cNvPr>
            <p:cNvSpPr/>
            <p:nvPr/>
          </p:nvSpPr>
          <p:spPr>
            <a:xfrm>
              <a:off x="9530651" y="4391365"/>
              <a:ext cx="2225753" cy="217790"/>
            </a:xfrm>
            <a:prstGeom prst="rect">
              <a:avLst/>
            </a:prstGeom>
            <a:noFill/>
            <a:ln w="15875">
              <a:solidFill>
                <a:srgbClr val="00B0F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94E6EB9-AAD1-3896-DBC2-8F543B9B98DC}"/>
                </a:ext>
              </a:extLst>
            </p:cNvPr>
            <p:cNvSpPr/>
            <p:nvPr/>
          </p:nvSpPr>
          <p:spPr>
            <a:xfrm>
              <a:off x="9530651" y="3595395"/>
              <a:ext cx="2225753" cy="199054"/>
            </a:xfrm>
            <a:prstGeom prst="rect">
              <a:avLst/>
            </a:prstGeom>
            <a:noFill/>
            <a:ln w="15875">
              <a:solidFill>
                <a:srgbClr val="00B0F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1A3B649-D67B-FC18-F05A-BB93C37C6D4C}"/>
              </a:ext>
            </a:extLst>
          </p:cNvPr>
          <p:cNvGrpSpPr/>
          <p:nvPr/>
        </p:nvGrpSpPr>
        <p:grpSpPr>
          <a:xfrm>
            <a:off x="7417778" y="3001880"/>
            <a:ext cx="2225753" cy="2009776"/>
            <a:chOff x="12900944" y="81638"/>
            <a:chExt cx="2225753" cy="200977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F014CC2-110F-5E04-F6ED-644A01C5D61A}"/>
                </a:ext>
              </a:extLst>
            </p:cNvPr>
            <p:cNvSpPr/>
            <p:nvPr/>
          </p:nvSpPr>
          <p:spPr>
            <a:xfrm>
              <a:off x="12902728" y="81638"/>
              <a:ext cx="1830901" cy="224540"/>
            </a:xfrm>
            <a:prstGeom prst="rect">
              <a:avLst/>
            </a:prstGeom>
            <a:noFill/>
            <a:ln w="15875">
              <a:solidFill>
                <a:srgbClr val="92D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A667641-BE31-16F9-EDCA-C0536EC81942}"/>
                </a:ext>
              </a:extLst>
            </p:cNvPr>
            <p:cNvSpPr/>
            <p:nvPr/>
          </p:nvSpPr>
          <p:spPr>
            <a:xfrm>
              <a:off x="12900944" y="1873624"/>
              <a:ext cx="2225753" cy="217790"/>
            </a:xfrm>
            <a:prstGeom prst="rect">
              <a:avLst/>
            </a:prstGeom>
            <a:noFill/>
            <a:ln w="15875">
              <a:solidFill>
                <a:srgbClr val="92D05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6BCF7A-0550-54D2-F75F-41B26A57C133}"/>
                  </a:ext>
                </a:extLst>
              </p:cNvPr>
              <p:cNvSpPr txBox="1"/>
              <p:nvPr/>
            </p:nvSpPr>
            <p:spPr>
              <a:xfrm>
                <a:off x="9684907" y="4959801"/>
                <a:ext cx="167728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pc="-20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140</m:t>
                      </m:r>
                      <m:r>
                        <a:rPr lang="en-US" sz="1400" i="1" spc="-20" dirty="0"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sz="1400" b="0" i="1" spc="-2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253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393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6BCF7A-0550-54D2-F75F-41B26A57C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07" y="4959801"/>
                <a:ext cx="167728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4A7A7C-DA14-2C1D-1A43-99089E729D12}"/>
                  </a:ext>
                </a:extLst>
              </p:cNvPr>
              <p:cNvSpPr txBox="1"/>
              <p:nvPr/>
            </p:nvSpPr>
            <p:spPr>
              <a:xfrm>
                <a:off x="9684907" y="5738768"/>
                <a:ext cx="167728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pc="-20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75</m:t>
                      </m:r>
                      <m:r>
                        <a:rPr lang="en-US" sz="1400" i="1" spc="-20" dirty="0"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sz="1400" b="0" i="1" spc="-2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374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449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4A7A7C-DA14-2C1D-1A43-99089E729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07" y="5738768"/>
                <a:ext cx="1677287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9E24F3-5ACE-FDA6-8B85-01EBA177BA09}"/>
                  </a:ext>
                </a:extLst>
              </p:cNvPr>
              <p:cNvSpPr txBox="1"/>
              <p:nvPr/>
            </p:nvSpPr>
            <p:spPr>
              <a:xfrm>
                <a:off x="9684907" y="5158855"/>
                <a:ext cx="167728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pc="-20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118</m:t>
                      </m:r>
                      <m:r>
                        <a:rPr lang="en-US" sz="1400" i="1" spc="-20" dirty="0"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sz="1400" b="0" i="1" spc="-2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329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447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9E24F3-5ACE-FDA6-8B85-01EBA177B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07" y="5158855"/>
                <a:ext cx="1677287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E275BD-6B7B-4585-2BF1-1F49CD28EAF3}"/>
                  </a:ext>
                </a:extLst>
              </p:cNvPr>
              <p:cNvSpPr txBox="1"/>
              <p:nvPr/>
            </p:nvSpPr>
            <p:spPr>
              <a:xfrm>
                <a:off x="9135881" y="2966616"/>
                <a:ext cx="167728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pc="-20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239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sz="1400" b="0" i="1" spc="-2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176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415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E275BD-6B7B-4585-2BF1-1F49CD28E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881" y="2966616"/>
                <a:ext cx="167728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E974C4-E81F-7C5E-269E-ECF15C67186B}"/>
                  </a:ext>
                </a:extLst>
              </p:cNvPr>
              <p:cNvSpPr txBox="1"/>
              <p:nvPr/>
            </p:nvSpPr>
            <p:spPr>
              <a:xfrm>
                <a:off x="9684907" y="4760747"/>
                <a:ext cx="167728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pc="-20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220</m:t>
                      </m:r>
                      <m:r>
                        <a:rPr lang="en-US" sz="1400" i="1" spc="-20" dirty="0"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sz="1400" b="0" i="1" spc="-2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193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413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E974C4-E81F-7C5E-269E-ECF15C671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07" y="4760747"/>
                <a:ext cx="1677287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EB9F4990-151B-6BD5-7879-404262F8EE4E}"/>
              </a:ext>
            </a:extLst>
          </p:cNvPr>
          <p:cNvGrpSpPr/>
          <p:nvPr/>
        </p:nvGrpSpPr>
        <p:grpSpPr>
          <a:xfrm>
            <a:off x="7417778" y="2394026"/>
            <a:ext cx="2225753" cy="2402300"/>
            <a:chOff x="12900944" y="-310886"/>
            <a:chExt cx="2225753" cy="24023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E49441-83C2-48D5-9F8D-7571668681B1}"/>
                </a:ext>
              </a:extLst>
            </p:cNvPr>
            <p:cNvSpPr/>
            <p:nvPr/>
          </p:nvSpPr>
          <p:spPr>
            <a:xfrm>
              <a:off x="12902728" y="-310886"/>
              <a:ext cx="1830901" cy="224540"/>
            </a:xfrm>
            <a:prstGeom prst="rect">
              <a:avLst/>
            </a:prstGeom>
            <a:noFill/>
            <a:ln w="15875">
              <a:solidFill>
                <a:srgbClr val="FFC00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613F7F2-7F45-FF02-AE54-FB8F9E5BAD30}"/>
                </a:ext>
              </a:extLst>
            </p:cNvPr>
            <p:cNvSpPr/>
            <p:nvPr/>
          </p:nvSpPr>
          <p:spPr>
            <a:xfrm>
              <a:off x="12900944" y="1873624"/>
              <a:ext cx="2225753" cy="217790"/>
            </a:xfrm>
            <a:prstGeom prst="rect">
              <a:avLst/>
            </a:prstGeom>
            <a:noFill/>
            <a:ln w="15875">
              <a:solidFill>
                <a:srgbClr val="FFC00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1F7E9C-FE86-5EB0-70A9-826E3CC6A260}"/>
                  </a:ext>
                </a:extLst>
              </p:cNvPr>
              <p:cNvSpPr txBox="1"/>
              <p:nvPr/>
            </p:nvSpPr>
            <p:spPr>
              <a:xfrm>
                <a:off x="9135881" y="2364642"/>
                <a:ext cx="167728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pc="-20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366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sz="1400" b="0" i="1" spc="-2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160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526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1F7E9C-FE86-5EB0-70A9-826E3CC6A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5881" y="2364642"/>
                <a:ext cx="1677287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7E7674B-5571-3AD3-1EBC-92632CA32EDA}"/>
                  </a:ext>
                </a:extLst>
              </p:cNvPr>
              <p:cNvSpPr txBox="1"/>
              <p:nvPr/>
            </p:nvSpPr>
            <p:spPr>
              <a:xfrm>
                <a:off x="9684907" y="4515956"/>
                <a:ext cx="167728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pc="-20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317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sz="1400" b="0" i="1" spc="-2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100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417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7E7674B-5571-3AD3-1EBC-92632CA32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07" y="4515956"/>
                <a:ext cx="1677287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081519A2-8202-1531-AF04-581E219C98D8}"/>
              </a:ext>
            </a:extLst>
          </p:cNvPr>
          <p:cNvGrpSpPr/>
          <p:nvPr/>
        </p:nvGrpSpPr>
        <p:grpSpPr>
          <a:xfrm>
            <a:off x="7417779" y="2168108"/>
            <a:ext cx="1832683" cy="450458"/>
            <a:chOff x="12900946" y="-144280"/>
            <a:chExt cx="1832683" cy="45045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BF1BC5B-6603-28B9-72F8-C8DBF4AF8F2C}"/>
                </a:ext>
              </a:extLst>
            </p:cNvPr>
            <p:cNvSpPr/>
            <p:nvPr/>
          </p:nvSpPr>
          <p:spPr>
            <a:xfrm>
              <a:off x="12902728" y="81638"/>
              <a:ext cx="1830901" cy="224540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C84F79B-D0D1-8C48-6367-11E8D5824CBB}"/>
                </a:ext>
              </a:extLst>
            </p:cNvPr>
            <p:cNvSpPr/>
            <p:nvPr/>
          </p:nvSpPr>
          <p:spPr>
            <a:xfrm>
              <a:off x="12900946" y="-144280"/>
              <a:ext cx="1830902" cy="217790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947A1E-B241-FF88-59E3-4A7ACCC61376}"/>
                  </a:ext>
                </a:extLst>
              </p:cNvPr>
              <p:cNvSpPr txBox="1"/>
              <p:nvPr/>
            </p:nvSpPr>
            <p:spPr>
              <a:xfrm>
                <a:off x="10873581" y="2163595"/>
                <a:ext cx="1318419" cy="24000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pc="-20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418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sz="1400" b="0" i="1" spc="-2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0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418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947A1E-B241-FF88-59E3-4A7ACCC61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3581" y="2163595"/>
                <a:ext cx="1318419" cy="240006"/>
              </a:xfrm>
              <a:prstGeom prst="rect">
                <a:avLst/>
              </a:prstGeom>
              <a:blipFill>
                <a:blip r:embed="rId13"/>
                <a:stretch>
                  <a:fillRect b="-1219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1044733-0A7C-B8FF-29AC-538FA5EB0681}"/>
                  </a:ext>
                </a:extLst>
              </p:cNvPr>
              <p:cNvSpPr txBox="1"/>
              <p:nvPr/>
            </p:nvSpPr>
            <p:spPr>
              <a:xfrm>
                <a:off x="10696802" y="2403601"/>
                <a:ext cx="1493661" cy="23456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pc="-20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455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sz="1400" b="0" i="1" spc="-2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160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615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1044733-0A7C-B8FF-29AC-538FA5EB0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6802" y="2403601"/>
                <a:ext cx="1493661" cy="234560"/>
              </a:xfrm>
              <a:prstGeom prst="rect">
                <a:avLst/>
              </a:prstGeom>
              <a:blipFill>
                <a:blip r:embed="rId14"/>
                <a:stretch>
                  <a:fillRect b="-1219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4B4A925B-260F-F26D-1B63-9AD074F253FC}"/>
              </a:ext>
            </a:extLst>
          </p:cNvPr>
          <p:cNvSpPr/>
          <p:nvPr/>
        </p:nvSpPr>
        <p:spPr>
          <a:xfrm>
            <a:off x="7417779" y="2171328"/>
            <a:ext cx="1830901" cy="224540"/>
          </a:xfrm>
          <a:prstGeom prst="rect">
            <a:avLst/>
          </a:prstGeom>
          <a:noFill/>
          <a:ln w="15875">
            <a:solidFill>
              <a:srgbClr val="D15FC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A8D82B0-C46D-63B9-D7BC-F885C1C52870}"/>
                  </a:ext>
                </a:extLst>
              </p:cNvPr>
              <p:cNvSpPr txBox="1"/>
              <p:nvPr/>
            </p:nvSpPr>
            <p:spPr>
              <a:xfrm>
                <a:off x="9195848" y="2143481"/>
                <a:ext cx="155735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pc="-20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450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sz="1400" b="0" i="1" spc="-2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0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sz="1400" b="0" i="1" spc="-2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450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A8D82B0-C46D-63B9-D7BC-F885C1C52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848" y="2143481"/>
                <a:ext cx="1557354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AutoShape 11">
            <a:extLst>
              <a:ext uri="{FF2B5EF4-FFF2-40B4-BE49-F238E27FC236}">
                <a16:creationId xmlns:a16="http://schemas.microsoft.com/office/drawing/2014/main" id="{DCA1DEE2-49BD-A137-EFE4-20351331492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66882" y="277328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D15FC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1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  <p:bldP spid="25" grpId="0" animBg="1"/>
      <p:bldP spid="10" grpId="0"/>
      <p:bldP spid="10" grpId="1"/>
      <p:bldP spid="11" grpId="0"/>
      <p:bldP spid="12" grpId="0"/>
      <p:bldP spid="13" grpId="0"/>
      <p:bldP spid="13" grpId="1"/>
      <p:bldP spid="15" grpId="0"/>
      <p:bldP spid="15" grpId="1"/>
      <p:bldP spid="30" grpId="0"/>
      <p:bldP spid="31" grpId="0"/>
      <p:bldP spid="31" grpId="1"/>
      <p:bldP spid="36" grpId="0" animBg="1"/>
      <p:bldP spid="36" grpId="1" animBg="1"/>
      <p:bldP spid="37" grpId="0" animBg="1"/>
      <p:bldP spid="38" grpId="0" animBg="1"/>
      <p:bldP spid="38" grpId="1" animBg="1"/>
      <p:bldP spid="39" grpId="0"/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Table 3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6345825"/>
                  </p:ext>
                </p:extLst>
              </p:nvPr>
            </p:nvGraphicFramePr>
            <p:xfrm>
              <a:off x="337575" y="1830800"/>
              <a:ext cx="1188806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4403">
                      <a:extLst>
                        <a:ext uri="{9D8B030D-6E8A-4147-A177-3AD203B41FA5}">
                          <a16:colId xmlns:a16="http://schemas.microsoft.com/office/drawing/2014/main" val="2563387797"/>
                        </a:ext>
                      </a:extLst>
                    </a:gridCol>
                    <a:gridCol w="594403">
                      <a:extLst>
                        <a:ext uri="{9D8B030D-6E8A-4147-A177-3AD203B41FA5}">
                          <a16:colId xmlns:a16="http://schemas.microsoft.com/office/drawing/2014/main" val="4241117683"/>
                        </a:ext>
                      </a:extLst>
                    </a:gridCol>
                  </a:tblGrid>
                  <a:tr h="218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8553466"/>
                      </a:ext>
                    </a:extLst>
                  </a:tr>
                  <a:tr h="218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7211879"/>
                      </a:ext>
                    </a:extLst>
                  </a:tr>
                  <a:tr h="218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2521265"/>
                      </a:ext>
                    </a:extLst>
                  </a:tr>
                  <a:tr h="218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868144"/>
                      </a:ext>
                    </a:extLst>
                  </a:tr>
                  <a:tr h="218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0219135"/>
                      </a:ext>
                    </a:extLst>
                  </a:tr>
                  <a:tr h="218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573346"/>
                      </a:ext>
                    </a:extLst>
                  </a:tr>
                  <a:tr h="218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3073214"/>
                      </a:ext>
                    </a:extLst>
                  </a:tr>
                  <a:tr h="218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6515254"/>
                      </a:ext>
                    </a:extLst>
                  </a:tr>
                  <a:tr h="218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92860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Table 3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6345825"/>
                  </p:ext>
                </p:extLst>
              </p:nvPr>
            </p:nvGraphicFramePr>
            <p:xfrm>
              <a:off x="337575" y="1830800"/>
              <a:ext cx="1188806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4403">
                      <a:extLst>
                        <a:ext uri="{9D8B030D-6E8A-4147-A177-3AD203B41FA5}">
                          <a16:colId xmlns:a16="http://schemas.microsoft.com/office/drawing/2014/main" val="2563387797"/>
                        </a:ext>
                      </a:extLst>
                    </a:gridCol>
                    <a:gridCol w="594403">
                      <a:extLst>
                        <a:ext uri="{9D8B030D-6E8A-4147-A177-3AD203B41FA5}">
                          <a16:colId xmlns:a16="http://schemas.microsoft.com/office/drawing/2014/main" val="4241117683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/>
                            <a:t>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1020" t="-2222" r="-4082" b="-8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5534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721187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252126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86814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021913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57334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307321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65152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92860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itle 12">
            <a:extLst>
              <a:ext uri="{FF2B5EF4-FFF2-40B4-BE49-F238E27FC236}">
                <a16:creationId xmlns:a16="http://schemas.microsoft.com/office/drawing/2014/main" id="{5DCC91F9-B2BA-34EA-9BDA-771289AB0DC3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 dirty="0">
                <a:latin typeface="+mj-lt"/>
              </a:rPr>
              <a:t>Quick Example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18E6E21-CD64-54F9-9E30-D77D9F977DD2}"/>
                  </a:ext>
                </a:extLst>
              </p:cNvPr>
              <p:cNvSpPr/>
              <p:nvPr/>
            </p:nvSpPr>
            <p:spPr>
              <a:xfrm>
                <a:off x="8609736" y="1375937"/>
                <a:ext cx="455930" cy="45720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18E6E21-CD64-54F9-9E30-D77D9F977D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9736" y="1375937"/>
                <a:ext cx="455930" cy="4572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1642E6-B184-D013-6736-F1FF79BAAD51}"/>
              </a:ext>
            </a:extLst>
          </p:cNvPr>
          <p:cNvCxnSpPr>
            <a:cxnSpLocks/>
            <a:stCxn id="7" idx="3"/>
            <a:endCxn id="10" idx="7"/>
          </p:cNvCxnSpPr>
          <p:nvPr/>
        </p:nvCxnSpPr>
        <p:spPr>
          <a:xfrm flipH="1">
            <a:off x="7808404" y="1766182"/>
            <a:ext cx="868101" cy="730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FDB9BEF-3638-0C54-656A-D209A5766417}"/>
              </a:ext>
            </a:extLst>
          </p:cNvPr>
          <p:cNvSpPr/>
          <p:nvPr/>
        </p:nvSpPr>
        <p:spPr>
          <a:xfrm>
            <a:off x="7419243" y="2429329"/>
            <a:ext cx="455930" cy="457200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49E9F1-3BFF-C820-ED5B-905BA85FD69C}"/>
              </a:ext>
            </a:extLst>
          </p:cNvPr>
          <p:cNvSpPr/>
          <p:nvPr/>
        </p:nvSpPr>
        <p:spPr>
          <a:xfrm>
            <a:off x="8609736" y="2429329"/>
            <a:ext cx="455930" cy="457200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85EA54-3A73-8E73-9AF8-45F545C61DDB}"/>
              </a:ext>
            </a:extLst>
          </p:cNvPr>
          <p:cNvSpPr/>
          <p:nvPr/>
        </p:nvSpPr>
        <p:spPr>
          <a:xfrm>
            <a:off x="9800229" y="2429329"/>
            <a:ext cx="455930" cy="457200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6">
                <a:extLst>
                  <a:ext uri="{FF2B5EF4-FFF2-40B4-BE49-F238E27FC236}">
                    <a16:creationId xmlns:a16="http://schemas.microsoft.com/office/drawing/2014/main" id="{24263543-487B-DD7C-8F0C-383E23BD2A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114" y="6337408"/>
                <a:ext cx="4325805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en-US" dirty="0"/>
                  <a:t>For A* choose minimal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en-US" b="0" i="1" dirty="0" smtClean="0">
                        <a:solidFill>
                          <a:srgbClr val="1306BA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en-US" i="1" dirty="0" smtClean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dirty="0" smtClean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4" name="Text Box 6">
                <a:extLst>
                  <a:ext uri="{FF2B5EF4-FFF2-40B4-BE49-F238E27FC236}">
                    <a16:creationId xmlns:a16="http://schemas.microsoft.com/office/drawing/2014/main" id="{24263543-487B-DD7C-8F0C-383E23BD2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114" y="6337408"/>
                <a:ext cx="4325805" cy="369332"/>
              </a:xfrm>
              <a:prstGeom prst="rect">
                <a:avLst/>
              </a:prstGeom>
              <a:blipFill>
                <a:blip r:embed="rId4"/>
                <a:stretch>
                  <a:fillRect l="-1127" t="-10000" b="-2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0D34AB-2C07-7DF3-D812-00C123166568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8837701" y="1833137"/>
            <a:ext cx="0" cy="596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BEBBAF-9FA2-B531-3B16-68A2089EC584}"/>
              </a:ext>
            </a:extLst>
          </p:cNvPr>
          <p:cNvCxnSpPr>
            <a:cxnSpLocks/>
            <a:stCxn id="7" idx="5"/>
            <a:endCxn id="12" idx="1"/>
          </p:cNvCxnSpPr>
          <p:nvPr/>
        </p:nvCxnSpPr>
        <p:spPr>
          <a:xfrm>
            <a:off x="8998897" y="1766182"/>
            <a:ext cx="868101" cy="730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61F2EF-3A5B-8C83-4F20-00AF280D23E3}"/>
                  </a:ext>
                </a:extLst>
              </p:cNvPr>
              <p:cNvSpPr txBox="1"/>
              <p:nvPr/>
            </p:nvSpPr>
            <p:spPr>
              <a:xfrm>
                <a:off x="7122671" y="2886529"/>
                <a:ext cx="9241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400" b="0" i="1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14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61F2EF-3A5B-8C83-4F20-00AF280D2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671" y="2886529"/>
                <a:ext cx="92414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05653C-B60D-E8CC-DD68-26D7D92F5C65}"/>
                  </a:ext>
                </a:extLst>
              </p:cNvPr>
              <p:cNvSpPr txBox="1"/>
              <p:nvPr/>
            </p:nvSpPr>
            <p:spPr>
              <a:xfrm>
                <a:off x="8310445" y="2908692"/>
                <a:ext cx="92414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400" b="0" i="1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14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05653C-B60D-E8CC-DD68-26D7D92F5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445" y="2908692"/>
                <a:ext cx="92414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DB85302-0BEA-5E8E-E489-0F603EE7C873}"/>
                  </a:ext>
                </a:extLst>
              </p:cNvPr>
              <p:cNvSpPr txBox="1"/>
              <p:nvPr/>
            </p:nvSpPr>
            <p:spPr>
              <a:xfrm>
                <a:off x="9523485" y="2908692"/>
                <a:ext cx="114213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400" b="0" i="1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14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DB85302-0BEA-5E8E-E489-0F603EE7C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485" y="2908692"/>
                <a:ext cx="114213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Oval 41">
            <a:extLst>
              <a:ext uri="{FF2B5EF4-FFF2-40B4-BE49-F238E27FC236}">
                <a16:creationId xmlns:a16="http://schemas.microsoft.com/office/drawing/2014/main" id="{81C6AA26-FE25-4037-FC06-A3DF2C345D8E}"/>
              </a:ext>
            </a:extLst>
          </p:cNvPr>
          <p:cNvSpPr/>
          <p:nvPr/>
        </p:nvSpPr>
        <p:spPr>
          <a:xfrm>
            <a:off x="7419243" y="3482721"/>
            <a:ext cx="455930" cy="457200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9A135EA-317E-4154-3CB7-67BB656C38BF}"/>
                  </a:ext>
                </a:extLst>
              </p:cNvPr>
              <p:cNvSpPr txBox="1"/>
              <p:nvPr/>
            </p:nvSpPr>
            <p:spPr>
              <a:xfrm>
                <a:off x="7076141" y="3938036"/>
                <a:ext cx="114213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400" b="0" i="1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14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9A135EA-317E-4154-3CB7-67BB656C3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141" y="3938036"/>
                <a:ext cx="114213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97FB85B-BEDB-A443-3178-6E1B78C0C97B}"/>
              </a:ext>
            </a:extLst>
          </p:cNvPr>
          <p:cNvCxnSpPr>
            <a:cxnSpLocks/>
            <a:stCxn id="10" idx="4"/>
            <a:endCxn id="42" idx="0"/>
          </p:cNvCxnSpPr>
          <p:nvPr/>
        </p:nvCxnSpPr>
        <p:spPr>
          <a:xfrm>
            <a:off x="7647208" y="2886529"/>
            <a:ext cx="0" cy="596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2F60CBDE-068D-A3E2-6007-82FDFB782F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779" y="1359354"/>
            <a:ext cx="2688590" cy="3054350"/>
          </a:xfrm>
          <a:prstGeom prst="rect">
            <a:avLst/>
          </a:prstGeom>
          <a:noFill/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19F18B8C-3F5B-CCE2-5DD6-F024848FF81C}"/>
              </a:ext>
            </a:extLst>
          </p:cNvPr>
          <p:cNvSpPr/>
          <p:nvPr/>
        </p:nvSpPr>
        <p:spPr>
          <a:xfrm>
            <a:off x="8609736" y="3482721"/>
            <a:ext cx="455930" cy="457200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E5EA907-593A-266D-E7C6-5E3273B6FC3A}"/>
              </a:ext>
            </a:extLst>
          </p:cNvPr>
          <p:cNvSpPr/>
          <p:nvPr/>
        </p:nvSpPr>
        <p:spPr>
          <a:xfrm>
            <a:off x="9800229" y="3482721"/>
            <a:ext cx="455930" cy="457200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3831940-D9A9-E4F4-C90C-B00342FE6862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8837701" y="2886529"/>
            <a:ext cx="0" cy="596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59503E7-3D3F-866C-1327-C87F0E3BB5B2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8998897" y="2819574"/>
            <a:ext cx="868101" cy="730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41E1D3B-09FC-8FAF-0DD0-F2A814DC3207}"/>
                  </a:ext>
                </a:extLst>
              </p:cNvPr>
              <p:cNvSpPr txBox="1"/>
              <p:nvPr/>
            </p:nvSpPr>
            <p:spPr>
              <a:xfrm>
                <a:off x="8310445" y="3962084"/>
                <a:ext cx="105451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400" b="0" i="1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14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41E1D3B-09FC-8FAF-0DD0-F2A814DC3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445" y="3962084"/>
                <a:ext cx="1054511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E8FE111-4CB6-020E-E64B-9FD972665A10}"/>
                  </a:ext>
                </a:extLst>
              </p:cNvPr>
              <p:cNvSpPr txBox="1"/>
              <p:nvPr/>
            </p:nvSpPr>
            <p:spPr>
              <a:xfrm>
                <a:off x="9523485" y="3962084"/>
                <a:ext cx="114213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400" b="0" i="1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14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E8FE111-4CB6-020E-E64B-9FD972665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485" y="3962084"/>
                <a:ext cx="1142134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Oval 64">
            <a:extLst>
              <a:ext uri="{FF2B5EF4-FFF2-40B4-BE49-F238E27FC236}">
                <a16:creationId xmlns:a16="http://schemas.microsoft.com/office/drawing/2014/main" id="{864D1048-4CCC-CC42-E71D-320C5ED0F8CC}"/>
              </a:ext>
            </a:extLst>
          </p:cNvPr>
          <p:cNvSpPr/>
          <p:nvPr/>
        </p:nvSpPr>
        <p:spPr>
          <a:xfrm>
            <a:off x="9800229" y="4536113"/>
            <a:ext cx="455930" cy="457200"/>
          </a:xfrm>
          <a:prstGeom prst="ellipse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EBCCCB5-8AFF-F1A7-A281-ACA3734B357B}"/>
              </a:ext>
            </a:extLst>
          </p:cNvPr>
          <p:cNvCxnSpPr>
            <a:cxnSpLocks/>
            <a:stCxn id="59" idx="4"/>
            <a:endCxn id="65" idx="0"/>
          </p:cNvCxnSpPr>
          <p:nvPr/>
        </p:nvCxnSpPr>
        <p:spPr>
          <a:xfrm>
            <a:off x="10028194" y="3939921"/>
            <a:ext cx="0" cy="596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61DC1C4-825F-730C-8646-5FFF70422E20}"/>
                  </a:ext>
                </a:extLst>
              </p:cNvPr>
              <p:cNvSpPr txBox="1"/>
              <p:nvPr/>
            </p:nvSpPr>
            <p:spPr>
              <a:xfrm>
                <a:off x="9523485" y="5015476"/>
                <a:ext cx="105451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400" b="0" i="1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14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61DC1C4-825F-730C-8646-5FFF70422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485" y="5015476"/>
                <a:ext cx="1054511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8" name="Graphic 77" descr="Checkmark with solid fill">
            <a:extLst>
              <a:ext uri="{FF2B5EF4-FFF2-40B4-BE49-F238E27FC236}">
                <a16:creationId xmlns:a16="http://schemas.microsoft.com/office/drawing/2014/main" id="{78457F02-982F-FA30-B710-017B1D97DE0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69546" y="4259086"/>
            <a:ext cx="505627" cy="505627"/>
          </a:xfrm>
          <a:prstGeom prst="rect">
            <a:avLst/>
          </a:prstGeom>
        </p:spPr>
      </p:pic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8647306D-F697-BEDB-E0B6-744A5F3C75E9}"/>
              </a:ext>
            </a:extLst>
          </p:cNvPr>
          <p:cNvSpPr/>
          <p:nvPr/>
        </p:nvSpPr>
        <p:spPr>
          <a:xfrm>
            <a:off x="6807033" y="1247502"/>
            <a:ext cx="2572005" cy="3585830"/>
          </a:xfrm>
          <a:custGeom>
            <a:avLst/>
            <a:gdLst>
              <a:gd name="connsiteX0" fmla="*/ 1720850 w 2572005"/>
              <a:gd name="connsiteY0" fmla="*/ 4430 h 3585830"/>
              <a:gd name="connsiteX1" fmla="*/ 1498600 w 2572005"/>
              <a:gd name="connsiteY1" fmla="*/ 29830 h 3585830"/>
              <a:gd name="connsiteX2" fmla="*/ 1397000 w 2572005"/>
              <a:gd name="connsiteY2" fmla="*/ 48880 h 3585830"/>
              <a:gd name="connsiteX3" fmla="*/ 1270000 w 2572005"/>
              <a:gd name="connsiteY3" fmla="*/ 67930 h 3585830"/>
              <a:gd name="connsiteX4" fmla="*/ 996950 w 2572005"/>
              <a:gd name="connsiteY4" fmla="*/ 150480 h 3585830"/>
              <a:gd name="connsiteX5" fmla="*/ 889000 w 2572005"/>
              <a:gd name="connsiteY5" fmla="*/ 194930 h 3585830"/>
              <a:gd name="connsiteX6" fmla="*/ 819150 w 2572005"/>
              <a:gd name="connsiteY6" fmla="*/ 245730 h 3585830"/>
              <a:gd name="connsiteX7" fmla="*/ 660400 w 2572005"/>
              <a:gd name="connsiteY7" fmla="*/ 379080 h 3585830"/>
              <a:gd name="connsiteX8" fmla="*/ 527050 w 2572005"/>
              <a:gd name="connsiteY8" fmla="*/ 537830 h 3585830"/>
              <a:gd name="connsiteX9" fmla="*/ 463550 w 2572005"/>
              <a:gd name="connsiteY9" fmla="*/ 614030 h 3585830"/>
              <a:gd name="connsiteX10" fmla="*/ 412750 w 2572005"/>
              <a:gd name="connsiteY10" fmla="*/ 702930 h 3585830"/>
              <a:gd name="connsiteX11" fmla="*/ 361950 w 2572005"/>
              <a:gd name="connsiteY11" fmla="*/ 810880 h 3585830"/>
              <a:gd name="connsiteX12" fmla="*/ 292100 w 2572005"/>
              <a:gd name="connsiteY12" fmla="*/ 1020430 h 3585830"/>
              <a:gd name="connsiteX13" fmla="*/ 215900 w 2572005"/>
              <a:gd name="connsiteY13" fmla="*/ 1293480 h 3585830"/>
              <a:gd name="connsiteX14" fmla="*/ 165100 w 2572005"/>
              <a:gd name="connsiteY14" fmla="*/ 1591930 h 3585830"/>
              <a:gd name="connsiteX15" fmla="*/ 25400 w 2572005"/>
              <a:gd name="connsiteY15" fmla="*/ 2226930 h 3585830"/>
              <a:gd name="connsiteX16" fmla="*/ 12700 w 2572005"/>
              <a:gd name="connsiteY16" fmla="*/ 2366630 h 3585830"/>
              <a:gd name="connsiteX17" fmla="*/ 0 w 2572005"/>
              <a:gd name="connsiteY17" fmla="*/ 2639680 h 3585830"/>
              <a:gd name="connsiteX18" fmla="*/ 38100 w 2572005"/>
              <a:gd name="connsiteY18" fmla="*/ 3052430 h 3585830"/>
              <a:gd name="connsiteX19" fmla="*/ 95250 w 2572005"/>
              <a:gd name="connsiteY19" fmla="*/ 3147680 h 3585830"/>
              <a:gd name="connsiteX20" fmla="*/ 158750 w 2572005"/>
              <a:gd name="connsiteY20" fmla="*/ 3230230 h 3585830"/>
              <a:gd name="connsiteX21" fmla="*/ 222250 w 2572005"/>
              <a:gd name="connsiteY21" fmla="*/ 3274680 h 3585830"/>
              <a:gd name="connsiteX22" fmla="*/ 273050 w 2572005"/>
              <a:gd name="connsiteY22" fmla="*/ 3319130 h 3585830"/>
              <a:gd name="connsiteX23" fmla="*/ 444500 w 2572005"/>
              <a:gd name="connsiteY23" fmla="*/ 3427080 h 3585830"/>
              <a:gd name="connsiteX24" fmla="*/ 749300 w 2572005"/>
              <a:gd name="connsiteY24" fmla="*/ 3566780 h 3585830"/>
              <a:gd name="connsiteX25" fmla="*/ 838200 w 2572005"/>
              <a:gd name="connsiteY25" fmla="*/ 3585830 h 3585830"/>
              <a:gd name="connsiteX26" fmla="*/ 1085850 w 2572005"/>
              <a:gd name="connsiteY26" fmla="*/ 3579480 h 3585830"/>
              <a:gd name="connsiteX27" fmla="*/ 1149350 w 2572005"/>
              <a:gd name="connsiteY27" fmla="*/ 3573130 h 3585830"/>
              <a:gd name="connsiteX28" fmla="*/ 1231900 w 2572005"/>
              <a:gd name="connsiteY28" fmla="*/ 3515980 h 3585830"/>
              <a:gd name="connsiteX29" fmla="*/ 1352550 w 2572005"/>
              <a:gd name="connsiteY29" fmla="*/ 3408030 h 3585830"/>
              <a:gd name="connsiteX30" fmla="*/ 1384300 w 2572005"/>
              <a:gd name="connsiteY30" fmla="*/ 3350880 h 3585830"/>
              <a:gd name="connsiteX31" fmla="*/ 1403350 w 2572005"/>
              <a:gd name="connsiteY31" fmla="*/ 3281030 h 3585830"/>
              <a:gd name="connsiteX32" fmla="*/ 1422400 w 2572005"/>
              <a:gd name="connsiteY32" fmla="*/ 3223880 h 3585830"/>
              <a:gd name="connsiteX33" fmla="*/ 1428750 w 2572005"/>
              <a:gd name="connsiteY33" fmla="*/ 3166730 h 3585830"/>
              <a:gd name="connsiteX34" fmla="*/ 1435100 w 2572005"/>
              <a:gd name="connsiteY34" fmla="*/ 3122280 h 3585830"/>
              <a:gd name="connsiteX35" fmla="*/ 1441450 w 2572005"/>
              <a:gd name="connsiteY35" fmla="*/ 3065130 h 3585830"/>
              <a:gd name="connsiteX36" fmla="*/ 1447800 w 2572005"/>
              <a:gd name="connsiteY36" fmla="*/ 3014330 h 3585830"/>
              <a:gd name="connsiteX37" fmla="*/ 1460500 w 2572005"/>
              <a:gd name="connsiteY37" fmla="*/ 2779380 h 3585830"/>
              <a:gd name="connsiteX38" fmla="*/ 1473200 w 2572005"/>
              <a:gd name="connsiteY38" fmla="*/ 2525380 h 3585830"/>
              <a:gd name="connsiteX39" fmla="*/ 1485900 w 2572005"/>
              <a:gd name="connsiteY39" fmla="*/ 2398380 h 3585830"/>
              <a:gd name="connsiteX40" fmla="*/ 1498600 w 2572005"/>
              <a:gd name="connsiteY40" fmla="*/ 1534780 h 3585830"/>
              <a:gd name="connsiteX41" fmla="*/ 1504950 w 2572005"/>
              <a:gd name="connsiteY41" fmla="*/ 1477630 h 3585830"/>
              <a:gd name="connsiteX42" fmla="*/ 1549400 w 2572005"/>
              <a:gd name="connsiteY42" fmla="*/ 1306180 h 3585830"/>
              <a:gd name="connsiteX43" fmla="*/ 1574800 w 2572005"/>
              <a:gd name="connsiteY43" fmla="*/ 1242680 h 3585830"/>
              <a:gd name="connsiteX44" fmla="*/ 1619250 w 2572005"/>
              <a:gd name="connsiteY44" fmla="*/ 1179180 h 3585830"/>
              <a:gd name="connsiteX45" fmla="*/ 1733550 w 2572005"/>
              <a:gd name="connsiteY45" fmla="*/ 1039480 h 3585830"/>
              <a:gd name="connsiteX46" fmla="*/ 1898650 w 2572005"/>
              <a:gd name="connsiteY46" fmla="*/ 937880 h 3585830"/>
              <a:gd name="connsiteX47" fmla="*/ 2012950 w 2572005"/>
              <a:gd name="connsiteY47" fmla="*/ 861680 h 3585830"/>
              <a:gd name="connsiteX48" fmla="*/ 2279650 w 2572005"/>
              <a:gd name="connsiteY48" fmla="*/ 696580 h 3585830"/>
              <a:gd name="connsiteX49" fmla="*/ 2374900 w 2572005"/>
              <a:gd name="connsiteY49" fmla="*/ 614030 h 3585830"/>
              <a:gd name="connsiteX50" fmla="*/ 2508250 w 2572005"/>
              <a:gd name="connsiteY50" fmla="*/ 448930 h 3585830"/>
              <a:gd name="connsiteX51" fmla="*/ 2546350 w 2572005"/>
              <a:gd name="connsiteY51" fmla="*/ 385430 h 3585830"/>
              <a:gd name="connsiteX52" fmla="*/ 2571750 w 2572005"/>
              <a:gd name="connsiteY52" fmla="*/ 264780 h 3585830"/>
              <a:gd name="connsiteX53" fmla="*/ 2533650 w 2572005"/>
              <a:gd name="connsiteY53" fmla="*/ 156830 h 3585830"/>
              <a:gd name="connsiteX54" fmla="*/ 2470150 w 2572005"/>
              <a:gd name="connsiteY54" fmla="*/ 125080 h 3585830"/>
              <a:gd name="connsiteX55" fmla="*/ 2368550 w 2572005"/>
              <a:gd name="connsiteY55" fmla="*/ 112380 h 3585830"/>
              <a:gd name="connsiteX56" fmla="*/ 2216150 w 2572005"/>
              <a:gd name="connsiteY56" fmla="*/ 80630 h 3585830"/>
              <a:gd name="connsiteX57" fmla="*/ 2114550 w 2572005"/>
              <a:gd name="connsiteY57" fmla="*/ 61580 h 3585830"/>
              <a:gd name="connsiteX58" fmla="*/ 1962150 w 2572005"/>
              <a:gd name="connsiteY58" fmla="*/ 36180 h 3585830"/>
              <a:gd name="connsiteX59" fmla="*/ 1885950 w 2572005"/>
              <a:gd name="connsiteY59" fmla="*/ 17130 h 3585830"/>
              <a:gd name="connsiteX60" fmla="*/ 1828800 w 2572005"/>
              <a:gd name="connsiteY60" fmla="*/ 10780 h 3585830"/>
              <a:gd name="connsiteX61" fmla="*/ 1778000 w 2572005"/>
              <a:gd name="connsiteY61" fmla="*/ 4430 h 3585830"/>
              <a:gd name="connsiteX62" fmla="*/ 1720850 w 2572005"/>
              <a:gd name="connsiteY62" fmla="*/ 4430 h 3585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2572005" h="3585830">
                <a:moveTo>
                  <a:pt x="1720850" y="4430"/>
                </a:moveTo>
                <a:cubicBezTo>
                  <a:pt x="1674283" y="8663"/>
                  <a:pt x="1553462" y="21258"/>
                  <a:pt x="1498600" y="29830"/>
                </a:cubicBezTo>
                <a:cubicBezTo>
                  <a:pt x="1464556" y="35149"/>
                  <a:pt x="1430988" y="43215"/>
                  <a:pt x="1397000" y="48880"/>
                </a:cubicBezTo>
                <a:cubicBezTo>
                  <a:pt x="1354776" y="55917"/>
                  <a:pt x="1311899" y="59160"/>
                  <a:pt x="1270000" y="67930"/>
                </a:cubicBezTo>
                <a:cubicBezTo>
                  <a:pt x="1171185" y="88612"/>
                  <a:pt x="1090642" y="115029"/>
                  <a:pt x="996950" y="150480"/>
                </a:cubicBezTo>
                <a:cubicBezTo>
                  <a:pt x="960554" y="164252"/>
                  <a:pt x="923302" y="176554"/>
                  <a:pt x="889000" y="194930"/>
                </a:cubicBezTo>
                <a:cubicBezTo>
                  <a:pt x="863622" y="208525"/>
                  <a:pt x="841570" y="227669"/>
                  <a:pt x="819150" y="245730"/>
                </a:cubicBezTo>
                <a:cubicBezTo>
                  <a:pt x="765332" y="289084"/>
                  <a:pt x="709267" y="330213"/>
                  <a:pt x="660400" y="379080"/>
                </a:cubicBezTo>
                <a:cubicBezTo>
                  <a:pt x="550906" y="488574"/>
                  <a:pt x="638480" y="394563"/>
                  <a:pt x="527050" y="537830"/>
                </a:cubicBezTo>
                <a:cubicBezTo>
                  <a:pt x="506751" y="563929"/>
                  <a:pt x="482370" y="586846"/>
                  <a:pt x="463550" y="614030"/>
                </a:cubicBezTo>
                <a:cubicBezTo>
                  <a:pt x="444123" y="642092"/>
                  <a:pt x="428404" y="672601"/>
                  <a:pt x="412750" y="702930"/>
                </a:cubicBezTo>
                <a:cubicBezTo>
                  <a:pt x="394510" y="738269"/>
                  <a:pt x="377330" y="774206"/>
                  <a:pt x="361950" y="810880"/>
                </a:cubicBezTo>
                <a:cubicBezTo>
                  <a:pt x="343322" y="855300"/>
                  <a:pt x="303076" y="982623"/>
                  <a:pt x="292100" y="1020430"/>
                </a:cubicBezTo>
                <a:cubicBezTo>
                  <a:pt x="265754" y="1111177"/>
                  <a:pt x="228667" y="1199852"/>
                  <a:pt x="215900" y="1293480"/>
                </a:cubicBezTo>
                <a:cubicBezTo>
                  <a:pt x="199813" y="1411448"/>
                  <a:pt x="194292" y="1473445"/>
                  <a:pt x="165100" y="1591930"/>
                </a:cubicBezTo>
                <a:cubicBezTo>
                  <a:pt x="101314" y="1850826"/>
                  <a:pt x="50869" y="1946767"/>
                  <a:pt x="25400" y="2226930"/>
                </a:cubicBezTo>
                <a:cubicBezTo>
                  <a:pt x="21167" y="2273497"/>
                  <a:pt x="16031" y="2319990"/>
                  <a:pt x="12700" y="2366630"/>
                </a:cubicBezTo>
                <a:cubicBezTo>
                  <a:pt x="9772" y="2407619"/>
                  <a:pt x="1459" y="2606118"/>
                  <a:pt x="0" y="2639680"/>
                </a:cubicBezTo>
                <a:cubicBezTo>
                  <a:pt x="7894" y="2844934"/>
                  <a:pt x="-18148" y="2904780"/>
                  <a:pt x="38100" y="3052430"/>
                </a:cubicBezTo>
                <a:cubicBezTo>
                  <a:pt x="53118" y="3091853"/>
                  <a:pt x="70313" y="3114430"/>
                  <a:pt x="95250" y="3147680"/>
                </a:cubicBezTo>
                <a:cubicBezTo>
                  <a:pt x="116080" y="3175453"/>
                  <a:pt x="130310" y="3210322"/>
                  <a:pt x="158750" y="3230230"/>
                </a:cubicBezTo>
                <a:cubicBezTo>
                  <a:pt x="179917" y="3245047"/>
                  <a:pt x="201855" y="3258817"/>
                  <a:pt x="222250" y="3274680"/>
                </a:cubicBezTo>
                <a:cubicBezTo>
                  <a:pt x="240011" y="3288494"/>
                  <a:pt x="255480" y="3305074"/>
                  <a:pt x="273050" y="3319130"/>
                </a:cubicBezTo>
                <a:cubicBezTo>
                  <a:pt x="315962" y="3353460"/>
                  <a:pt x="414979" y="3412320"/>
                  <a:pt x="444500" y="3427080"/>
                </a:cubicBezTo>
                <a:cubicBezTo>
                  <a:pt x="502001" y="3455831"/>
                  <a:pt x="691941" y="3554489"/>
                  <a:pt x="749300" y="3566780"/>
                </a:cubicBezTo>
                <a:lnTo>
                  <a:pt x="838200" y="3585830"/>
                </a:lnTo>
                <a:lnTo>
                  <a:pt x="1085850" y="3579480"/>
                </a:lnTo>
                <a:cubicBezTo>
                  <a:pt x="1107105" y="3578612"/>
                  <a:pt x="1129842" y="3581612"/>
                  <a:pt x="1149350" y="3573130"/>
                </a:cubicBezTo>
                <a:cubicBezTo>
                  <a:pt x="1180042" y="3559786"/>
                  <a:pt x="1204482" y="3535172"/>
                  <a:pt x="1231900" y="3515980"/>
                </a:cubicBezTo>
                <a:cubicBezTo>
                  <a:pt x="1276017" y="3485098"/>
                  <a:pt x="1322107" y="3453694"/>
                  <a:pt x="1352550" y="3408030"/>
                </a:cubicBezTo>
                <a:cubicBezTo>
                  <a:pt x="1364638" y="3389898"/>
                  <a:pt x="1373717" y="3369930"/>
                  <a:pt x="1384300" y="3350880"/>
                </a:cubicBezTo>
                <a:cubicBezTo>
                  <a:pt x="1390650" y="3327597"/>
                  <a:pt x="1396415" y="3304146"/>
                  <a:pt x="1403350" y="3281030"/>
                </a:cubicBezTo>
                <a:cubicBezTo>
                  <a:pt x="1409120" y="3261796"/>
                  <a:pt x="1418044" y="3243482"/>
                  <a:pt x="1422400" y="3223880"/>
                </a:cubicBezTo>
                <a:cubicBezTo>
                  <a:pt x="1426558" y="3205169"/>
                  <a:pt x="1426373" y="3185749"/>
                  <a:pt x="1428750" y="3166730"/>
                </a:cubicBezTo>
                <a:cubicBezTo>
                  <a:pt x="1430606" y="3151878"/>
                  <a:pt x="1433244" y="3137132"/>
                  <a:pt x="1435100" y="3122280"/>
                </a:cubicBezTo>
                <a:cubicBezTo>
                  <a:pt x="1437477" y="3103261"/>
                  <a:pt x="1439210" y="3084166"/>
                  <a:pt x="1441450" y="3065130"/>
                </a:cubicBezTo>
                <a:cubicBezTo>
                  <a:pt x="1443444" y="3048182"/>
                  <a:pt x="1445683" y="3031263"/>
                  <a:pt x="1447800" y="3014330"/>
                </a:cubicBezTo>
                <a:cubicBezTo>
                  <a:pt x="1452033" y="2936013"/>
                  <a:pt x="1456431" y="2857705"/>
                  <a:pt x="1460500" y="2779380"/>
                </a:cubicBezTo>
                <a:cubicBezTo>
                  <a:pt x="1464898" y="2694722"/>
                  <a:pt x="1464765" y="2609732"/>
                  <a:pt x="1473200" y="2525380"/>
                </a:cubicBezTo>
                <a:lnTo>
                  <a:pt x="1485900" y="2398380"/>
                </a:lnTo>
                <a:cubicBezTo>
                  <a:pt x="1505421" y="1988447"/>
                  <a:pt x="1483154" y="2492412"/>
                  <a:pt x="1498600" y="1534780"/>
                </a:cubicBezTo>
                <a:cubicBezTo>
                  <a:pt x="1498909" y="1515615"/>
                  <a:pt x="1501460" y="1496477"/>
                  <a:pt x="1504950" y="1477630"/>
                </a:cubicBezTo>
                <a:cubicBezTo>
                  <a:pt x="1518244" y="1405844"/>
                  <a:pt x="1526478" y="1368398"/>
                  <a:pt x="1549400" y="1306180"/>
                </a:cubicBezTo>
                <a:cubicBezTo>
                  <a:pt x="1557281" y="1284788"/>
                  <a:pt x="1563814" y="1262655"/>
                  <a:pt x="1574800" y="1242680"/>
                </a:cubicBezTo>
                <a:cubicBezTo>
                  <a:pt x="1587251" y="1220041"/>
                  <a:pt x="1603343" y="1199540"/>
                  <a:pt x="1619250" y="1179180"/>
                </a:cubicBezTo>
                <a:cubicBezTo>
                  <a:pt x="1656291" y="1131767"/>
                  <a:pt x="1684081" y="1073728"/>
                  <a:pt x="1733550" y="1039480"/>
                </a:cubicBezTo>
                <a:cubicBezTo>
                  <a:pt x="1954255" y="886684"/>
                  <a:pt x="1681617" y="1070900"/>
                  <a:pt x="1898650" y="937880"/>
                </a:cubicBezTo>
                <a:cubicBezTo>
                  <a:pt x="1937691" y="913952"/>
                  <a:pt x="1974265" y="886180"/>
                  <a:pt x="2012950" y="861680"/>
                </a:cubicBezTo>
                <a:cubicBezTo>
                  <a:pt x="2101281" y="805737"/>
                  <a:pt x="2200638" y="765057"/>
                  <a:pt x="2279650" y="696580"/>
                </a:cubicBezTo>
                <a:cubicBezTo>
                  <a:pt x="2311400" y="669063"/>
                  <a:pt x="2345191" y="643739"/>
                  <a:pt x="2374900" y="614030"/>
                </a:cubicBezTo>
                <a:cubicBezTo>
                  <a:pt x="2408872" y="580058"/>
                  <a:pt x="2478843" y="492060"/>
                  <a:pt x="2508250" y="448930"/>
                </a:cubicBezTo>
                <a:cubicBezTo>
                  <a:pt x="2522156" y="428535"/>
                  <a:pt x="2533650" y="406597"/>
                  <a:pt x="2546350" y="385430"/>
                </a:cubicBezTo>
                <a:cubicBezTo>
                  <a:pt x="2552635" y="362386"/>
                  <a:pt x="2574608" y="294789"/>
                  <a:pt x="2571750" y="264780"/>
                </a:cubicBezTo>
                <a:cubicBezTo>
                  <a:pt x="2570072" y="247158"/>
                  <a:pt x="2562242" y="176624"/>
                  <a:pt x="2533650" y="156830"/>
                </a:cubicBezTo>
                <a:cubicBezTo>
                  <a:pt x="2514193" y="143360"/>
                  <a:pt x="2493001" y="131232"/>
                  <a:pt x="2470150" y="125080"/>
                </a:cubicBezTo>
                <a:cubicBezTo>
                  <a:pt x="2437193" y="116207"/>
                  <a:pt x="2402169" y="118263"/>
                  <a:pt x="2368550" y="112380"/>
                </a:cubicBezTo>
                <a:cubicBezTo>
                  <a:pt x="2317436" y="103435"/>
                  <a:pt x="2267033" y="90807"/>
                  <a:pt x="2216150" y="80630"/>
                </a:cubicBezTo>
                <a:cubicBezTo>
                  <a:pt x="2182362" y="73872"/>
                  <a:pt x="2148506" y="67434"/>
                  <a:pt x="2114550" y="61580"/>
                </a:cubicBezTo>
                <a:cubicBezTo>
                  <a:pt x="2055355" y="51374"/>
                  <a:pt x="2019657" y="48682"/>
                  <a:pt x="1962150" y="36180"/>
                </a:cubicBezTo>
                <a:cubicBezTo>
                  <a:pt x="1936566" y="30618"/>
                  <a:pt x="1911669" y="22029"/>
                  <a:pt x="1885950" y="17130"/>
                </a:cubicBezTo>
                <a:cubicBezTo>
                  <a:pt x="1867121" y="13544"/>
                  <a:pt x="1847836" y="13020"/>
                  <a:pt x="1828800" y="10780"/>
                </a:cubicBezTo>
                <a:cubicBezTo>
                  <a:pt x="1811852" y="8786"/>
                  <a:pt x="1794833" y="7235"/>
                  <a:pt x="1778000" y="4430"/>
                </a:cubicBezTo>
                <a:cubicBezTo>
                  <a:pt x="1733740" y="-2947"/>
                  <a:pt x="1767417" y="197"/>
                  <a:pt x="1720850" y="4430"/>
                </a:cubicBezTo>
                <a:close/>
              </a:path>
            </a:pathLst>
          </a:custGeom>
          <a:noFill/>
          <a:ln w="19050">
            <a:solidFill>
              <a:srgbClr val="7030A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9E01253E-20B6-664B-9657-4CCD2FEDC351}"/>
              </a:ext>
            </a:extLst>
          </p:cNvPr>
          <p:cNvSpPr/>
          <p:nvPr/>
        </p:nvSpPr>
        <p:spPr>
          <a:xfrm>
            <a:off x="2603800" y="3849985"/>
            <a:ext cx="768783" cy="495300"/>
          </a:xfrm>
          <a:custGeom>
            <a:avLst/>
            <a:gdLst>
              <a:gd name="connsiteX0" fmla="*/ 70283 w 768783"/>
              <a:gd name="connsiteY0" fmla="*/ 495300 h 495300"/>
              <a:gd name="connsiteX1" fmla="*/ 32183 w 768783"/>
              <a:gd name="connsiteY1" fmla="*/ 438150 h 495300"/>
              <a:gd name="connsiteX2" fmla="*/ 433 w 768783"/>
              <a:gd name="connsiteY2" fmla="*/ 349250 h 495300"/>
              <a:gd name="connsiteX3" fmla="*/ 6783 w 768783"/>
              <a:gd name="connsiteY3" fmla="*/ 158750 h 495300"/>
              <a:gd name="connsiteX4" fmla="*/ 38533 w 768783"/>
              <a:gd name="connsiteY4" fmla="*/ 146050 h 495300"/>
              <a:gd name="connsiteX5" fmla="*/ 438583 w 768783"/>
              <a:gd name="connsiteY5" fmla="*/ 127000 h 495300"/>
              <a:gd name="connsiteX6" fmla="*/ 514783 w 768783"/>
              <a:gd name="connsiteY6" fmla="*/ 107950 h 495300"/>
              <a:gd name="connsiteX7" fmla="*/ 654483 w 768783"/>
              <a:gd name="connsiteY7" fmla="*/ 57150 h 495300"/>
              <a:gd name="connsiteX8" fmla="*/ 768783 w 768783"/>
              <a:gd name="connsiteY8" fmla="*/ 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8783" h="495300">
                <a:moveTo>
                  <a:pt x="70283" y="495300"/>
                </a:moveTo>
                <a:cubicBezTo>
                  <a:pt x="57583" y="476250"/>
                  <a:pt x="43408" y="458105"/>
                  <a:pt x="32183" y="438150"/>
                </a:cubicBezTo>
                <a:cubicBezTo>
                  <a:pt x="15166" y="407898"/>
                  <a:pt x="9815" y="382088"/>
                  <a:pt x="433" y="349250"/>
                </a:cubicBezTo>
                <a:cubicBezTo>
                  <a:pt x="2550" y="285750"/>
                  <a:pt x="-4926" y="221197"/>
                  <a:pt x="6783" y="158750"/>
                </a:cubicBezTo>
                <a:cubicBezTo>
                  <a:pt x="8884" y="147547"/>
                  <a:pt x="27165" y="146886"/>
                  <a:pt x="38533" y="146050"/>
                </a:cubicBezTo>
                <a:cubicBezTo>
                  <a:pt x="171675" y="136260"/>
                  <a:pt x="305233" y="133350"/>
                  <a:pt x="438583" y="127000"/>
                </a:cubicBezTo>
                <a:cubicBezTo>
                  <a:pt x="463983" y="120650"/>
                  <a:pt x="489649" y="115281"/>
                  <a:pt x="514783" y="107950"/>
                </a:cubicBezTo>
                <a:cubicBezTo>
                  <a:pt x="550351" y="97576"/>
                  <a:pt x="619136" y="73561"/>
                  <a:pt x="654483" y="57150"/>
                </a:cubicBezTo>
                <a:cubicBezTo>
                  <a:pt x="693119" y="39212"/>
                  <a:pt x="768783" y="0"/>
                  <a:pt x="768783" y="0"/>
                </a:cubicBezTo>
              </a:path>
            </a:pathLst>
          </a:cu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1029A5AE-BC48-0B93-EA14-9A1C323C9385}"/>
              </a:ext>
            </a:extLst>
          </p:cNvPr>
          <p:cNvSpPr/>
          <p:nvPr/>
        </p:nvSpPr>
        <p:spPr>
          <a:xfrm>
            <a:off x="2500274" y="2903835"/>
            <a:ext cx="1926409" cy="1568450"/>
          </a:xfrm>
          <a:custGeom>
            <a:avLst/>
            <a:gdLst>
              <a:gd name="connsiteX0" fmla="*/ 1926409 w 1926409"/>
              <a:gd name="connsiteY0" fmla="*/ 279400 h 1568450"/>
              <a:gd name="connsiteX1" fmla="*/ 1920059 w 1926409"/>
              <a:gd name="connsiteY1" fmla="*/ 203200 h 1568450"/>
              <a:gd name="connsiteX2" fmla="*/ 1913709 w 1926409"/>
              <a:gd name="connsiteY2" fmla="*/ 177800 h 1568450"/>
              <a:gd name="connsiteX3" fmla="*/ 1894659 w 1926409"/>
              <a:gd name="connsiteY3" fmla="*/ 152400 h 1568450"/>
              <a:gd name="connsiteX4" fmla="*/ 1856559 w 1926409"/>
              <a:gd name="connsiteY4" fmla="*/ 107950 h 1568450"/>
              <a:gd name="connsiteX5" fmla="*/ 1761309 w 1926409"/>
              <a:gd name="connsiteY5" fmla="*/ 57150 h 1568450"/>
              <a:gd name="connsiteX6" fmla="*/ 1742259 w 1926409"/>
              <a:gd name="connsiteY6" fmla="*/ 44450 h 1568450"/>
              <a:gd name="connsiteX7" fmla="*/ 1704159 w 1926409"/>
              <a:gd name="connsiteY7" fmla="*/ 38100 h 1568450"/>
              <a:gd name="connsiteX8" fmla="*/ 1666059 w 1926409"/>
              <a:gd name="connsiteY8" fmla="*/ 25400 h 1568450"/>
              <a:gd name="connsiteX9" fmla="*/ 1551759 w 1926409"/>
              <a:gd name="connsiteY9" fmla="*/ 0 h 1568450"/>
              <a:gd name="connsiteX10" fmla="*/ 1418409 w 1926409"/>
              <a:gd name="connsiteY10" fmla="*/ 12700 h 1568450"/>
              <a:gd name="connsiteX11" fmla="*/ 1399359 w 1926409"/>
              <a:gd name="connsiteY11" fmla="*/ 25400 h 1568450"/>
              <a:gd name="connsiteX12" fmla="*/ 1373959 w 1926409"/>
              <a:gd name="connsiteY12" fmla="*/ 63500 h 1568450"/>
              <a:gd name="connsiteX13" fmla="*/ 1354909 w 1926409"/>
              <a:gd name="connsiteY13" fmla="*/ 88900 h 1568450"/>
              <a:gd name="connsiteX14" fmla="*/ 1348559 w 1926409"/>
              <a:gd name="connsiteY14" fmla="*/ 107950 h 1568450"/>
              <a:gd name="connsiteX15" fmla="*/ 1323159 w 1926409"/>
              <a:gd name="connsiteY15" fmla="*/ 171450 h 1568450"/>
              <a:gd name="connsiteX16" fmla="*/ 1316809 w 1926409"/>
              <a:gd name="connsiteY16" fmla="*/ 203200 h 1568450"/>
              <a:gd name="connsiteX17" fmla="*/ 1310459 w 1926409"/>
              <a:gd name="connsiteY17" fmla="*/ 254000 h 1568450"/>
              <a:gd name="connsiteX18" fmla="*/ 1297759 w 1926409"/>
              <a:gd name="connsiteY18" fmla="*/ 285750 h 1568450"/>
              <a:gd name="connsiteX19" fmla="*/ 1291409 w 1926409"/>
              <a:gd name="connsiteY19" fmla="*/ 368300 h 1568450"/>
              <a:gd name="connsiteX20" fmla="*/ 1272359 w 1926409"/>
              <a:gd name="connsiteY20" fmla="*/ 406400 h 1568450"/>
              <a:gd name="connsiteX21" fmla="*/ 1253309 w 1926409"/>
              <a:gd name="connsiteY21" fmla="*/ 457200 h 1568450"/>
              <a:gd name="connsiteX22" fmla="*/ 1215209 w 1926409"/>
              <a:gd name="connsiteY22" fmla="*/ 539750 h 1568450"/>
              <a:gd name="connsiteX23" fmla="*/ 1164409 w 1926409"/>
              <a:gd name="connsiteY23" fmla="*/ 641350 h 1568450"/>
              <a:gd name="connsiteX24" fmla="*/ 1094559 w 1926409"/>
              <a:gd name="connsiteY24" fmla="*/ 723900 h 1568450"/>
              <a:gd name="connsiteX25" fmla="*/ 967559 w 1926409"/>
              <a:gd name="connsiteY25" fmla="*/ 742950 h 1568450"/>
              <a:gd name="connsiteX26" fmla="*/ 910409 w 1926409"/>
              <a:gd name="connsiteY26" fmla="*/ 749300 h 1568450"/>
              <a:gd name="connsiteX27" fmla="*/ 783409 w 1926409"/>
              <a:gd name="connsiteY27" fmla="*/ 768350 h 1568450"/>
              <a:gd name="connsiteX28" fmla="*/ 681809 w 1926409"/>
              <a:gd name="connsiteY28" fmla="*/ 793750 h 1568450"/>
              <a:gd name="connsiteX29" fmla="*/ 561159 w 1926409"/>
              <a:gd name="connsiteY29" fmla="*/ 819150 h 1568450"/>
              <a:gd name="connsiteX30" fmla="*/ 478609 w 1926409"/>
              <a:gd name="connsiteY30" fmla="*/ 844550 h 1568450"/>
              <a:gd name="connsiteX31" fmla="*/ 294459 w 1926409"/>
              <a:gd name="connsiteY31" fmla="*/ 889000 h 1568450"/>
              <a:gd name="connsiteX32" fmla="*/ 230959 w 1926409"/>
              <a:gd name="connsiteY32" fmla="*/ 920750 h 1568450"/>
              <a:gd name="connsiteX33" fmla="*/ 116659 w 1926409"/>
              <a:gd name="connsiteY33" fmla="*/ 990600 h 1568450"/>
              <a:gd name="connsiteX34" fmla="*/ 46809 w 1926409"/>
              <a:gd name="connsiteY34" fmla="*/ 1041400 h 1568450"/>
              <a:gd name="connsiteX35" fmla="*/ 8709 w 1926409"/>
              <a:gd name="connsiteY35" fmla="*/ 1085850 h 1568450"/>
              <a:gd name="connsiteX36" fmla="*/ 27759 w 1926409"/>
              <a:gd name="connsiteY36" fmla="*/ 1257300 h 1568450"/>
              <a:gd name="connsiteX37" fmla="*/ 84909 w 1926409"/>
              <a:gd name="connsiteY37" fmla="*/ 1339850 h 1568450"/>
              <a:gd name="connsiteX38" fmla="*/ 148409 w 1926409"/>
              <a:gd name="connsiteY38" fmla="*/ 1397000 h 1568450"/>
              <a:gd name="connsiteX39" fmla="*/ 300809 w 1926409"/>
              <a:gd name="connsiteY39" fmla="*/ 1492250 h 1568450"/>
              <a:gd name="connsiteX40" fmla="*/ 427809 w 1926409"/>
              <a:gd name="connsiteY40" fmla="*/ 1543050 h 1568450"/>
              <a:gd name="connsiteX41" fmla="*/ 656409 w 1926409"/>
              <a:gd name="connsiteY41" fmla="*/ 1568450 h 1568450"/>
              <a:gd name="connsiteX42" fmla="*/ 1164409 w 1926409"/>
              <a:gd name="connsiteY42" fmla="*/ 1524000 h 1568450"/>
              <a:gd name="connsiteX43" fmla="*/ 1246959 w 1926409"/>
              <a:gd name="connsiteY43" fmla="*/ 1498600 h 1568450"/>
              <a:gd name="connsiteX44" fmla="*/ 1348559 w 1926409"/>
              <a:gd name="connsiteY44" fmla="*/ 1428750 h 1568450"/>
              <a:gd name="connsiteX45" fmla="*/ 1412059 w 1926409"/>
              <a:gd name="connsiteY45" fmla="*/ 1352550 h 1568450"/>
              <a:gd name="connsiteX46" fmla="*/ 1450159 w 1926409"/>
              <a:gd name="connsiteY46" fmla="*/ 1301750 h 1568450"/>
              <a:gd name="connsiteX47" fmla="*/ 1469209 w 1926409"/>
              <a:gd name="connsiteY47" fmla="*/ 1276350 h 1568450"/>
              <a:gd name="connsiteX48" fmla="*/ 1634309 w 1926409"/>
              <a:gd name="connsiteY48" fmla="*/ 1149350 h 1568450"/>
              <a:gd name="connsiteX49" fmla="*/ 1691459 w 1926409"/>
              <a:gd name="connsiteY49" fmla="*/ 1098550 h 1568450"/>
              <a:gd name="connsiteX50" fmla="*/ 1774009 w 1926409"/>
              <a:gd name="connsiteY50" fmla="*/ 996950 h 1568450"/>
              <a:gd name="connsiteX51" fmla="*/ 1793059 w 1926409"/>
              <a:gd name="connsiteY51" fmla="*/ 952500 h 1568450"/>
              <a:gd name="connsiteX52" fmla="*/ 1837509 w 1926409"/>
              <a:gd name="connsiteY52" fmla="*/ 863600 h 1568450"/>
              <a:gd name="connsiteX53" fmla="*/ 1856559 w 1926409"/>
              <a:gd name="connsiteY53" fmla="*/ 806450 h 1568450"/>
              <a:gd name="connsiteX54" fmla="*/ 1888309 w 1926409"/>
              <a:gd name="connsiteY54" fmla="*/ 711200 h 1568450"/>
              <a:gd name="connsiteX55" fmla="*/ 1907359 w 1926409"/>
              <a:gd name="connsiteY55" fmla="*/ 590550 h 1568450"/>
              <a:gd name="connsiteX56" fmla="*/ 1913709 w 1926409"/>
              <a:gd name="connsiteY56" fmla="*/ 457200 h 1568450"/>
              <a:gd name="connsiteX57" fmla="*/ 1920059 w 1926409"/>
              <a:gd name="connsiteY57" fmla="*/ 393700 h 1568450"/>
              <a:gd name="connsiteX58" fmla="*/ 1926409 w 1926409"/>
              <a:gd name="connsiteY58" fmla="*/ 279400 h 156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926409" h="1568450">
                <a:moveTo>
                  <a:pt x="1926409" y="279400"/>
                </a:moveTo>
                <a:cubicBezTo>
                  <a:pt x="1926409" y="247650"/>
                  <a:pt x="1923220" y="228491"/>
                  <a:pt x="1920059" y="203200"/>
                </a:cubicBezTo>
                <a:cubicBezTo>
                  <a:pt x="1918977" y="194540"/>
                  <a:pt x="1917612" y="185606"/>
                  <a:pt x="1913709" y="177800"/>
                </a:cubicBezTo>
                <a:cubicBezTo>
                  <a:pt x="1908976" y="168334"/>
                  <a:pt x="1900810" y="161012"/>
                  <a:pt x="1894659" y="152400"/>
                </a:cubicBezTo>
                <a:cubicBezTo>
                  <a:pt x="1880675" y="132823"/>
                  <a:pt x="1878949" y="123943"/>
                  <a:pt x="1856559" y="107950"/>
                </a:cubicBezTo>
                <a:cubicBezTo>
                  <a:pt x="1767116" y="44062"/>
                  <a:pt x="1823444" y="88218"/>
                  <a:pt x="1761309" y="57150"/>
                </a:cubicBezTo>
                <a:cubicBezTo>
                  <a:pt x="1754483" y="53737"/>
                  <a:pt x="1749499" y="46863"/>
                  <a:pt x="1742259" y="44450"/>
                </a:cubicBezTo>
                <a:cubicBezTo>
                  <a:pt x="1730045" y="40379"/>
                  <a:pt x="1716650" y="41223"/>
                  <a:pt x="1704159" y="38100"/>
                </a:cubicBezTo>
                <a:cubicBezTo>
                  <a:pt x="1691172" y="34853"/>
                  <a:pt x="1678958" y="28983"/>
                  <a:pt x="1666059" y="25400"/>
                </a:cubicBezTo>
                <a:cubicBezTo>
                  <a:pt x="1599541" y="6923"/>
                  <a:pt x="1604781" y="8837"/>
                  <a:pt x="1551759" y="0"/>
                </a:cubicBezTo>
                <a:cubicBezTo>
                  <a:pt x="1507309" y="4233"/>
                  <a:pt x="1462453" y="5359"/>
                  <a:pt x="1418409" y="12700"/>
                </a:cubicBezTo>
                <a:cubicBezTo>
                  <a:pt x="1410881" y="13955"/>
                  <a:pt x="1404385" y="19657"/>
                  <a:pt x="1399359" y="25400"/>
                </a:cubicBezTo>
                <a:cubicBezTo>
                  <a:pt x="1389308" y="36887"/>
                  <a:pt x="1382712" y="50996"/>
                  <a:pt x="1373959" y="63500"/>
                </a:cubicBezTo>
                <a:cubicBezTo>
                  <a:pt x="1367890" y="72170"/>
                  <a:pt x="1361259" y="80433"/>
                  <a:pt x="1354909" y="88900"/>
                </a:cubicBezTo>
                <a:cubicBezTo>
                  <a:pt x="1352792" y="95250"/>
                  <a:pt x="1350962" y="101703"/>
                  <a:pt x="1348559" y="107950"/>
                </a:cubicBezTo>
                <a:cubicBezTo>
                  <a:pt x="1340375" y="129228"/>
                  <a:pt x="1327630" y="149096"/>
                  <a:pt x="1323159" y="171450"/>
                </a:cubicBezTo>
                <a:cubicBezTo>
                  <a:pt x="1321042" y="182033"/>
                  <a:pt x="1318450" y="192533"/>
                  <a:pt x="1316809" y="203200"/>
                </a:cubicBezTo>
                <a:cubicBezTo>
                  <a:pt x="1314214" y="220067"/>
                  <a:pt x="1314296" y="237372"/>
                  <a:pt x="1310459" y="254000"/>
                </a:cubicBezTo>
                <a:cubicBezTo>
                  <a:pt x="1307896" y="265107"/>
                  <a:pt x="1301992" y="275167"/>
                  <a:pt x="1297759" y="285750"/>
                </a:cubicBezTo>
                <a:cubicBezTo>
                  <a:pt x="1295642" y="313267"/>
                  <a:pt x="1297094" y="341294"/>
                  <a:pt x="1291409" y="368300"/>
                </a:cubicBezTo>
                <a:cubicBezTo>
                  <a:pt x="1288484" y="382194"/>
                  <a:pt x="1277952" y="393349"/>
                  <a:pt x="1272359" y="406400"/>
                </a:cubicBezTo>
                <a:cubicBezTo>
                  <a:pt x="1265235" y="423023"/>
                  <a:pt x="1259392" y="440169"/>
                  <a:pt x="1253309" y="457200"/>
                </a:cubicBezTo>
                <a:cubicBezTo>
                  <a:pt x="1222834" y="542531"/>
                  <a:pt x="1263031" y="444106"/>
                  <a:pt x="1215209" y="539750"/>
                </a:cubicBezTo>
                <a:cubicBezTo>
                  <a:pt x="1179184" y="611800"/>
                  <a:pt x="1215330" y="559876"/>
                  <a:pt x="1164409" y="641350"/>
                </a:cubicBezTo>
                <a:cubicBezTo>
                  <a:pt x="1158333" y="651071"/>
                  <a:pt x="1109912" y="721597"/>
                  <a:pt x="1094559" y="723900"/>
                </a:cubicBezTo>
                <a:cubicBezTo>
                  <a:pt x="1052226" y="730250"/>
                  <a:pt x="1010104" y="738223"/>
                  <a:pt x="967559" y="742950"/>
                </a:cubicBezTo>
                <a:cubicBezTo>
                  <a:pt x="948509" y="745067"/>
                  <a:pt x="929342" y="746311"/>
                  <a:pt x="910409" y="749300"/>
                </a:cubicBezTo>
                <a:cubicBezTo>
                  <a:pt x="764698" y="772307"/>
                  <a:pt x="928848" y="753806"/>
                  <a:pt x="783409" y="768350"/>
                </a:cubicBezTo>
                <a:cubicBezTo>
                  <a:pt x="749542" y="776817"/>
                  <a:pt x="715969" y="786558"/>
                  <a:pt x="681809" y="793750"/>
                </a:cubicBezTo>
                <a:cubicBezTo>
                  <a:pt x="641592" y="802217"/>
                  <a:pt x="600440" y="807064"/>
                  <a:pt x="561159" y="819150"/>
                </a:cubicBezTo>
                <a:cubicBezTo>
                  <a:pt x="533642" y="827617"/>
                  <a:pt x="506459" y="837256"/>
                  <a:pt x="478609" y="844550"/>
                </a:cubicBezTo>
                <a:cubicBezTo>
                  <a:pt x="417523" y="860549"/>
                  <a:pt x="294459" y="889000"/>
                  <a:pt x="294459" y="889000"/>
                </a:cubicBezTo>
                <a:cubicBezTo>
                  <a:pt x="273292" y="899583"/>
                  <a:pt x="251874" y="909677"/>
                  <a:pt x="230959" y="920750"/>
                </a:cubicBezTo>
                <a:cubicBezTo>
                  <a:pt x="196944" y="938758"/>
                  <a:pt x="145279" y="971087"/>
                  <a:pt x="116659" y="990600"/>
                </a:cubicBezTo>
                <a:cubicBezTo>
                  <a:pt x="92872" y="1006818"/>
                  <a:pt x="68397" y="1022352"/>
                  <a:pt x="46809" y="1041400"/>
                </a:cubicBezTo>
                <a:cubicBezTo>
                  <a:pt x="32176" y="1054311"/>
                  <a:pt x="21409" y="1071033"/>
                  <a:pt x="8709" y="1085850"/>
                </a:cubicBezTo>
                <a:cubicBezTo>
                  <a:pt x="-2660" y="1154065"/>
                  <a:pt x="-8554" y="1162327"/>
                  <a:pt x="27759" y="1257300"/>
                </a:cubicBezTo>
                <a:cubicBezTo>
                  <a:pt x="39711" y="1288560"/>
                  <a:pt x="63034" y="1314521"/>
                  <a:pt x="84909" y="1339850"/>
                </a:cubicBezTo>
                <a:cubicBezTo>
                  <a:pt x="103522" y="1361402"/>
                  <a:pt x="125983" y="1379449"/>
                  <a:pt x="148409" y="1397000"/>
                </a:cubicBezTo>
                <a:cubicBezTo>
                  <a:pt x="188794" y="1428606"/>
                  <a:pt x="252273" y="1470330"/>
                  <a:pt x="300809" y="1492250"/>
                </a:cubicBezTo>
                <a:cubicBezTo>
                  <a:pt x="342362" y="1511016"/>
                  <a:pt x="382567" y="1537395"/>
                  <a:pt x="427809" y="1543050"/>
                </a:cubicBezTo>
                <a:cubicBezTo>
                  <a:pt x="571625" y="1561027"/>
                  <a:pt x="495448" y="1552354"/>
                  <a:pt x="656409" y="1568450"/>
                </a:cubicBezTo>
                <a:cubicBezTo>
                  <a:pt x="784031" y="1560216"/>
                  <a:pt x="1009865" y="1558897"/>
                  <a:pt x="1164409" y="1524000"/>
                </a:cubicBezTo>
                <a:cubicBezTo>
                  <a:pt x="1192492" y="1517659"/>
                  <a:pt x="1219442" y="1507067"/>
                  <a:pt x="1246959" y="1498600"/>
                </a:cubicBezTo>
                <a:cubicBezTo>
                  <a:pt x="1280826" y="1475317"/>
                  <a:pt x="1322249" y="1460323"/>
                  <a:pt x="1348559" y="1428750"/>
                </a:cubicBezTo>
                <a:cubicBezTo>
                  <a:pt x="1369726" y="1403350"/>
                  <a:pt x="1391404" y="1378368"/>
                  <a:pt x="1412059" y="1352550"/>
                </a:cubicBezTo>
                <a:cubicBezTo>
                  <a:pt x="1425282" y="1336022"/>
                  <a:pt x="1437459" y="1318683"/>
                  <a:pt x="1450159" y="1301750"/>
                </a:cubicBezTo>
                <a:cubicBezTo>
                  <a:pt x="1456509" y="1293283"/>
                  <a:pt x="1460742" y="1282700"/>
                  <a:pt x="1469209" y="1276350"/>
                </a:cubicBezTo>
                <a:cubicBezTo>
                  <a:pt x="1495985" y="1256268"/>
                  <a:pt x="1599549" y="1180248"/>
                  <a:pt x="1634309" y="1149350"/>
                </a:cubicBezTo>
                <a:cubicBezTo>
                  <a:pt x="1653359" y="1132417"/>
                  <a:pt x="1673436" y="1116573"/>
                  <a:pt x="1691459" y="1098550"/>
                </a:cubicBezTo>
                <a:cubicBezTo>
                  <a:pt x="1713455" y="1076554"/>
                  <a:pt x="1756663" y="1027305"/>
                  <a:pt x="1774009" y="996950"/>
                </a:cubicBezTo>
                <a:cubicBezTo>
                  <a:pt x="1782007" y="982954"/>
                  <a:pt x="1786128" y="967054"/>
                  <a:pt x="1793059" y="952500"/>
                </a:cubicBezTo>
                <a:cubicBezTo>
                  <a:pt x="1807303" y="922587"/>
                  <a:pt x="1827032" y="895031"/>
                  <a:pt x="1837509" y="863600"/>
                </a:cubicBezTo>
                <a:cubicBezTo>
                  <a:pt x="1843859" y="844550"/>
                  <a:pt x="1850512" y="825598"/>
                  <a:pt x="1856559" y="806450"/>
                </a:cubicBezTo>
                <a:cubicBezTo>
                  <a:pt x="1884466" y="718079"/>
                  <a:pt x="1864523" y="770665"/>
                  <a:pt x="1888309" y="711200"/>
                </a:cubicBezTo>
                <a:cubicBezTo>
                  <a:pt x="1902535" y="611616"/>
                  <a:pt x="1895138" y="651653"/>
                  <a:pt x="1907359" y="590550"/>
                </a:cubicBezTo>
                <a:cubicBezTo>
                  <a:pt x="1909476" y="546100"/>
                  <a:pt x="1910844" y="501608"/>
                  <a:pt x="1913709" y="457200"/>
                </a:cubicBezTo>
                <a:cubicBezTo>
                  <a:pt x="1915079" y="435972"/>
                  <a:pt x="1918488" y="414914"/>
                  <a:pt x="1920059" y="393700"/>
                </a:cubicBezTo>
                <a:cubicBezTo>
                  <a:pt x="1922722" y="357753"/>
                  <a:pt x="1926409" y="311150"/>
                  <a:pt x="1926409" y="279400"/>
                </a:cubicBezTo>
                <a:close/>
              </a:path>
            </a:pathLst>
          </a:custGeom>
          <a:noFill/>
          <a:ln w="19050">
            <a:solidFill>
              <a:srgbClr val="7030A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37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28" grpId="0"/>
      <p:bldP spid="29" grpId="0"/>
      <p:bldP spid="30" grpId="0"/>
      <p:bldP spid="42" grpId="0" animBg="1"/>
      <p:bldP spid="45" grpId="0"/>
      <p:bldP spid="58" grpId="0" animBg="1"/>
      <p:bldP spid="59" grpId="0" animBg="1"/>
      <p:bldP spid="62" grpId="0"/>
      <p:bldP spid="63" grpId="0"/>
      <p:bldP spid="65" grpId="0" animBg="1"/>
      <p:bldP spid="67" grpId="0"/>
      <p:bldP spid="79" grpId="0" animBg="1"/>
      <p:bldP spid="8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8D43F-53C4-228A-BB90-5AC162A2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E075C9AE-EFBF-BBE2-D621-15B93252F88B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 dirty="0">
                <a:latin typeface="+mj-lt"/>
              </a:rPr>
              <a:t>Heuristic Properties: A Roadmap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D56ED8-97D4-0610-CBDD-2CF8BDECF042}"/>
              </a:ext>
            </a:extLst>
          </p:cNvPr>
          <p:cNvSpPr txBox="1"/>
          <p:nvPr/>
        </p:nvSpPr>
        <p:spPr>
          <a:xfrm>
            <a:off x="1690274" y="3526329"/>
            <a:ext cx="8490956" cy="8463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1" dirty="0"/>
              <a:t>Admissibility</a:t>
            </a:r>
            <a:r>
              <a:rPr lang="en-US" sz="2200" dirty="0"/>
              <a:t> → Ensures A* finds optimal solutions </a:t>
            </a:r>
          </a:p>
          <a:p>
            <a:pPr lvl="1"/>
            <a:r>
              <a:rPr lang="en-US" sz="2200" i="1" dirty="0"/>
              <a:t>Without this, A</a:t>
            </a:r>
            <a:r>
              <a:rPr lang="en-US" sz="2200" dirty="0"/>
              <a:t> may return suboptimal paths*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59DAD-54A0-3A3F-E71D-40ECFE23C353}"/>
              </a:ext>
            </a:extLst>
          </p:cNvPr>
          <p:cNvSpPr txBox="1"/>
          <p:nvPr/>
        </p:nvSpPr>
        <p:spPr>
          <a:xfrm>
            <a:off x="830465" y="1004031"/>
            <a:ext cx="816341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/>
              <a:t>A* is only as good as its heuristic. But what makes a "good" heuristic?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CFA18-06E3-4CD2-C0A0-78F0BB88A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60" t="27685" r="8279" b="10366"/>
          <a:stretch>
            <a:fillRect/>
          </a:stretch>
        </p:blipFill>
        <p:spPr>
          <a:xfrm>
            <a:off x="9882835" y="157247"/>
            <a:ext cx="2143118" cy="15964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59562E-B05A-CFAC-283C-3DA3E6B8F2E6}"/>
              </a:ext>
            </a:extLst>
          </p:cNvPr>
          <p:cNvSpPr txBox="1"/>
          <p:nvPr/>
        </p:nvSpPr>
        <p:spPr>
          <a:xfrm>
            <a:off x="830465" y="5546524"/>
            <a:ext cx="8388598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Goal:</a:t>
            </a:r>
            <a:r>
              <a:rPr lang="en-US" sz="2200" dirty="0"/>
              <a:t> Design / select heuristics that make A* both optimal and efficient.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523D76-4FC8-122D-0B76-C12E73F9C094}"/>
              </a:ext>
            </a:extLst>
          </p:cNvPr>
          <p:cNvSpPr txBox="1"/>
          <p:nvPr/>
        </p:nvSpPr>
        <p:spPr>
          <a:xfrm>
            <a:off x="830465" y="1753737"/>
            <a:ext cx="1043567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/>
              <a:t>We consider three key properties of heuristics: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B20C59-A33F-A6FC-3488-B4AF56C7BA1E}"/>
              </a:ext>
            </a:extLst>
          </p:cNvPr>
          <p:cNvSpPr txBox="1"/>
          <p:nvPr/>
        </p:nvSpPr>
        <p:spPr>
          <a:xfrm>
            <a:off x="1690274" y="2529246"/>
            <a:ext cx="8490956" cy="8463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1" dirty="0"/>
              <a:t>Dominance</a:t>
            </a:r>
            <a:r>
              <a:rPr lang="en-US" sz="2200" dirty="0"/>
              <a:t> → Helps us choose between multiple admissible heuristics </a:t>
            </a:r>
          </a:p>
          <a:p>
            <a:pPr lvl="1">
              <a:spcAft>
                <a:spcPts val="1200"/>
              </a:spcAft>
            </a:pPr>
            <a:r>
              <a:rPr lang="en-US" sz="2200" i="1" dirty="0"/>
              <a:t>Given several valid heuristics, which one performs best?</a:t>
            </a:r>
            <a:endParaRPr 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00F92-230C-6130-E2EC-46F1D39CC1C5}"/>
              </a:ext>
            </a:extLst>
          </p:cNvPr>
          <p:cNvSpPr txBox="1"/>
          <p:nvPr/>
        </p:nvSpPr>
        <p:spPr>
          <a:xfrm>
            <a:off x="1690274" y="4523413"/>
            <a:ext cx="5447505" cy="8463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1" dirty="0"/>
              <a:t>Consistency</a:t>
            </a:r>
            <a:r>
              <a:rPr lang="en-US" sz="2200" dirty="0"/>
              <a:t> → Enables more efficient search </a:t>
            </a:r>
          </a:p>
          <a:p>
            <a:pPr lvl="1"/>
            <a:r>
              <a:rPr lang="en-US" sz="2200" i="1" dirty="0"/>
              <a:t>Allows A</a:t>
            </a:r>
            <a:r>
              <a:rPr lang="en-US" sz="2200" dirty="0"/>
              <a:t> to avoid redundant work*</a:t>
            </a:r>
          </a:p>
        </p:txBody>
      </p:sp>
    </p:spTree>
    <p:extLst>
      <p:ext uri="{BB962C8B-B14F-4D97-AF65-F5344CB8AC3E}">
        <p14:creationId xmlns:p14="http://schemas.microsoft.com/office/powerpoint/2010/main" val="253157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1F414-539C-1606-65FE-9CF5439C7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6C4DCAA4-8C8C-F628-A48D-B6E624387EDB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Heuristic Dominance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74D14-952D-A5B1-6ECA-4B9814537AFA}"/>
              </a:ext>
            </a:extLst>
          </p:cNvPr>
          <p:cNvSpPr txBox="1"/>
          <p:nvPr/>
        </p:nvSpPr>
        <p:spPr>
          <a:xfrm>
            <a:off x="819324" y="950718"/>
            <a:ext cx="10715538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We have considered how different algorithms trade off optimality, completeness, and efficiency. But how can we evaluate the effectiveness of our heuristic?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26B71-6931-56A0-0D70-7475964D69E2}"/>
              </a:ext>
            </a:extLst>
          </p:cNvPr>
          <p:cNvSpPr txBox="1"/>
          <p:nvPr/>
        </p:nvSpPr>
        <p:spPr>
          <a:xfrm>
            <a:off x="1512676" y="1740066"/>
            <a:ext cx="9166648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That is, if we are using A*, how do we choose between different admissible heuristics?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E48B8F-F1E4-F6F1-6E89-FEBFA5D50559}"/>
                  </a:ext>
                </a:extLst>
              </p:cNvPr>
              <p:cNvSpPr txBox="1"/>
              <p:nvPr/>
            </p:nvSpPr>
            <p:spPr>
              <a:xfrm>
                <a:off x="853440" y="2430996"/>
                <a:ext cx="10546080" cy="120714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txBody>
              <a:bodyPr wrap="square">
                <a:noAutofit/>
              </a:bodyPr>
              <a:lstStyle/>
              <a:p>
                <a:r>
                  <a:rPr lang="en-US" sz="2200" b="1" i="1" dirty="0"/>
                  <a:t>Definition. </a:t>
                </a:r>
                <a:r>
                  <a:rPr lang="en-US" sz="2200" dirty="0"/>
                  <a:t>Heuristic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 is said to </a:t>
                </a:r>
                <a:r>
                  <a:rPr lang="en-US" sz="2200" b="1" i="1" dirty="0"/>
                  <a:t>dominate</a:t>
                </a:r>
                <a:r>
                  <a:rPr lang="en-US" sz="2200" dirty="0"/>
                  <a:t> heuristic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/>
                  <a:t> if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 are admissible and for all nodes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h</m:t>
                          </m:r>
                        </m:e>
                        <m:sub>
                          <m:r>
                            <a:rPr lang="en-US" sz="22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20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2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</m:e>
                      </m:d>
                      <m:r>
                        <a:rPr lang="en-US" sz="2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≤</m:t>
                      </m:r>
                      <m:sSub>
                        <m:sSubPr>
                          <m:ctrlPr>
                            <a:rPr lang="en-US" sz="22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h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2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2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E48B8F-F1E4-F6F1-6E89-FEBFA5D50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" y="2430996"/>
                <a:ext cx="10546080" cy="1207146"/>
              </a:xfrm>
              <a:prstGeom prst="rect">
                <a:avLst/>
              </a:prstGeom>
              <a:blipFill>
                <a:blip r:embed="rId2"/>
                <a:stretch>
                  <a:fillRect l="-692" t="-2985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4E3862-D592-1BA5-4B91-BE1548EC8CBC}"/>
                  </a:ext>
                </a:extLst>
              </p:cNvPr>
              <p:cNvSpPr txBox="1"/>
              <p:nvPr/>
            </p:nvSpPr>
            <p:spPr>
              <a:xfrm>
                <a:off x="853441" y="3928962"/>
                <a:ext cx="4931723" cy="15081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  <a:buNone/>
                </a:pPr>
                <a:r>
                  <a:rPr lang="en-US" b="1" dirty="0"/>
                  <a:t>Recall, </a:t>
                </a:r>
                <a:r>
                  <a:rPr lang="en-US" dirty="0"/>
                  <a:t>admissible heuristics are always optimistic (underestimate true cost):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≤…≤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is the true optimal cost to goal.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4E3862-D592-1BA5-4B91-BE1548EC8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1" y="3928962"/>
                <a:ext cx="4931723" cy="1508105"/>
              </a:xfrm>
              <a:prstGeom prst="rect">
                <a:avLst/>
              </a:prstGeom>
              <a:blipFill>
                <a:blip r:embed="rId3"/>
                <a:stretch>
                  <a:fillRect l="-989" t="-2429" b="-56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8265932-6B70-B96D-FE22-7CEBA1BEDB78}"/>
              </a:ext>
            </a:extLst>
          </p:cNvPr>
          <p:cNvSpPr txBox="1"/>
          <p:nvPr/>
        </p:nvSpPr>
        <p:spPr>
          <a:xfrm>
            <a:off x="3863019" y="5907282"/>
            <a:ext cx="437056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Having dominant heuristics is important!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95B581-5883-D3C9-84AF-D630005AA9A3}"/>
              </a:ext>
            </a:extLst>
          </p:cNvPr>
          <p:cNvSpPr txBox="1"/>
          <p:nvPr/>
        </p:nvSpPr>
        <p:spPr>
          <a:xfrm>
            <a:off x="2406340" y="6328394"/>
            <a:ext cx="737932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More accurate estimates → better guidance → fewer wrong paths explored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E90A11-F33C-EFD3-712E-3662C2761908}"/>
              </a:ext>
            </a:extLst>
          </p:cNvPr>
          <p:cNvSpPr txBox="1"/>
          <p:nvPr/>
        </p:nvSpPr>
        <p:spPr>
          <a:xfrm>
            <a:off x="6826313" y="4609661"/>
            <a:ext cx="499510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8925" indent="-288925"/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a dominating heuristic gives us estimates closer to the real costs (that are still admissible).</a:t>
            </a:r>
          </a:p>
        </p:txBody>
      </p:sp>
    </p:spTree>
    <p:extLst>
      <p:ext uri="{BB962C8B-B14F-4D97-AF65-F5344CB8AC3E}">
        <p14:creationId xmlns:p14="http://schemas.microsoft.com/office/powerpoint/2010/main" val="129028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3F8BE-9AFD-6702-F875-534A5F644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B2480532-C816-60AD-695B-DA65A7600D5D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Heuristic Dominance: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AD343-6385-5F23-8031-4423184DACB4}"/>
              </a:ext>
            </a:extLst>
          </p:cNvPr>
          <p:cNvSpPr txBox="1"/>
          <p:nvPr/>
        </p:nvSpPr>
        <p:spPr>
          <a:xfrm>
            <a:off x="559357" y="1045574"/>
            <a:ext cx="3688793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8-puzzle: may only slide tiles into the empty space (no jumping or diagonal moves).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E1273879-29B1-B228-BC21-C8D72488F984}"/>
                  </a:ext>
                </a:extLst>
              </p:cNvPr>
              <p:cNvSpPr txBox="1"/>
              <p:nvPr/>
            </p:nvSpPr>
            <p:spPr>
              <a:xfrm>
                <a:off x="559357" y="4981393"/>
                <a:ext cx="1789287" cy="323165"/>
              </a:xfrm>
              <a:prstGeom prst="rect">
                <a:avLst/>
              </a:prstGeom>
            </p:spPr>
            <p:txBody>
              <a:bodyPr vert="horz" wrap="square" lIns="0" tIns="40640" rIns="0" bIns="0" rtlCol="0">
                <a:spAutoFit/>
              </a:bodyPr>
              <a:lstStyle/>
              <a:p>
                <a:pPr marL="12700" marR="5080">
                  <a:lnSpc>
                    <a:spcPts val="2230"/>
                  </a:lnSpc>
                  <a:spcBef>
                    <a:spcPts val="320"/>
                  </a:spcBef>
                </a:pPr>
                <a:r>
                  <a:rPr lang="en-US" sz="2000" spc="-10" dirty="0">
                    <a:solidFill>
                      <a:srgbClr val="1306BA"/>
                    </a:solidFill>
                    <a:latin typeface="Calibri"/>
                    <a:cs typeface="Calibri"/>
                  </a:rPr>
                  <a:t>Example State: </a:t>
                </a:r>
                <a14:m>
                  <m:oMath xmlns:m="http://schemas.openxmlformats.org/officeDocument/2006/math">
                    <m:r>
                      <a:rPr lang="en-US" sz="2000" b="0" i="1" spc="-10" smtClean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</m:oMath>
                </a14:m>
                <a:endParaRPr lang="en-US" sz="2000" dirty="0">
                  <a:solidFill>
                    <a:srgbClr val="1306BA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E1273879-29B1-B228-BC21-C8D72488F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57" y="4981393"/>
                <a:ext cx="1789287" cy="323165"/>
              </a:xfrm>
              <a:prstGeom prst="rect">
                <a:avLst/>
              </a:prstGeom>
              <a:blipFill>
                <a:blip r:embed="rId2"/>
                <a:stretch>
                  <a:fillRect l="-8191" t="-18868" b="-47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427B5B92-BD7D-585D-389C-26521FA96815}"/>
              </a:ext>
            </a:extLst>
          </p:cNvPr>
          <p:cNvGraphicFramePr>
            <a:graphicFrameLocks noGrp="1"/>
          </p:cNvGraphicFramePr>
          <p:nvPr/>
        </p:nvGraphicFramePr>
        <p:xfrm>
          <a:off x="2617001" y="3363968"/>
          <a:ext cx="1521460" cy="1548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6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>
            <a:extLst>
              <a:ext uri="{FF2B5EF4-FFF2-40B4-BE49-F238E27FC236}">
                <a16:creationId xmlns:a16="http://schemas.microsoft.com/office/drawing/2014/main" id="{184400FE-BF14-E363-9B83-C660D40AECCF}"/>
              </a:ext>
            </a:extLst>
          </p:cNvPr>
          <p:cNvSpPr txBox="1"/>
          <p:nvPr/>
        </p:nvSpPr>
        <p:spPr>
          <a:xfrm>
            <a:off x="2829152" y="4981393"/>
            <a:ext cx="1111711" cy="32316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ts val="2230"/>
              </a:lnSpc>
              <a:spcBef>
                <a:spcPts val="320"/>
              </a:spcBef>
            </a:pP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Goal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endParaRPr sz="20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A8A571-60D7-A775-DF94-254AB1D4239D}"/>
              </a:ext>
            </a:extLst>
          </p:cNvPr>
          <p:cNvSpPr txBox="1"/>
          <p:nvPr/>
        </p:nvSpPr>
        <p:spPr>
          <a:xfrm>
            <a:off x="559357" y="2191265"/>
            <a:ext cx="3958048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/>
              <a:t>Challenge</a:t>
            </a:r>
            <a:r>
              <a:rPr lang="en-US" dirty="0"/>
              <a:t>: Find the minimum sequence of moves to reach the goal state from any given starting configuration.</a:t>
            </a:r>
          </a:p>
        </p:txBody>
      </p:sp>
      <p:graphicFrame>
        <p:nvGraphicFramePr>
          <p:cNvPr id="32" name="object 7">
            <a:extLst>
              <a:ext uri="{FF2B5EF4-FFF2-40B4-BE49-F238E27FC236}">
                <a16:creationId xmlns:a16="http://schemas.microsoft.com/office/drawing/2014/main" id="{D912AF93-39EB-443E-7A67-36BDF33131B1}"/>
              </a:ext>
            </a:extLst>
          </p:cNvPr>
          <p:cNvGraphicFramePr>
            <a:graphicFrameLocks noGrp="1"/>
          </p:cNvGraphicFramePr>
          <p:nvPr/>
        </p:nvGraphicFramePr>
        <p:xfrm>
          <a:off x="693270" y="3363968"/>
          <a:ext cx="1521460" cy="1548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6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lang="en-US" sz="2000" spc="-50" dirty="0">
                          <a:latin typeface="Calibri"/>
                          <a:cs typeface="Calibri"/>
                        </a:rPr>
                        <a:t>3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lang="en-US" sz="2000" spc="-50" dirty="0">
                          <a:latin typeface="Calibri"/>
                          <a:cs typeface="Calibri"/>
                        </a:rPr>
                        <a:t>1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lang="en-US" sz="2000" spc="-50" dirty="0">
                          <a:latin typeface="Calibri"/>
                          <a:cs typeface="Calibri"/>
                        </a:rPr>
                        <a:t>2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lang="en-US" sz="2000" spc="-50" dirty="0">
                          <a:latin typeface="Calibri"/>
                          <a:cs typeface="Calibri"/>
                        </a:rPr>
                        <a:t>7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lang="en-US" sz="2000" spc="-50" dirty="0">
                          <a:latin typeface="Calibri"/>
                          <a:cs typeface="Calibri"/>
                        </a:rPr>
                        <a:t>8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lang="en-US" sz="2000" spc="-50" dirty="0">
                          <a:latin typeface="Calibri"/>
                          <a:cs typeface="Calibri"/>
                        </a:rPr>
                        <a:t>4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0C9D2A-CBC0-D28D-D36D-7F033EC0F4B4}"/>
                  </a:ext>
                </a:extLst>
              </p:cNvPr>
              <p:cNvSpPr txBox="1"/>
              <p:nvPr/>
            </p:nvSpPr>
            <p:spPr>
              <a:xfrm>
                <a:off x="4997913" y="1088702"/>
                <a:ext cx="495919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(Misplaced tiles): Count tiles not in goal position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0C9D2A-CBC0-D28D-D36D-7F033EC0F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913" y="1088702"/>
                <a:ext cx="4959191" cy="646331"/>
              </a:xfrm>
              <a:prstGeom prst="rect">
                <a:avLst/>
              </a:prstGeom>
              <a:blipFill>
                <a:blip r:embed="rId3"/>
                <a:stretch>
                  <a:fillRect l="-1107" t="-5660" b="-141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691AEA-2F4E-E6A7-01F5-92C250117407}"/>
                  </a:ext>
                </a:extLst>
              </p:cNvPr>
              <p:cNvSpPr txBox="1"/>
              <p:nvPr/>
            </p:nvSpPr>
            <p:spPr>
              <a:xfrm>
                <a:off x="4997913" y="2209427"/>
                <a:ext cx="4959191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: (Manhattan distance): Sum of distances each tile must move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691AEA-2F4E-E6A7-01F5-92C250117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913" y="2209427"/>
                <a:ext cx="4959191" cy="646331"/>
              </a:xfrm>
              <a:prstGeom prst="rect">
                <a:avLst/>
              </a:prstGeom>
              <a:blipFill>
                <a:blip r:embed="rId4"/>
                <a:stretch>
                  <a:fillRect l="-1107" t="-4717" b="-141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BC6E06-8617-650B-51B9-C33C768335B1}"/>
                  </a:ext>
                </a:extLst>
              </p:cNvPr>
              <p:cNvSpPr txBox="1"/>
              <p:nvPr/>
            </p:nvSpPr>
            <p:spPr>
              <a:xfrm>
                <a:off x="4997913" y="3428068"/>
                <a:ext cx="5025584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: (Manhattan + Linear Conflict):</a:t>
                </a:r>
              </a:p>
              <a:p>
                <a:r>
                  <a:rPr lang="en-US" dirty="0"/>
                  <a:t>Manhattan distance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 number of linear conflicts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BC6E06-8617-650B-51B9-C33C76833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913" y="3428068"/>
                <a:ext cx="5025584" cy="646331"/>
              </a:xfrm>
              <a:prstGeom prst="rect">
                <a:avLst/>
              </a:prstGeom>
              <a:blipFill>
                <a:blip r:embed="rId5"/>
                <a:stretch>
                  <a:fillRect l="-1092" t="-4717" r="-728" b="-141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C6C36A7-41C5-8CFC-E3C5-CB25A570468A}"/>
              </a:ext>
            </a:extLst>
          </p:cNvPr>
          <p:cNvSpPr txBox="1"/>
          <p:nvPr/>
        </p:nvSpPr>
        <p:spPr>
          <a:xfrm>
            <a:off x="6164293" y="4387005"/>
            <a:ext cx="1313215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Two tiles are in </a:t>
            </a:r>
            <a:r>
              <a:rPr lang="en-US" sz="1600" i="1" dirty="0"/>
              <a:t>linear conflict</a:t>
            </a:r>
            <a:r>
              <a:rPr lang="en-US" sz="1600" dirty="0"/>
              <a:t> if: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64B4B2-43A5-C18D-9EA1-2FB7B5BD241C}"/>
              </a:ext>
            </a:extLst>
          </p:cNvPr>
          <p:cNvSpPr txBox="1"/>
          <p:nvPr/>
        </p:nvSpPr>
        <p:spPr>
          <a:xfrm>
            <a:off x="7477508" y="4148893"/>
            <a:ext cx="4501861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They are in the correct row/column.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A pairwise comparison indicates they are not in correct relative order.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Each conflict adds 2 to the heuristic indicating the minimum moves needed to resolve the conflict.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3BACA6-A1DA-8E63-AB68-11F21C373C28}"/>
                  </a:ext>
                </a:extLst>
              </p:cNvPr>
              <p:cNvSpPr txBox="1"/>
              <p:nvPr/>
            </p:nvSpPr>
            <p:spPr>
              <a:xfrm>
                <a:off x="7000151" y="1659859"/>
                <a:ext cx="444361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h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0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0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3BACA6-A1DA-8E63-AB68-11F21C373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151" y="1659859"/>
                <a:ext cx="444361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29AB31-37F8-C811-11C6-851A0BC7CA59}"/>
                  </a:ext>
                </a:extLst>
              </p:cNvPr>
              <p:cNvSpPr txBox="1"/>
              <p:nvPr/>
            </p:nvSpPr>
            <p:spPr>
              <a:xfrm>
                <a:off x="7000151" y="2745263"/>
                <a:ext cx="444361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2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0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0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1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2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29AB31-37F8-C811-11C6-851A0BC7C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151" y="2745263"/>
                <a:ext cx="444361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5D9105-BC64-0F57-427F-7555CE081288}"/>
                  </a:ext>
                </a:extLst>
              </p:cNvPr>
              <p:cNvSpPr txBox="1"/>
              <p:nvPr/>
            </p:nvSpPr>
            <p:spPr>
              <a:xfrm>
                <a:off x="5445690" y="5583300"/>
                <a:ext cx="5353681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8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2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⋅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𝑟𝑜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𝑟𝑜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Calibri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𝑟𝑜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cs typeface="Calibri"/>
                </a:endParaRPr>
              </a:p>
              <a:p>
                <a:pPr marL="628650" indent="-6286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Calibri"/>
                        </a:rPr>
                        <m:t>8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Calibri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Calibri"/>
                        </a:rPr>
                        <m:t>⋅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+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+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  <a:cs typeface="Calibri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0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+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0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+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  <a:cs typeface="Calibri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0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+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Calibri"/>
                                </a:rP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cs typeface="Calibri"/>
                </a:endParaRPr>
              </a:p>
              <a:p>
                <a:pPr marL="625475" indent="-6254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Calibri"/>
                        </a:rPr>
                        <m:t>12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5D9105-BC64-0F57-427F-7555CE081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5690" y="5583300"/>
                <a:ext cx="5353681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800AC5D-8803-651C-9B02-4F9A165FD2F6}"/>
              </a:ext>
            </a:extLst>
          </p:cNvPr>
          <p:cNvSpPr txBox="1"/>
          <p:nvPr/>
        </p:nvSpPr>
        <p:spPr>
          <a:xfrm>
            <a:off x="8819745" y="6265183"/>
            <a:ext cx="3319759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/>
              <a:t>(Observe no column conflicts here: no tiles are in their goal column but out of order.)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F7FE98-DAA3-36CA-1992-B8717C4DE51B}"/>
                  </a:ext>
                </a:extLst>
              </p:cNvPr>
              <p:cNvSpPr txBox="1"/>
              <p:nvPr/>
            </p:nvSpPr>
            <p:spPr>
              <a:xfrm>
                <a:off x="480559" y="5472332"/>
                <a:ext cx="3958048" cy="1200329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provides the tightest estimate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dirty="0"/>
                  <a:t>), meaning A*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would expand fewer nodes and reach the goal more efficiently than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3F7FE98-DAA3-36CA-1992-B8717C4DE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59" y="5472332"/>
                <a:ext cx="3958048" cy="1200329"/>
              </a:xfrm>
              <a:prstGeom prst="rect">
                <a:avLst/>
              </a:prstGeom>
              <a:blipFill>
                <a:blip r:embed="rId9"/>
                <a:stretch>
                  <a:fillRect l="-1229" t="-2513" b="-6533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70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  <p:bldP spid="10" grpId="0"/>
      <p:bldP spid="13" grpId="0"/>
      <p:bldP spid="14" grpId="0"/>
      <p:bldP spid="15" grpId="0"/>
      <p:bldP spid="18" grpId="0"/>
      <p:bldP spid="12" grpId="0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2">
            <a:extLst>
              <a:ext uri="{FF2B5EF4-FFF2-40B4-BE49-F238E27FC236}">
                <a16:creationId xmlns:a16="http://schemas.microsoft.com/office/drawing/2014/main" id="{A1497A2F-0229-C052-C52A-5FD1CAB06356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 dirty="0">
                <a:latin typeface="+mj-lt"/>
              </a:rPr>
              <a:t>Admissible Heuristics</a:t>
            </a:r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89B05C-1799-EA1A-1FAD-3731D9E26D09}"/>
              </a:ext>
            </a:extLst>
          </p:cNvPr>
          <p:cNvSpPr txBox="1"/>
          <p:nvPr/>
        </p:nvSpPr>
        <p:spPr>
          <a:xfrm>
            <a:off x="1866900" y="1025750"/>
            <a:ext cx="84582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/>
              <a:t>Under what conditions is A* guaranteed to find optimal solutions?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428B55-EBB4-2CDF-FC26-567BE4258D7F}"/>
                  </a:ext>
                </a:extLst>
              </p:cNvPr>
              <p:cNvSpPr txBox="1"/>
              <p:nvPr/>
            </p:nvSpPr>
            <p:spPr>
              <a:xfrm>
                <a:off x="853440" y="3617892"/>
                <a:ext cx="1063752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1889125" lvl="1" indent="-1889125"/>
                <a:r>
                  <a:rPr lang="en-US" sz="2000" dirty="0"/>
                  <a:t>Interpretation:</a:t>
                </a:r>
                <a:r>
                  <a:rPr lang="en-US" sz="200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en-US" sz="2000" dirty="0"/>
                  <a:t> is admissible if it never overestimates the cost to reach the destination node.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428B55-EBB4-2CDF-FC26-567BE4258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" y="3617892"/>
                <a:ext cx="10637520" cy="400110"/>
              </a:xfrm>
              <a:prstGeom prst="rect">
                <a:avLst/>
              </a:prstGeom>
              <a:blipFill>
                <a:blip r:embed="rId2"/>
                <a:stretch>
                  <a:fillRect l="-573" t="-7576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3AA14B8F-9091-3B59-744B-8CF15D1ADFFF}"/>
              </a:ext>
            </a:extLst>
          </p:cNvPr>
          <p:cNvGrpSpPr/>
          <p:nvPr/>
        </p:nvGrpSpPr>
        <p:grpSpPr>
          <a:xfrm>
            <a:off x="853440" y="2052517"/>
            <a:ext cx="10637520" cy="1226821"/>
            <a:chOff x="853440" y="2313355"/>
            <a:chExt cx="10637520" cy="12268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2FF766-8ACF-9630-C106-7DA9A4A29F18}"/>
                    </a:ext>
                  </a:extLst>
                </p:cNvPr>
                <p:cNvSpPr txBox="1"/>
                <p:nvPr/>
              </p:nvSpPr>
              <p:spPr>
                <a:xfrm>
                  <a:off x="853440" y="2313355"/>
                  <a:ext cx="5494020" cy="4308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200" b="1" i="1" dirty="0"/>
                    <a:t>Definition. </a:t>
                  </a:r>
                  <a:r>
                    <a:rPr lang="en-US" sz="2200" dirty="0"/>
                    <a:t>Heuristic </a:t>
                  </a:r>
                  <a14:m>
                    <m:oMath xmlns:m="http://schemas.openxmlformats.org/officeDocument/2006/math">
                      <m:r>
                        <a:rPr lang="en-US" sz="2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r>
                    <a:rPr lang="en-US" sz="2200" dirty="0"/>
                    <a:t> is admissible if: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2FF766-8ACF-9630-C106-7DA9A4A29F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440" y="2313355"/>
                  <a:ext cx="5494020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1443" t="-9859" b="-2816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77F0B9D-AFDB-7411-20AC-0237DAEA4693}"/>
                    </a:ext>
                  </a:extLst>
                </p:cNvPr>
                <p:cNvSpPr txBox="1"/>
                <p:nvPr/>
              </p:nvSpPr>
              <p:spPr>
                <a:xfrm>
                  <a:off x="1642110" y="3005852"/>
                  <a:ext cx="2613660" cy="4308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a:rPr lang="en-US" sz="22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2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2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1306B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solidFill>
                                  <a:srgbClr val="1306BA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1306BA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200" i="1">
                                <a:solidFill>
                                  <a:srgbClr val="1306B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solidFill>
                                  <a:srgbClr val="1306BA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77F0B9D-AFDB-7411-20AC-0237DAEA46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2110" y="3005852"/>
                  <a:ext cx="2613660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5053651-3664-8446-EEB6-0451BEDD2EF8}"/>
                    </a:ext>
                  </a:extLst>
                </p:cNvPr>
                <p:cNvSpPr txBox="1"/>
                <p:nvPr/>
              </p:nvSpPr>
              <p:spPr>
                <a:xfrm>
                  <a:off x="4754880" y="3005852"/>
                  <a:ext cx="6644640" cy="4308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200" dirty="0"/>
                    <a:t>for all </a:t>
                  </a:r>
                  <a14:m>
                    <m:oMath xmlns:m="http://schemas.openxmlformats.org/officeDocument/2006/math">
                      <m:r>
                        <a:rPr lang="en-US" sz="2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2200" dirty="0"/>
                    <a:t> where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200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r>
                    <a:rPr lang="en-US" sz="2200" dirty="0"/>
                    <a:t> is the true cost from </a:t>
                  </a:r>
                  <a14:m>
                    <m:oMath xmlns:m="http://schemas.openxmlformats.org/officeDocument/2006/math">
                      <m:r>
                        <a:rPr lang="en-US" sz="22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2200" dirty="0"/>
                    <a:t> to goal.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5053651-3664-8446-EEB6-0451BEDD2E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4880" y="3005852"/>
                  <a:ext cx="6644640" cy="430887"/>
                </a:xfrm>
                <a:prstGeom prst="rect">
                  <a:avLst/>
                </a:prstGeom>
                <a:blipFill>
                  <a:blip r:embed="rId5"/>
                  <a:stretch>
                    <a:fillRect l="-1193" t="-8451" b="-2816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B16865C-2617-534F-5703-C36E4BF982C3}"/>
                </a:ext>
              </a:extLst>
            </p:cNvPr>
            <p:cNvSpPr/>
            <p:nvPr/>
          </p:nvSpPr>
          <p:spPr>
            <a:xfrm>
              <a:off x="853440" y="2313356"/>
              <a:ext cx="10637520" cy="122682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FD12AEF-D4C7-9129-07CE-B5D7F238DE6B}"/>
              </a:ext>
            </a:extLst>
          </p:cNvPr>
          <p:cNvSpPr txBox="1"/>
          <p:nvPr/>
        </p:nvSpPr>
        <p:spPr>
          <a:xfrm>
            <a:off x="556260" y="4546302"/>
            <a:ext cx="1281075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Examples: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79C844-6935-4F7A-D8C3-6B32AF082952}"/>
              </a:ext>
            </a:extLst>
          </p:cNvPr>
          <p:cNvSpPr txBox="1"/>
          <p:nvPr/>
        </p:nvSpPr>
        <p:spPr>
          <a:xfrm>
            <a:off x="925830" y="4946412"/>
            <a:ext cx="6065520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Straight-line distance for route finding</a:t>
            </a:r>
          </a:p>
          <a:p>
            <a:r>
              <a:rPr lang="en-US" dirty="0"/>
              <a:t>Manhattan distance for grid worlds</a:t>
            </a:r>
            <a:br>
              <a:rPr lang="en-US" dirty="0"/>
            </a:br>
            <a:r>
              <a:rPr lang="en-US" dirty="0"/>
              <a:t>Number of misplaced tiles for 8-puzzle</a:t>
            </a:r>
            <a:br>
              <a:rPr lang="en-US" dirty="0"/>
            </a:br>
            <a:r>
              <a:rPr lang="en-US" dirty="0"/>
              <a:t>Minimum Spanning Tree in the Traveling Salesperson problem.</a:t>
            </a:r>
          </a:p>
          <a:p>
            <a:r>
              <a:rPr lang="en-US" dirty="0"/>
              <a:t>Number of attacking pairs: in the 8-Queens problem.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2AA643-D4A4-5257-E98B-59CCD62BCB4F}"/>
              </a:ext>
            </a:extLst>
          </p:cNvPr>
          <p:cNvSpPr txBox="1"/>
          <p:nvPr/>
        </p:nvSpPr>
        <p:spPr>
          <a:xfrm>
            <a:off x="7555230" y="5015538"/>
            <a:ext cx="4202430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Max(horizontal distance, vertical distance)</a:t>
            </a:r>
          </a:p>
          <a:p>
            <a:r>
              <a:rPr lang="en-US" dirty="0"/>
              <a:t>Random numbers</a:t>
            </a:r>
          </a:p>
          <a:p>
            <a:r>
              <a:rPr lang="en-US" dirty="0"/>
              <a:t>Actual driving time (overestimates driving distance)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B9EF0B-9E98-AB64-EEE0-EE4B109FC704}"/>
              </a:ext>
            </a:extLst>
          </p:cNvPr>
          <p:cNvSpPr txBox="1"/>
          <p:nvPr/>
        </p:nvSpPr>
        <p:spPr>
          <a:xfrm>
            <a:off x="6812280" y="4546302"/>
            <a:ext cx="137922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Examples?</a:t>
            </a:r>
            <a:endParaRPr lang="en-US" sz="2000" dirty="0"/>
          </a:p>
        </p:txBody>
      </p:sp>
      <p:pic>
        <p:nvPicPr>
          <p:cNvPr id="24" name="Graphic 23" descr="Close with solid fill">
            <a:extLst>
              <a:ext uri="{FF2B5EF4-FFF2-40B4-BE49-F238E27FC236}">
                <a16:creationId xmlns:a16="http://schemas.microsoft.com/office/drawing/2014/main" id="{86D0FE95-BD45-D26D-031C-95F4369D42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0587" y="5082212"/>
            <a:ext cx="275123" cy="275123"/>
          </a:xfrm>
          <a:prstGeom prst="rect">
            <a:avLst/>
          </a:prstGeom>
        </p:spPr>
      </p:pic>
      <p:pic>
        <p:nvPicPr>
          <p:cNvPr id="25" name="Graphic 24" descr="Close with solid fill">
            <a:extLst>
              <a:ext uri="{FF2B5EF4-FFF2-40B4-BE49-F238E27FC236}">
                <a16:creationId xmlns:a16="http://schemas.microsoft.com/office/drawing/2014/main" id="{80911C45-B20B-720F-5DE6-35D4704019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0587" y="5356532"/>
            <a:ext cx="275123" cy="275123"/>
          </a:xfrm>
          <a:prstGeom prst="rect">
            <a:avLst/>
          </a:prstGeom>
        </p:spPr>
      </p:pic>
      <p:pic>
        <p:nvPicPr>
          <p:cNvPr id="26" name="Graphic 25" descr="Close with solid fill">
            <a:extLst>
              <a:ext uri="{FF2B5EF4-FFF2-40B4-BE49-F238E27FC236}">
                <a16:creationId xmlns:a16="http://schemas.microsoft.com/office/drawing/2014/main" id="{5AF09E47-033E-1D47-2F67-4032863533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0587" y="5722292"/>
            <a:ext cx="275123" cy="27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6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0" grpId="0"/>
      <p:bldP spid="22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B29987E5-443A-230B-92FB-5E92A0CA4F85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0" i="0" dirty="0">
                <a:latin typeface="+mj-lt"/>
              </a:rPr>
              <a:t>A* Proof of Optimality</a:t>
            </a:r>
            <a:endParaRPr lang="en-US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AE0B58-2FDD-C5AF-F7F4-BCEECB68DE75}"/>
              </a:ext>
            </a:extLst>
          </p:cNvPr>
          <p:cNvSpPr txBox="1"/>
          <p:nvPr/>
        </p:nvSpPr>
        <p:spPr>
          <a:xfrm>
            <a:off x="861060" y="964444"/>
            <a:ext cx="7299960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i="1" dirty="0"/>
              <a:t>Theorem. </a:t>
            </a:r>
            <a:r>
              <a:rPr lang="en-US" sz="2000" dirty="0"/>
              <a:t>A*, with admissible heuristic, will find an optimal solution.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32858E-11DE-B719-7077-CAA224CE5887}"/>
              </a:ext>
            </a:extLst>
          </p:cNvPr>
          <p:cNvSpPr txBox="1">
            <a:spLocks/>
          </p:cNvSpPr>
          <p:nvPr/>
        </p:nvSpPr>
        <p:spPr>
          <a:xfrm>
            <a:off x="861060" y="1616850"/>
            <a:ext cx="3329940" cy="400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i="1" dirty="0"/>
              <a:t>Proof by Contradiction.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F1504B-D6A1-5470-8D99-73B1EB7B39E7}"/>
                  </a:ext>
                </a:extLst>
              </p:cNvPr>
              <p:cNvSpPr txBox="1"/>
              <p:nvPr/>
            </p:nvSpPr>
            <p:spPr>
              <a:xfrm>
                <a:off x="888508" y="2640437"/>
                <a:ext cx="10884391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Then there must be some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which is on the optimal path and is unexpanded (because if all the nodes on the optimal path had been expanded, then we would have returned that optimal solution).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F1504B-D6A1-5470-8D99-73B1EB7B3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508" y="2640437"/>
                <a:ext cx="10884391" cy="707886"/>
              </a:xfrm>
              <a:prstGeom prst="rect">
                <a:avLst/>
              </a:prstGeom>
              <a:blipFill>
                <a:blip r:embed="rId2"/>
                <a:stretch>
                  <a:fillRect l="-616" t="-4310" b="-146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3">
                <a:extLst>
                  <a:ext uri="{FF2B5EF4-FFF2-40B4-BE49-F238E27FC236}">
                    <a16:creationId xmlns:a16="http://schemas.microsoft.com/office/drawing/2014/main" id="{519046C8-D80B-192B-F7DA-BC98B3CFAECF}"/>
                  </a:ext>
                </a:extLst>
              </p:cNvPr>
              <p:cNvSpPr txBox="1"/>
              <p:nvPr/>
            </p:nvSpPr>
            <p:spPr>
              <a:xfrm>
                <a:off x="9728322" y="1052013"/>
                <a:ext cx="754411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1" i="1" spc="-20" dirty="0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1400" b="1" i="1" spc="-20" dirty="0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𝒈</m:t>
                          </m:r>
                        </m:e>
                        <m:sup>
                          <m:r>
                            <a:rPr lang="en-US" sz="1400" b="1" i="1" spc="-20" dirty="0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1400" b="1" i="1" spc="-20" dirty="0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1400" b="1" i="1" spc="-20" dirty="0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rgbClr val="1306BA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2" name="object 23">
                <a:extLst>
                  <a:ext uri="{FF2B5EF4-FFF2-40B4-BE49-F238E27FC236}">
                    <a16:creationId xmlns:a16="http://schemas.microsoft.com/office/drawing/2014/main" id="{519046C8-D80B-192B-F7DA-BC98B3CFA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8322" y="1052013"/>
                <a:ext cx="754411" cy="228268"/>
              </a:xfrm>
              <a:prstGeom prst="rect">
                <a:avLst/>
              </a:prstGeom>
              <a:blipFill>
                <a:blip r:embed="rId3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5766A83-687C-F379-C627-D91D61A81C4B}"/>
                  </a:ext>
                </a:extLst>
              </p:cNvPr>
              <p:cNvSpPr/>
              <p:nvPr/>
            </p:nvSpPr>
            <p:spPr>
              <a:xfrm>
                <a:off x="9307840" y="746075"/>
                <a:ext cx="315164" cy="31604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5766A83-687C-F379-C627-D91D61A81C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840" y="746075"/>
                <a:ext cx="315164" cy="31604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0392D5A-132E-0FB0-8686-FCC516A9DBE4}"/>
                  </a:ext>
                </a:extLst>
              </p:cNvPr>
              <p:cNvSpPr/>
              <p:nvPr/>
            </p:nvSpPr>
            <p:spPr>
              <a:xfrm>
                <a:off x="10482733" y="746075"/>
                <a:ext cx="315164" cy="31604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0392D5A-132E-0FB0-8686-FCC516A9DB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2733" y="746075"/>
                <a:ext cx="315164" cy="31604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23">
                <a:extLst>
                  <a:ext uri="{FF2B5EF4-FFF2-40B4-BE49-F238E27FC236}">
                    <a16:creationId xmlns:a16="http://schemas.microsoft.com/office/drawing/2014/main" id="{F04F59CD-5455-57A8-D073-108C6EADA63F}"/>
                  </a:ext>
                </a:extLst>
              </p:cNvPr>
              <p:cNvSpPr txBox="1"/>
              <p:nvPr/>
            </p:nvSpPr>
            <p:spPr>
              <a:xfrm>
                <a:off x="10953735" y="1058248"/>
                <a:ext cx="754411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1" i="1" spc="-2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en-US" sz="1400" b="1" i="1" spc="-2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𝒉</m:t>
                          </m:r>
                        </m:e>
                        <m:sup>
                          <m:r>
                            <a:rPr lang="en-US" sz="1400" b="1" i="1" spc="-2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1400" b="1" i="1" spc="-2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1400" b="1" i="1" spc="-20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rgbClr val="00B050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3" name="object 23">
                <a:extLst>
                  <a:ext uri="{FF2B5EF4-FFF2-40B4-BE49-F238E27FC236}">
                    <a16:creationId xmlns:a16="http://schemas.microsoft.com/office/drawing/2014/main" id="{F04F59CD-5455-57A8-D073-108C6EADA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3735" y="1058248"/>
                <a:ext cx="754411" cy="228268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bject 23">
            <a:extLst>
              <a:ext uri="{FF2B5EF4-FFF2-40B4-BE49-F238E27FC236}">
                <a16:creationId xmlns:a16="http://schemas.microsoft.com/office/drawing/2014/main" id="{B81CA3D3-C6EF-4D9A-213F-E01F923B9B60}"/>
              </a:ext>
            </a:extLst>
          </p:cNvPr>
          <p:cNvSpPr txBox="1"/>
          <p:nvPr/>
        </p:nvSpPr>
        <p:spPr>
          <a:xfrm>
            <a:off x="10022261" y="746075"/>
            <a:ext cx="3690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latin typeface="Calibri"/>
                <a:cs typeface="Calibri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2492A6B-4CA6-5609-4AC6-EDDE196BAD65}"/>
                  </a:ext>
                </a:extLst>
              </p:cNvPr>
              <p:cNvSpPr txBox="1"/>
              <p:nvPr/>
            </p:nvSpPr>
            <p:spPr>
              <a:xfrm>
                <a:off x="861060" y="2147789"/>
                <a:ext cx="1038479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Suppose the optimal path has cost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, but A* returns a suboptimal path with cost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2492A6B-4CA6-5609-4AC6-EDDE196BA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" y="2147789"/>
                <a:ext cx="10384790" cy="400110"/>
              </a:xfrm>
              <a:prstGeom prst="rect">
                <a:avLst/>
              </a:prstGeom>
              <a:blipFill>
                <a:blip r:embed="rId7"/>
                <a:stretch>
                  <a:fillRect l="-587" t="-7576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F656B27-87D1-77DF-B9EF-49316B682104}"/>
              </a:ext>
            </a:extLst>
          </p:cNvPr>
          <p:cNvCxnSpPr>
            <a:cxnSpLocks/>
          </p:cNvCxnSpPr>
          <p:nvPr/>
        </p:nvCxnSpPr>
        <p:spPr>
          <a:xfrm>
            <a:off x="9623004" y="903743"/>
            <a:ext cx="317906" cy="0"/>
          </a:xfrm>
          <a:prstGeom prst="straightConnector1">
            <a:avLst/>
          </a:prstGeom>
          <a:ln w="25400">
            <a:solidFill>
              <a:srgbClr val="1306BA"/>
            </a:solidFill>
            <a:prstDash val="soli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1A92E9D-D225-A791-E5B1-E753F30EC7F1}"/>
                  </a:ext>
                </a:extLst>
              </p:cNvPr>
              <p:cNvSpPr/>
              <p:nvPr/>
            </p:nvSpPr>
            <p:spPr>
              <a:xfrm>
                <a:off x="11603787" y="746075"/>
                <a:ext cx="315164" cy="31604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1A92E9D-D225-A791-E5B1-E753F30EC7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3787" y="746075"/>
                <a:ext cx="315164" cy="316042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74142D-A502-4A2F-328A-F1F9120C7D66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11417301" y="904096"/>
            <a:ext cx="186486" cy="0"/>
          </a:xfrm>
          <a:prstGeom prst="straightConnector1">
            <a:avLst/>
          </a:prstGeom>
          <a:ln w="25400">
            <a:solidFill>
              <a:srgbClr val="1306BA"/>
            </a:solidFill>
            <a:prstDash val="soli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object 23">
            <a:extLst>
              <a:ext uri="{FF2B5EF4-FFF2-40B4-BE49-F238E27FC236}">
                <a16:creationId xmlns:a16="http://schemas.microsoft.com/office/drawing/2014/main" id="{6981B5DF-30E6-1D70-0EC5-0F29810C8DB0}"/>
              </a:ext>
            </a:extLst>
          </p:cNvPr>
          <p:cNvSpPr txBox="1"/>
          <p:nvPr/>
        </p:nvSpPr>
        <p:spPr>
          <a:xfrm>
            <a:off x="11197154" y="746075"/>
            <a:ext cx="3690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latin typeface="Calibri"/>
                <a:cs typeface="Calibri"/>
              </a:rPr>
              <a:t>…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2C3A68-5AB8-E108-8A99-309C6615AE2F}"/>
              </a:ext>
            </a:extLst>
          </p:cNvPr>
          <p:cNvCxnSpPr>
            <a:cxnSpLocks/>
          </p:cNvCxnSpPr>
          <p:nvPr/>
        </p:nvCxnSpPr>
        <p:spPr>
          <a:xfrm>
            <a:off x="10797897" y="903390"/>
            <a:ext cx="317906" cy="0"/>
          </a:xfrm>
          <a:prstGeom prst="straightConnector1">
            <a:avLst/>
          </a:prstGeom>
          <a:ln w="25400">
            <a:solidFill>
              <a:srgbClr val="1306BA"/>
            </a:solidFill>
            <a:prstDash val="soli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CC272C-2FD5-5C77-98F0-4539EA570BA7}"/>
                  </a:ext>
                </a:extLst>
              </p:cNvPr>
              <p:cNvSpPr txBox="1"/>
              <p:nvPr/>
            </p:nvSpPr>
            <p:spPr>
              <a:xfrm>
                <a:off x="888509" y="4271653"/>
                <a:ext cx="4508991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b="0" dirty="0"/>
                  <a:t>Recall,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 is the path cost through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to a goal.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ACC272C-2FD5-5C77-98F0-4539EA570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509" y="4271653"/>
                <a:ext cx="4508991" cy="707886"/>
              </a:xfrm>
              <a:prstGeom prst="rect">
                <a:avLst/>
              </a:prstGeom>
              <a:blipFill>
                <a:blip r:embed="rId9"/>
                <a:stretch>
                  <a:fillRect l="-1488" t="-5172" r="-406" b="-146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3C5FE5-88BF-79FE-528E-90F77EFF6CD1}"/>
                  </a:ext>
                </a:extLst>
              </p:cNvPr>
              <p:cNvSpPr txBox="1"/>
              <p:nvPr/>
            </p:nvSpPr>
            <p:spPr>
              <a:xfrm>
                <a:off x="6021070" y="4279162"/>
                <a:ext cx="213995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3C5FE5-88BF-79FE-528E-90F77EFF6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070" y="4279162"/>
                <a:ext cx="2139950" cy="369332"/>
              </a:xfrm>
              <a:prstGeom prst="rect">
                <a:avLst/>
              </a:prstGeom>
              <a:blipFill>
                <a:blip r:embed="rId10"/>
                <a:stretch>
                  <a:fillRect l="-855" b="-11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4B31A2-A796-CA13-EC02-F25A24A479CC}"/>
                  </a:ext>
                </a:extLst>
              </p:cNvPr>
              <p:cNvSpPr txBox="1"/>
              <p:nvPr/>
            </p:nvSpPr>
            <p:spPr>
              <a:xfrm>
                <a:off x="6542452" y="4663883"/>
                <a:ext cx="175123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4B31A2-A796-CA13-EC02-F25A24A47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452" y="4663883"/>
                <a:ext cx="1751239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6B7E931-759B-D1EF-77DA-B8D9E580DE18}"/>
                  </a:ext>
                </a:extLst>
              </p:cNvPr>
              <p:cNvSpPr txBox="1"/>
              <p:nvPr/>
            </p:nvSpPr>
            <p:spPr>
              <a:xfrm>
                <a:off x="8445486" y="4663883"/>
                <a:ext cx="290969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on an optimal path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6B7E931-759B-D1EF-77DA-B8D9E580D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486" y="4663883"/>
                <a:ext cx="2909698" cy="369332"/>
              </a:xfrm>
              <a:prstGeom prst="rect">
                <a:avLst/>
              </a:prstGeom>
              <a:blipFill>
                <a:blip r:embed="rId12"/>
                <a:stretch>
                  <a:fillRect l="-1674" t="-8197" r="-628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5260D81-7D71-3F89-EED1-7D678D775689}"/>
                  </a:ext>
                </a:extLst>
              </p:cNvPr>
              <p:cNvSpPr txBox="1"/>
              <p:nvPr/>
            </p:nvSpPr>
            <p:spPr>
              <a:xfrm>
                <a:off x="6542452" y="5048604"/>
                <a:ext cx="190303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5260D81-7D71-3F89-EED1-7D678D775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452" y="5048604"/>
                <a:ext cx="1903034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FF96B77-2D4A-9D9B-A40F-1EB49C45E8E5}"/>
                  </a:ext>
                </a:extLst>
              </p:cNvPr>
              <p:cNvSpPr txBox="1"/>
              <p:nvPr/>
            </p:nvSpPr>
            <p:spPr>
              <a:xfrm>
                <a:off x="8457687" y="5048604"/>
                <a:ext cx="290969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Admissability: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FF96B77-2D4A-9D9B-A40F-1EB49C45E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7687" y="5048604"/>
                <a:ext cx="2909698" cy="369332"/>
              </a:xfrm>
              <a:prstGeom prst="rect">
                <a:avLst/>
              </a:prstGeom>
              <a:blipFill>
                <a:blip r:embed="rId14"/>
                <a:stretch>
                  <a:fillRect l="-1674"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F1A8551-4764-C406-E571-BE0AE70CFBF6}"/>
                  </a:ext>
                </a:extLst>
              </p:cNvPr>
              <p:cNvSpPr txBox="1"/>
              <p:nvPr/>
            </p:nvSpPr>
            <p:spPr>
              <a:xfrm>
                <a:off x="6542452" y="5474076"/>
                <a:ext cx="190303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F1A8551-4764-C406-E571-BE0AE70CF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452" y="5474076"/>
                <a:ext cx="1903034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AEE36A-57F9-8248-2B18-CFE96A6A7C9C}"/>
                  </a:ext>
                </a:extLst>
              </p:cNvPr>
              <p:cNvSpPr txBox="1"/>
              <p:nvPr/>
            </p:nvSpPr>
            <p:spPr>
              <a:xfrm>
                <a:off x="8457687" y="5474076"/>
                <a:ext cx="340833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By definition,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1AEE36A-57F9-8248-2B18-CFE96A6A7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7687" y="5474076"/>
                <a:ext cx="3408334" cy="369332"/>
              </a:xfrm>
              <a:prstGeom prst="rect">
                <a:avLst/>
              </a:prstGeom>
              <a:blipFill>
                <a:blip r:embed="rId16"/>
                <a:stretch>
                  <a:fillRect l="-1429" t="-9836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>
            <a:extLst>
              <a:ext uri="{FF2B5EF4-FFF2-40B4-BE49-F238E27FC236}">
                <a16:creationId xmlns:a16="http://schemas.microsoft.com/office/drawing/2014/main" id="{F5A827F9-9DBE-0897-6ED5-E13C3F7E6A3F}"/>
              </a:ext>
            </a:extLst>
          </p:cNvPr>
          <p:cNvSpPr/>
          <p:nvPr/>
        </p:nvSpPr>
        <p:spPr>
          <a:xfrm rot="16200000">
            <a:off x="10592232" y="812158"/>
            <a:ext cx="226693" cy="1250725"/>
          </a:xfrm>
          <a:prstGeom prst="leftBrace">
            <a:avLst>
              <a:gd name="adj1" fmla="val 8333"/>
              <a:gd name="adj2" fmla="val 4879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57C2587-5CFE-702C-CC4F-ACDB326A1887}"/>
                  </a:ext>
                </a:extLst>
              </p:cNvPr>
              <p:cNvSpPr txBox="1"/>
              <p:nvPr/>
            </p:nvSpPr>
            <p:spPr>
              <a:xfrm>
                <a:off x="9871518" y="1531721"/>
                <a:ext cx="167216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1400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57C2587-5CFE-702C-CC4F-ACDB326A1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1518" y="1531721"/>
                <a:ext cx="1672167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D0430CA-668E-79C8-4AC9-599B04554BA3}"/>
                  </a:ext>
                </a:extLst>
              </p:cNvPr>
              <p:cNvSpPr txBox="1"/>
              <p:nvPr/>
            </p:nvSpPr>
            <p:spPr>
              <a:xfrm>
                <a:off x="888509" y="5974398"/>
                <a:ext cx="450899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b="0" dirty="0"/>
                  <a:t>However, our assumption was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D0430CA-668E-79C8-4AC9-599B04554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509" y="5974398"/>
                <a:ext cx="4508991" cy="400110"/>
              </a:xfrm>
              <a:prstGeom prst="rect">
                <a:avLst/>
              </a:prstGeom>
              <a:blipFill>
                <a:blip r:embed="rId18"/>
                <a:stretch>
                  <a:fillRect l="-1488" t="-7576" r="-1353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FF7F3FC8-2044-85D8-9E02-A55C5F8DFEDC}"/>
              </a:ext>
            </a:extLst>
          </p:cNvPr>
          <p:cNvSpPr/>
          <p:nvPr/>
        </p:nvSpPr>
        <p:spPr>
          <a:xfrm>
            <a:off x="5397500" y="6285172"/>
            <a:ext cx="82550" cy="89336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6F8249F-F077-17A0-3501-F8DF45C129F3}"/>
                  </a:ext>
                </a:extLst>
              </p:cNvPr>
              <p:cNvSpPr txBox="1"/>
              <p:nvPr/>
            </p:nvSpPr>
            <p:spPr>
              <a:xfrm>
                <a:off x="888508" y="3452020"/>
                <a:ext cx="10884391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 be the cost of the optimal path from start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 be the cost of the optimal path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to the goal.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6F8249F-F077-17A0-3501-F8DF45C12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508" y="3452020"/>
                <a:ext cx="10884391" cy="707886"/>
              </a:xfrm>
              <a:prstGeom prst="rect">
                <a:avLst/>
              </a:prstGeom>
              <a:blipFill>
                <a:blip r:embed="rId19"/>
                <a:stretch>
                  <a:fillRect l="-616" t="-4310" b="-146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Left Brace 47">
            <a:extLst>
              <a:ext uri="{FF2B5EF4-FFF2-40B4-BE49-F238E27FC236}">
                <a16:creationId xmlns:a16="http://schemas.microsoft.com/office/drawing/2014/main" id="{A2CB40E4-0839-345D-95FA-06E0CCB9862B}"/>
              </a:ext>
            </a:extLst>
          </p:cNvPr>
          <p:cNvSpPr/>
          <p:nvPr/>
        </p:nvSpPr>
        <p:spPr>
          <a:xfrm rot="5400000">
            <a:off x="10516553" y="-594176"/>
            <a:ext cx="226693" cy="2286000"/>
          </a:xfrm>
          <a:prstGeom prst="leftBrace">
            <a:avLst>
              <a:gd name="adj1" fmla="val 8333"/>
              <a:gd name="adj2" fmla="val 48798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64BDED1-077E-AC3F-E1EA-13830A9BE170}"/>
                  </a:ext>
                </a:extLst>
              </p:cNvPr>
              <p:cNvSpPr txBox="1"/>
              <p:nvPr/>
            </p:nvSpPr>
            <p:spPr>
              <a:xfrm>
                <a:off x="10080216" y="169550"/>
                <a:ext cx="131343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64BDED1-077E-AC3F-E1EA-13830A9BE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0216" y="169550"/>
                <a:ext cx="1313431" cy="307777"/>
              </a:xfrm>
              <a:prstGeom prst="rect">
                <a:avLst/>
              </a:prstGeom>
              <a:blipFill>
                <a:blip r:embed="rId20"/>
                <a:stretch>
                  <a:fillRect b="-8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40B0EDC-99B1-7519-D1C4-95FDC4CD6CD2}"/>
              </a:ext>
            </a:extLst>
          </p:cNvPr>
          <p:cNvCxnSpPr>
            <a:cxnSpLocks/>
          </p:cNvCxnSpPr>
          <p:nvPr/>
        </p:nvCxnSpPr>
        <p:spPr>
          <a:xfrm>
            <a:off x="10296247" y="904096"/>
            <a:ext cx="186486" cy="0"/>
          </a:xfrm>
          <a:prstGeom prst="straightConnector1">
            <a:avLst/>
          </a:prstGeom>
          <a:ln w="25400">
            <a:solidFill>
              <a:srgbClr val="1306BA"/>
            </a:solidFill>
            <a:prstDash val="soli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  <p:bldP spid="23" grpId="0" animBg="1"/>
      <p:bldP spid="24" grpId="0" animBg="1"/>
      <p:bldP spid="33" grpId="0"/>
      <p:bldP spid="40" grpId="0"/>
      <p:bldP spid="2" grpId="0"/>
      <p:bldP spid="8" grpId="0" animBg="1"/>
      <p:bldP spid="10" grpId="0"/>
      <p:bldP spid="12" grpId="0"/>
      <p:bldP spid="14" grpId="0"/>
      <p:bldP spid="17" grpId="0"/>
      <p:bldP spid="19" grpId="0"/>
      <p:bldP spid="37" grpId="0"/>
      <p:bldP spid="38" grpId="0"/>
      <p:bldP spid="39" grpId="0"/>
      <p:bldP spid="41" grpId="0"/>
      <p:bldP spid="42" grpId="0" animBg="1"/>
      <p:bldP spid="44" grpId="0"/>
      <p:bldP spid="45" grpId="0"/>
      <p:bldP spid="46" grpId="0" animBg="1"/>
      <p:bldP spid="47" grpId="0"/>
      <p:bldP spid="48" grpId="0" animBg="1"/>
      <p:bldP spid="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653626" y="853151"/>
                <a:ext cx="10948245" cy="5708400"/>
              </a:xfrm>
              <a:prstGeom prst="rect">
                <a:avLst/>
              </a:prstGeom>
            </p:spPr>
            <p:txBody>
              <a:bodyPr vert="horz" wrap="square" lIns="0" tIns="67733" rIns="0" bIns="0" rtlCol="0">
                <a:spAutoFit/>
              </a:bodyPr>
              <a:lstStyle/>
              <a:p>
                <a:pPr marL="16933">
                  <a:spcBef>
                    <a:spcPts val="533"/>
                  </a:spcBef>
                  <a:tabLst>
                    <a:tab pos="535080" algn="l"/>
                  </a:tabLst>
                </a:pPr>
                <a:r>
                  <a:rPr lang="en-US" dirty="0">
                    <a:latin typeface="Calibri"/>
                    <a:cs typeface="Calibri"/>
                  </a:rPr>
                  <a:t>Put</a:t>
                </a:r>
                <a:r>
                  <a:rPr lang="en-US" spc="-40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the</a:t>
                </a:r>
                <a:r>
                  <a:rPr lang="en-US" spc="-47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start</a:t>
                </a:r>
                <a:r>
                  <a:rPr lang="en-US" spc="-40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state</a:t>
                </a:r>
                <a:r>
                  <a:rPr lang="en-US" spc="-13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𝑆</m:t>
                    </m:r>
                  </m:oMath>
                </a14:m>
                <a:r>
                  <a:rPr lang="en-US" spc="-40" dirty="0">
                    <a:solidFill>
                      <a:srgbClr val="0000FF"/>
                    </a:solidFill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on</a:t>
                </a:r>
                <a:r>
                  <a:rPr lang="en-US" spc="-33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the</a:t>
                </a:r>
                <a:r>
                  <a:rPr lang="en-US" spc="-33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priority</a:t>
                </a:r>
                <a:r>
                  <a:rPr lang="en-US" spc="-33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queue called </a:t>
                </a:r>
                <a:r>
                  <a:rPr lang="en-US" spc="-27" dirty="0">
                    <a:solidFill>
                      <a:srgbClr val="0000FF"/>
                    </a:solidFill>
                    <a:latin typeface="Calibri"/>
                    <a:cs typeface="Calibri"/>
                  </a:rPr>
                  <a:t>OPEN</a:t>
                </a:r>
                <a:r>
                  <a:rPr lang="en-US" spc="-27" dirty="0">
                    <a:latin typeface="Calibri"/>
                    <a:cs typeface="Calibri"/>
                  </a:rPr>
                  <a:t>.</a:t>
                </a:r>
                <a:endParaRPr lang="en-US" dirty="0">
                  <a:latin typeface="Calibri"/>
                  <a:cs typeface="Calibri"/>
                </a:endParaRPr>
              </a:p>
              <a:p>
                <a:pPr marL="16933">
                  <a:spcBef>
                    <a:spcPts val="400"/>
                  </a:spcBef>
                  <a:tabLst>
                    <a:tab pos="535080" algn="l"/>
                  </a:tabLst>
                </a:pPr>
                <a:r>
                  <a:rPr lang="en-US" dirty="0">
                    <a:latin typeface="Calibri"/>
                    <a:cs typeface="Calibri"/>
                  </a:rPr>
                  <a:t>Repeat until </a:t>
                </a:r>
                <a:r>
                  <a:rPr lang="en-US" dirty="0">
                    <a:solidFill>
                      <a:srgbClr val="0000FF"/>
                    </a:solidFill>
                    <a:latin typeface="Calibri"/>
                    <a:cs typeface="Calibri"/>
                  </a:rPr>
                  <a:t>OPEN</a:t>
                </a:r>
                <a:r>
                  <a:rPr lang="en-US" spc="7" dirty="0">
                    <a:solidFill>
                      <a:srgbClr val="0000FF"/>
                    </a:solidFill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is</a:t>
                </a:r>
                <a:r>
                  <a:rPr lang="en-US" spc="-47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empty,</a:t>
                </a:r>
              </a:p>
              <a:p>
                <a:pPr marL="16933">
                  <a:spcBef>
                    <a:spcPts val="400"/>
                  </a:spcBef>
                  <a:tabLst>
                    <a:tab pos="535080" algn="l"/>
                  </a:tabLst>
                </a:pPr>
                <a:r>
                  <a:rPr lang="en-US" dirty="0">
                    <a:latin typeface="Calibri"/>
                    <a:cs typeface="Calibri"/>
                  </a:rPr>
                  <a:t>	Remove</a:t>
                </a:r>
                <a:r>
                  <a:rPr lang="en-US" spc="13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from</a:t>
                </a:r>
                <a:r>
                  <a:rPr lang="en-US" spc="-20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solidFill>
                      <a:srgbClr val="0000FF"/>
                    </a:solidFill>
                    <a:latin typeface="Calibri"/>
                    <a:cs typeface="Calibri"/>
                  </a:rPr>
                  <a:t>OPEN </a:t>
                </a:r>
                <a:r>
                  <a:rPr lang="en-US" dirty="0">
                    <a:latin typeface="Calibri"/>
                    <a:cs typeface="Calibri"/>
                  </a:rPr>
                  <a:t>and</a:t>
                </a:r>
                <a:r>
                  <a:rPr lang="en-US" spc="-53" dirty="0">
                    <a:latin typeface="Calibri"/>
                    <a:cs typeface="Calibri"/>
                  </a:rPr>
                  <a:t> add to</a:t>
                </a:r>
                <a:r>
                  <a:rPr lang="en-US" spc="-40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solidFill>
                      <a:srgbClr val="0000FF"/>
                    </a:solidFill>
                    <a:latin typeface="Calibri"/>
                    <a:cs typeface="Calibri"/>
                  </a:rPr>
                  <a:t>CLOSED</a:t>
                </a:r>
                <a:r>
                  <a:rPr lang="en-US" spc="13" dirty="0">
                    <a:solidFill>
                      <a:srgbClr val="0000FF"/>
                    </a:solidFill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a</a:t>
                </a:r>
                <a:r>
                  <a:rPr lang="en-US" spc="-53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node</a:t>
                </a:r>
                <a:r>
                  <a:rPr lang="en-US" spc="-13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</m:oMath>
                </a14:m>
                <a:r>
                  <a:rPr lang="en-US" spc="-40" dirty="0">
                    <a:solidFill>
                      <a:srgbClr val="0000FF"/>
                    </a:solidFill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for</a:t>
                </a:r>
                <a:r>
                  <a:rPr lang="en-US" spc="-33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which</a:t>
                </a:r>
                <a:r>
                  <a:rPr lang="en-US" spc="-4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𝑓</m:t>
                    </m:r>
                    <m:d>
                      <m:dPr>
                        <m:ctrlPr>
                          <a:rPr lang="ar-AE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𝑔</m:t>
                    </m:r>
                    <m:d>
                      <m:dPr>
                        <m:ctrlPr>
                          <a:rPr lang="ar-AE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ar-AE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</m:oMath>
                </a14:m>
                <a:r>
                  <a:rPr lang="ar-AE" spc="-33" dirty="0">
                    <a:solidFill>
                      <a:srgbClr val="0000FF"/>
                    </a:solidFill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is</a:t>
                </a:r>
                <a:r>
                  <a:rPr lang="en-US" spc="-40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minimum.</a:t>
                </a:r>
              </a:p>
              <a:p>
                <a:pPr marL="16933">
                  <a:spcBef>
                    <a:spcPts val="400"/>
                  </a:spcBef>
                  <a:tabLst>
                    <a:tab pos="535080" algn="l"/>
                  </a:tabLst>
                </a:pPr>
                <a:r>
                  <a:rPr lang="en-US" dirty="0">
                    <a:latin typeface="Calibri"/>
                    <a:cs typeface="Calibri"/>
                  </a:rPr>
                  <a:t>	If</a:t>
                </a:r>
                <a:r>
                  <a:rPr lang="en-US" spc="-4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</m:oMath>
                </a14:m>
                <a:r>
                  <a:rPr lang="en-US" spc="-33" dirty="0">
                    <a:solidFill>
                      <a:srgbClr val="0000FF"/>
                    </a:solidFill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is</a:t>
                </a:r>
                <a:r>
                  <a:rPr lang="en-US" spc="-27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a</a:t>
                </a:r>
                <a:r>
                  <a:rPr lang="en-US" spc="-33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goal</a:t>
                </a:r>
                <a:r>
                  <a:rPr lang="en-US" spc="-33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node</a:t>
                </a:r>
              </a:p>
              <a:p>
                <a:pPr marL="16933">
                  <a:spcBef>
                    <a:spcPts val="400"/>
                  </a:spcBef>
                  <a:tabLst>
                    <a:tab pos="535080" algn="l"/>
                  </a:tabLst>
                </a:pPr>
                <a:r>
                  <a:rPr lang="en-US" dirty="0">
                    <a:latin typeface="Calibri"/>
                    <a:cs typeface="Calibri"/>
                  </a:rPr>
                  <a:t>		Exit</a:t>
                </a:r>
                <a:r>
                  <a:rPr lang="en-US" spc="-47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(recover</a:t>
                </a:r>
                <a:r>
                  <a:rPr lang="en-US" spc="40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path</a:t>
                </a:r>
                <a:r>
                  <a:rPr lang="en-US" spc="-40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by</a:t>
                </a:r>
                <a:r>
                  <a:rPr lang="en-US" spc="-20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tracing</a:t>
                </a:r>
                <a:r>
                  <a:rPr lang="en-US" spc="-40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back</a:t>
                </a:r>
                <a:r>
                  <a:rPr lang="en-US" spc="-33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pointers</a:t>
                </a:r>
                <a:r>
                  <a:rPr lang="en-US" spc="-20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from</a:t>
                </a:r>
                <a:r>
                  <a:rPr lang="en-US" spc="13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</m:oMath>
                </a14:m>
                <a:r>
                  <a:rPr lang="en-US" spc="-20" dirty="0">
                    <a:solidFill>
                      <a:srgbClr val="0000FF"/>
                    </a:solidFill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to</a:t>
                </a:r>
                <a:r>
                  <a:rPr lang="en-US" spc="-13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pc="-33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𝑆</m:t>
                    </m:r>
                  </m:oMath>
                </a14:m>
                <a:r>
                  <a:rPr lang="en-US" spc="-33" dirty="0">
                    <a:latin typeface="Calibri"/>
                    <a:cs typeface="Calibri"/>
                  </a:rPr>
                  <a:t>)</a:t>
                </a:r>
                <a:endParaRPr lang="en-US" dirty="0">
                  <a:latin typeface="Calibri"/>
                  <a:cs typeface="Calibri"/>
                </a:endParaRPr>
              </a:p>
              <a:p>
                <a:pPr marL="16933">
                  <a:spcBef>
                    <a:spcPts val="387"/>
                  </a:spcBef>
                  <a:tabLst>
                    <a:tab pos="535080" algn="l"/>
                  </a:tabLst>
                </a:pPr>
                <a:r>
                  <a:rPr lang="en-US" dirty="0">
                    <a:latin typeface="Calibri"/>
                    <a:cs typeface="Calibri"/>
                  </a:rPr>
                  <a:t>	Expand</a:t>
                </a:r>
                <a:r>
                  <a:rPr lang="en-US" spc="-47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</m:oMath>
                </a14:m>
                <a:r>
                  <a:rPr lang="en-US" dirty="0">
                    <a:latin typeface="Calibri"/>
                    <a:cs typeface="Calibri"/>
                  </a:rPr>
                  <a:t>,</a:t>
                </a:r>
                <a:r>
                  <a:rPr lang="en-US" spc="-27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generating</a:t>
                </a:r>
                <a:r>
                  <a:rPr lang="en-US" spc="-47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all</a:t>
                </a:r>
                <a:r>
                  <a:rPr lang="en-US" spc="-60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successors</a:t>
                </a:r>
                <a:r>
                  <a:rPr lang="en-US" spc="20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and</a:t>
                </a:r>
                <a:r>
                  <a:rPr lang="en-US" spc="-53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attach</a:t>
                </a:r>
                <a:r>
                  <a:rPr lang="en-US" spc="-47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to</a:t>
                </a:r>
                <a:r>
                  <a:rPr lang="en-US" spc="-27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pointers</a:t>
                </a:r>
                <a:r>
                  <a:rPr lang="en-US" spc="-27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back</a:t>
                </a:r>
                <a:r>
                  <a:rPr lang="en-US" spc="-47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to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</m:oMath>
                </a14:m>
                <a:r>
                  <a:rPr lang="en-US" dirty="0">
                    <a:latin typeface="Calibri"/>
                    <a:cs typeface="Calibri"/>
                  </a:rPr>
                  <a:t>.</a:t>
                </a:r>
              </a:p>
              <a:p>
                <a:pPr marL="16933">
                  <a:spcBef>
                    <a:spcPts val="387"/>
                  </a:spcBef>
                  <a:tabLst>
                    <a:tab pos="535080" algn="l"/>
                  </a:tabLst>
                </a:pPr>
                <a:r>
                  <a:rPr lang="en-US" spc="-47" dirty="0">
                    <a:latin typeface="Calibri"/>
                    <a:cs typeface="Calibri"/>
                  </a:rPr>
                  <a:t>	</a:t>
                </a:r>
                <a:r>
                  <a:rPr lang="en-US" dirty="0">
                    <a:latin typeface="Calibri"/>
                    <a:cs typeface="Calibri"/>
                  </a:rPr>
                  <a:t>For</a:t>
                </a:r>
                <a:r>
                  <a:rPr lang="en-US" spc="7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each</a:t>
                </a:r>
                <a:r>
                  <a:rPr lang="en-US" spc="-40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successor</a:t>
                </a:r>
                <a:r>
                  <a:rPr lang="en-US" spc="-27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′</m:t>
                    </m:r>
                  </m:oMath>
                </a14:m>
                <a:r>
                  <a:rPr lang="en-US" spc="-47" dirty="0">
                    <a:solidFill>
                      <a:srgbClr val="0000FF"/>
                    </a:solidFill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of</a:t>
                </a:r>
                <a:r>
                  <a:rPr lang="en-US" spc="-13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pc="-67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</m:oMath>
                </a14:m>
                <a:r>
                  <a:rPr lang="en-US" spc="-67" dirty="0">
                    <a:latin typeface="Calibri"/>
                    <a:cs typeface="Calibri"/>
                  </a:rPr>
                  <a:t>:</a:t>
                </a:r>
              </a:p>
              <a:p>
                <a:pPr marL="625671" marR="6773">
                  <a:spcBef>
                    <a:spcPts val="127"/>
                  </a:spcBef>
                  <a:tabLst>
                    <a:tab pos="1008355" algn="l"/>
                  </a:tabLst>
                </a:pPr>
                <a:r>
                  <a:rPr lang="en-US" dirty="0">
                    <a:cs typeface="Calibri"/>
                  </a:rPr>
                  <a:t>	If</a:t>
                </a:r>
                <a:r>
                  <a:rPr lang="en-US" spc="-60" dirty="0"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′</m:t>
                    </m:r>
                  </m:oMath>
                </a14:m>
                <a:r>
                  <a:rPr lang="en-US" spc="-53" dirty="0">
                    <a:solidFill>
                      <a:srgbClr val="0000FF"/>
                    </a:solidFill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is</a:t>
                </a:r>
                <a:r>
                  <a:rPr lang="en-US" spc="-47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not</a:t>
                </a:r>
                <a:r>
                  <a:rPr lang="en-US" spc="-40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already</a:t>
                </a:r>
                <a:r>
                  <a:rPr lang="en-US" spc="-40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on</a:t>
                </a:r>
                <a:r>
                  <a:rPr lang="en-US" spc="-20" dirty="0">
                    <a:cs typeface="Calibri"/>
                  </a:rPr>
                  <a:t> </a:t>
                </a:r>
                <a:r>
                  <a:rPr lang="en-US" dirty="0">
                    <a:solidFill>
                      <a:srgbClr val="0000FF"/>
                    </a:solidFill>
                    <a:cs typeface="Calibri"/>
                  </a:rPr>
                  <a:t>OPEN</a:t>
                </a:r>
                <a:r>
                  <a:rPr lang="en-US" spc="-33" dirty="0">
                    <a:solidFill>
                      <a:srgbClr val="0000FF"/>
                    </a:solidFill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or</a:t>
                </a:r>
                <a:r>
                  <a:rPr lang="en-US" spc="-20" dirty="0">
                    <a:cs typeface="Calibri"/>
                  </a:rPr>
                  <a:t> </a:t>
                </a:r>
                <a:r>
                  <a:rPr lang="en-US" dirty="0">
                    <a:solidFill>
                      <a:srgbClr val="0000FF"/>
                    </a:solidFill>
                    <a:cs typeface="Calibri"/>
                  </a:rPr>
                  <a:t>CLOSED</a:t>
                </a:r>
                <a:r>
                  <a:rPr lang="en-US" spc="-13" dirty="0">
                    <a:solidFill>
                      <a:srgbClr val="0000FF"/>
                    </a:solidFill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compute:  	</a:t>
                </a:r>
                <a:r>
                  <a:rPr lang="en-US" dirty="0">
                    <a:solidFill>
                      <a:srgbClr val="00B050"/>
                    </a:solidFill>
                    <a:cs typeface="Calibri"/>
                  </a:rPr>
                  <a:t># New node found</a:t>
                </a:r>
              </a:p>
              <a:p>
                <a:pPr marL="1540071" marR="6773" lvl="2">
                  <a:spcBef>
                    <a:spcPts val="127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h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  <m: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′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𝑐𝑜𝑚𝑝𝑢𝑡𝑒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dirty="0" smtClean="0">
                                  <a:solidFill>
                                    <a:srgbClr val="1306BA"/>
                                  </a:solidFill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solidFill>
                                    <a:srgbClr val="1306BA"/>
                                  </a:solidFill>
                                  <a:latin typeface="Cambria Math" panose="02040503050406030204" pitchFamily="18" charset="0"/>
                                  <a:cs typeface="Calibri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dirty="0" smtClean="0">
                                  <a:solidFill>
                                    <a:srgbClr val="1306BA"/>
                                  </a:solidFill>
                                  <a:latin typeface="Cambria Math" panose="02040503050406030204" pitchFamily="18" charset="0"/>
                                  <a:cs typeface="Calibri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, 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𝑔𝑜𝑎𝑙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1306BA"/>
                  </a:solidFill>
                  <a:latin typeface="Cambria Math" panose="02040503050406030204" pitchFamily="18" charset="0"/>
                  <a:cs typeface="Calibri"/>
                </a:endParaRPr>
              </a:p>
              <a:p>
                <a:pPr marL="1540071" marR="6773" lvl="2">
                  <a:spcBef>
                    <a:spcPts val="127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𝑔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  <m:r>
                            <a:rPr lang="en-US" b="0" i="1" dirty="0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′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𝑔</m:t>
                      </m:r>
                      <m:d>
                        <m:dPr>
                          <m:ctrlPr>
                            <a:rPr lang="en-US" i="1" dirty="0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𝑐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, 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  <a:cs typeface="Calibri"/>
                </a:endParaRPr>
              </a:p>
              <a:p>
                <a:pPr marL="1546225" marR="6773" lvl="3">
                  <a:spcBef>
                    <a:spcPts val="127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𝑓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′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cs typeface="Calibri"/>
                        </a:rPr>
                        <m:t>=</m:t>
                      </m:r>
                      <m:r>
                        <a:rPr lang="en-US" i="1" dirty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𝑔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  <m:r>
                            <a:rPr lang="en-US" b="0" i="1" dirty="0" smtClean="0">
                              <a:solidFill>
                                <a:srgbClr val="1306BA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′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  <a:cs typeface="Calibri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h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𝑛</m:t>
                          </m:r>
                          <m:r>
                            <a:rPr lang="en-US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spc="-33" dirty="0">
                  <a:solidFill>
                    <a:srgbClr val="0000FF"/>
                  </a:solidFill>
                  <a:cs typeface="Calibri"/>
                </a:endParaRPr>
              </a:p>
              <a:p>
                <a:pPr marL="625671" marR="6773">
                  <a:spcBef>
                    <a:spcPts val="127"/>
                  </a:spcBef>
                  <a:tabLst>
                    <a:tab pos="1008355" algn="l"/>
                  </a:tabLst>
                </a:pPr>
                <a:r>
                  <a:rPr lang="en-US" spc="-13" dirty="0">
                    <a:solidFill>
                      <a:srgbClr val="FF0000"/>
                    </a:solidFill>
                    <a:cs typeface="Calibri"/>
                  </a:rPr>
                  <a:t>	</a:t>
                </a:r>
                <a:r>
                  <a:rPr lang="en-US" dirty="0">
                    <a:cs typeface="Calibri"/>
                  </a:rPr>
                  <a:t>Place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′</m:t>
                    </m:r>
                  </m:oMath>
                </a14:m>
                <a:r>
                  <a:rPr lang="en-US" dirty="0">
                    <a:cs typeface="Calibri"/>
                  </a:rPr>
                  <a:t> on </a:t>
                </a:r>
                <a:r>
                  <a:rPr lang="en-US" spc="-13" dirty="0">
                    <a:solidFill>
                      <a:srgbClr val="0000FF"/>
                    </a:solidFill>
                    <a:cs typeface="Calibri"/>
                  </a:rPr>
                  <a:t>OPEN</a:t>
                </a:r>
                <a:r>
                  <a:rPr lang="en-US" spc="-13" dirty="0">
                    <a:cs typeface="Calibri"/>
                  </a:rPr>
                  <a:t>.</a:t>
                </a:r>
                <a:endParaRPr lang="en-US" dirty="0">
                  <a:cs typeface="Calibri"/>
                </a:endParaRPr>
              </a:p>
              <a:p>
                <a:pPr marL="625671" marR="108371">
                  <a:spcBef>
                    <a:spcPts val="400"/>
                  </a:spcBef>
                  <a:tabLst>
                    <a:tab pos="1008355" algn="l"/>
                  </a:tabLst>
                </a:pPr>
                <a:r>
                  <a:rPr lang="en-US" dirty="0">
                    <a:cs typeface="Calibri"/>
                  </a:rPr>
                  <a:t>	If</a:t>
                </a:r>
                <a:r>
                  <a:rPr lang="en-US" spc="-47" dirty="0"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′</m:t>
                    </m:r>
                  </m:oMath>
                </a14:m>
                <a:r>
                  <a:rPr lang="en-US" spc="-47" dirty="0">
                    <a:solidFill>
                      <a:srgbClr val="0000FF"/>
                    </a:solidFill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is</a:t>
                </a:r>
                <a:r>
                  <a:rPr lang="en-US" spc="-40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already</a:t>
                </a:r>
                <a:r>
                  <a:rPr lang="en-US" spc="-40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on</a:t>
                </a:r>
                <a:r>
                  <a:rPr lang="en-US" spc="-20" dirty="0">
                    <a:cs typeface="Calibri"/>
                  </a:rPr>
                  <a:t> </a:t>
                </a:r>
                <a:r>
                  <a:rPr lang="en-US" dirty="0">
                    <a:solidFill>
                      <a:srgbClr val="0000FF"/>
                    </a:solidFill>
                    <a:cs typeface="Calibri"/>
                  </a:rPr>
                  <a:t>OPEN</a:t>
                </a:r>
                <a:r>
                  <a:rPr lang="en-US" spc="-7" dirty="0">
                    <a:solidFill>
                      <a:srgbClr val="0000FF"/>
                    </a:solidFill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or</a:t>
                </a:r>
                <a:r>
                  <a:rPr lang="en-US" spc="-33" dirty="0">
                    <a:cs typeface="Calibri"/>
                  </a:rPr>
                  <a:t> </a:t>
                </a:r>
                <a:r>
                  <a:rPr lang="en-US" dirty="0">
                    <a:solidFill>
                      <a:srgbClr val="0000FF"/>
                    </a:solidFill>
                    <a:cs typeface="Calibri"/>
                  </a:rPr>
                  <a:t>CLOSED</a:t>
                </a:r>
                <a:r>
                  <a:rPr lang="en-US" dirty="0">
                    <a:cs typeface="Calibri"/>
                  </a:rPr>
                  <a:t>, then</a:t>
                </a:r>
                <a:r>
                  <a:rPr lang="en-US" spc="-40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check</a:t>
                </a:r>
                <a:r>
                  <a:rPr lang="en-US" spc="-13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if</a:t>
                </a:r>
                <a:r>
                  <a:rPr lang="en-US" spc="-33" dirty="0"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𝑔</m:t>
                    </m:r>
                    <m:r>
                      <a:rPr lang="en-US" i="1" dirty="0" smtClean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en-US" i="1" dirty="0" smtClean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en-US" i="1" dirty="0" smtClean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′</m:t>
                    </m:r>
                    <m:r>
                      <a:rPr lang="en-US" i="1" dirty="0" smtClean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pc="-33" dirty="0">
                    <a:solidFill>
                      <a:srgbClr val="0000FF"/>
                    </a:solidFill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is</a:t>
                </a:r>
                <a:r>
                  <a:rPr lang="en-US" spc="-53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lower for</a:t>
                </a:r>
                <a:r>
                  <a:rPr lang="en-US" spc="-33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the</a:t>
                </a:r>
                <a:r>
                  <a:rPr lang="en-US" spc="-27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new</a:t>
                </a:r>
                <a:r>
                  <a:rPr lang="en-US" spc="-27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version</a:t>
                </a:r>
                <a:r>
                  <a:rPr lang="en-US" spc="-13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′</m:t>
                    </m:r>
                  </m:oMath>
                </a14:m>
                <a:r>
                  <a:rPr lang="en-US" dirty="0">
                    <a:cs typeface="Calibri"/>
                  </a:rPr>
                  <a:t>.</a:t>
                </a:r>
                <a:r>
                  <a:rPr lang="en-US" spc="-33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If</a:t>
                </a:r>
                <a:r>
                  <a:rPr lang="en-US" spc="-47" dirty="0">
                    <a:cs typeface="Calibri"/>
                  </a:rPr>
                  <a:t> </a:t>
                </a:r>
                <a:r>
                  <a:rPr lang="en-US" spc="-33" dirty="0">
                    <a:cs typeface="Calibri"/>
                  </a:rPr>
                  <a:t>so, </a:t>
                </a:r>
                <a:r>
                  <a:rPr lang="en-US" spc="-13" dirty="0">
                    <a:cs typeface="Calibri"/>
                  </a:rPr>
                  <a:t>then:</a:t>
                </a:r>
                <a:endParaRPr lang="en-US" dirty="0">
                  <a:cs typeface="Calibri"/>
                </a:endParaRPr>
              </a:p>
              <a:p>
                <a:pPr marL="1546225" marR="108371">
                  <a:spcBef>
                    <a:spcPts val="400"/>
                  </a:spcBef>
                  <a:tabLst>
                    <a:tab pos="1008355" algn="l"/>
                  </a:tabLst>
                </a:pPr>
                <a:r>
                  <a:rPr lang="en-US" dirty="0">
                    <a:cs typeface="Calibri"/>
                  </a:rPr>
                  <a:t>Redirect</a:t>
                </a:r>
                <a:r>
                  <a:rPr lang="en-US" spc="-20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pointers</a:t>
                </a:r>
                <a:r>
                  <a:rPr lang="en-US" spc="-13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backward</a:t>
                </a:r>
                <a:r>
                  <a:rPr lang="en-US" spc="-33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from</a:t>
                </a:r>
                <a:r>
                  <a:rPr lang="en-US" spc="-13" dirty="0"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′</m:t>
                    </m:r>
                  </m:oMath>
                </a14:m>
                <a:r>
                  <a:rPr lang="en-US" spc="-53" dirty="0">
                    <a:solidFill>
                      <a:srgbClr val="0000FF"/>
                    </a:solidFill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along</a:t>
                </a:r>
                <a:r>
                  <a:rPr lang="en-US" spc="-53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path</a:t>
                </a:r>
                <a:r>
                  <a:rPr lang="en-US" spc="-47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yielding</a:t>
                </a:r>
                <a:r>
                  <a:rPr lang="en-US" spc="-60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lower</a:t>
                </a:r>
                <a:r>
                  <a:rPr lang="en-US" spc="-33" dirty="0"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𝑔</m:t>
                    </m:r>
                    <m:r>
                      <a:rPr lang="en-US" i="1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en-US" i="1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en-US" i="1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′</m:t>
                    </m:r>
                    <m:r>
                      <a:rPr lang="en-US" i="1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pc="-13" dirty="0">
                    <a:cs typeface="Calibri"/>
                  </a:rPr>
                  <a:t>.</a:t>
                </a:r>
                <a:endParaRPr lang="en-US" dirty="0">
                  <a:cs typeface="Calibri"/>
                </a:endParaRPr>
              </a:p>
              <a:p>
                <a:pPr marL="1546225" marR="108371">
                  <a:spcBef>
                    <a:spcPts val="400"/>
                  </a:spcBef>
                  <a:tabLst>
                    <a:tab pos="1008355" algn="l"/>
                  </a:tabLst>
                </a:pPr>
                <a:r>
                  <a:rPr lang="en-US" dirty="0">
                    <a:cs typeface="Calibri"/>
                  </a:rPr>
                  <a:t>If</a:t>
                </a:r>
                <a:r>
                  <a:rPr lang="en-US" spc="407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′</m:t>
                    </m:r>
                  </m:oMath>
                </a14:m>
                <a:r>
                  <a:rPr lang="en-US" spc="-20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is</a:t>
                </a:r>
                <a:r>
                  <a:rPr lang="en-US" spc="-33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already</a:t>
                </a:r>
                <a:r>
                  <a:rPr lang="en-US" spc="-27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on</a:t>
                </a:r>
                <a:r>
                  <a:rPr lang="en-US" spc="-13" dirty="0">
                    <a:cs typeface="Calibri"/>
                  </a:rPr>
                  <a:t> </a:t>
                </a:r>
                <a:r>
                  <a:rPr lang="en-US" dirty="0">
                    <a:solidFill>
                      <a:srgbClr val="0000FF"/>
                    </a:solidFill>
                    <a:cs typeface="Calibri"/>
                  </a:rPr>
                  <a:t>OPEN)</a:t>
                </a:r>
                <a:r>
                  <a:rPr lang="en-US" spc="7" dirty="0">
                    <a:solidFill>
                      <a:srgbClr val="0000FF"/>
                    </a:solidFill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then</a:t>
                </a:r>
                <a:r>
                  <a:rPr lang="en-US" spc="-33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update</a:t>
                </a:r>
                <a:r>
                  <a:rPr lang="en-US" spc="-20" dirty="0"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′</m:t>
                    </m:r>
                  </m:oMath>
                </a14:m>
                <a:r>
                  <a:rPr lang="en-US" spc="-33" dirty="0">
                    <a:solidFill>
                      <a:srgbClr val="0000FF"/>
                    </a:solidFill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on</a:t>
                </a:r>
                <a:r>
                  <a:rPr lang="en-US" spc="-13" dirty="0">
                    <a:cs typeface="Calibri"/>
                  </a:rPr>
                  <a:t> </a:t>
                </a:r>
                <a:r>
                  <a:rPr lang="en-US" dirty="0">
                    <a:solidFill>
                      <a:srgbClr val="0000FF"/>
                    </a:solidFill>
                    <a:cs typeface="Calibri"/>
                  </a:rPr>
                  <a:t>OPEN</a:t>
                </a:r>
                <a:r>
                  <a:rPr lang="en-US" dirty="0">
                    <a:cs typeface="Calibri"/>
                  </a:rPr>
                  <a:t>;</a:t>
                </a:r>
              </a:p>
              <a:p>
                <a:pPr marL="2003425" marR="108371" lvl="1">
                  <a:spcBef>
                    <a:spcPts val="400"/>
                  </a:spcBef>
                  <a:tabLst>
                    <a:tab pos="1008355" algn="l"/>
                  </a:tabLst>
                </a:pPr>
                <a:r>
                  <a:rPr lang="en-US" dirty="0">
                    <a:cs typeface="Calibri"/>
                  </a:rPr>
                  <a:t>else</a:t>
                </a:r>
                <a:r>
                  <a:rPr lang="en-US" spc="-20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add</a:t>
                </a:r>
                <a:r>
                  <a:rPr lang="en-US" spc="-40" dirty="0"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/>
                      </a:rPr>
                      <m:t>′</m:t>
                    </m:r>
                  </m:oMath>
                </a14:m>
                <a:r>
                  <a:rPr lang="en-US" spc="-27" dirty="0">
                    <a:solidFill>
                      <a:srgbClr val="0000FF"/>
                    </a:solidFill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to</a:t>
                </a:r>
                <a:r>
                  <a:rPr lang="en-US" spc="-13" dirty="0">
                    <a:cs typeface="Calibri"/>
                  </a:rPr>
                  <a:t> </a:t>
                </a:r>
                <a:r>
                  <a:rPr lang="en-US" spc="-27" dirty="0">
                    <a:solidFill>
                      <a:srgbClr val="0000FF"/>
                    </a:solidFill>
                    <a:cs typeface="Calibri"/>
                  </a:rPr>
                  <a:t>OPEN</a:t>
                </a:r>
                <a:endParaRPr lang="en-US" dirty="0">
                  <a:cs typeface="Calibri"/>
                </a:endParaRPr>
              </a:p>
              <a:p>
                <a:pPr marL="626518" lvl="1">
                  <a:spcBef>
                    <a:spcPts val="400"/>
                  </a:spcBef>
                  <a:tabLst>
                    <a:tab pos="1008355" algn="l"/>
                  </a:tabLst>
                </a:pPr>
                <a:r>
                  <a:rPr lang="en-US" dirty="0">
                    <a:cs typeface="Calibri"/>
                  </a:rPr>
                  <a:t>	If</a:t>
                </a:r>
                <a:r>
                  <a:rPr lang="en-US" spc="-60" dirty="0"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𝑔</m:t>
                    </m:r>
                    <m:d>
                      <m:dPr>
                        <m:ctrlPr>
                          <a:rPr lang="en-US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  <m:r>
                          <a:rPr lang="en-US" b="0" i="1" dirty="0" smtClean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spc="-33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is</a:t>
                </a:r>
                <a:r>
                  <a:rPr lang="en-US" spc="-40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not</a:t>
                </a:r>
                <a:r>
                  <a:rPr lang="en-US" spc="-40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lower for</a:t>
                </a:r>
                <a:r>
                  <a:rPr lang="en-US" spc="-40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the</a:t>
                </a:r>
                <a:r>
                  <a:rPr lang="en-US" spc="-27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new</a:t>
                </a:r>
                <a:r>
                  <a:rPr lang="en-US" spc="-33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version, do</a:t>
                </a:r>
                <a:r>
                  <a:rPr lang="en-US" spc="-27" dirty="0">
                    <a:cs typeface="Calibri"/>
                  </a:rPr>
                  <a:t> </a:t>
                </a:r>
                <a:r>
                  <a:rPr lang="en-US" spc="-13" dirty="0">
                    <a:cs typeface="Calibri"/>
                  </a:rPr>
                  <a:t>nothing.</a:t>
                </a:r>
                <a:endParaRPr lang="en-US" dirty="0">
                  <a:cs typeface="Calibri"/>
                </a:endParaRPr>
              </a:p>
              <a:p>
                <a:pPr marL="16933">
                  <a:spcBef>
                    <a:spcPts val="387"/>
                  </a:spcBef>
                  <a:tabLst>
                    <a:tab pos="535080" algn="l"/>
                  </a:tabLst>
                </a:pPr>
                <a:r>
                  <a:rPr lang="en-US" dirty="0">
                    <a:cs typeface="Calibri"/>
                  </a:rPr>
                  <a:t>Exit</a:t>
                </a:r>
                <a:r>
                  <a:rPr lang="en-US" spc="-40" dirty="0">
                    <a:cs typeface="Calibri"/>
                  </a:rPr>
                  <a:t> </a:t>
                </a:r>
                <a:r>
                  <a:rPr lang="en-US" dirty="0">
                    <a:cs typeface="Calibri"/>
                  </a:rPr>
                  <a:t>with</a:t>
                </a:r>
                <a:r>
                  <a:rPr lang="en-US" spc="-33" dirty="0">
                    <a:cs typeface="Calibri"/>
                  </a:rPr>
                  <a:t> </a:t>
                </a:r>
                <a:r>
                  <a:rPr lang="en-US" spc="-13" dirty="0">
                    <a:cs typeface="Calibri"/>
                  </a:rPr>
                  <a:t>failure</a:t>
                </a: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26" y="853151"/>
                <a:ext cx="10948245" cy="5708400"/>
              </a:xfrm>
              <a:prstGeom prst="rect">
                <a:avLst/>
              </a:prstGeom>
              <a:blipFill>
                <a:blip r:embed="rId2"/>
                <a:stretch>
                  <a:fillRect l="-1114" t="-214"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/>
          <p:nvPr/>
        </p:nvSpPr>
        <p:spPr>
          <a:xfrm>
            <a:off x="9337712" y="1188228"/>
            <a:ext cx="2346287" cy="2940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Calibri"/>
                <a:cs typeface="Calibri"/>
              </a:rPr>
              <a:t>States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lang="en-US" spc="-6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lready</a:t>
            </a:r>
            <a:r>
              <a:rPr spc="-27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expanded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426358FC-8E0F-70F2-BA74-927105A08186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 dirty="0">
                <a:latin typeface="+mj-lt"/>
              </a:rPr>
              <a:t>Full A* Algorithm</a:t>
            </a:r>
            <a:endParaRPr lang="en-US" sz="3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B2FE29-889D-9DF2-D2B7-DC37E2862083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4452690" y="1335277"/>
            <a:ext cx="4885022" cy="219084"/>
          </a:xfrm>
          <a:prstGeom prst="bentConnector3">
            <a:avLst>
              <a:gd name="adj1" fmla="val 10000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700" name="Rectangle 4"/>
              <p:cNvSpPr>
                <a:spLocks noChangeArrowheads="1"/>
              </p:cNvSpPr>
              <p:nvPr/>
            </p:nvSpPr>
            <p:spPr bwMode="auto">
              <a:xfrm>
                <a:off x="805772" y="1135961"/>
                <a:ext cx="6429533" cy="1399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indent="0">
                  <a:buNone/>
                </a:pPr>
                <a:r>
                  <a:rPr lang="en-US" altLang="en-US" sz="2000" dirty="0">
                    <a:latin typeface="+mn-lt"/>
                  </a:rPr>
                  <a:t>A graph-search (without reopening) generates an optimal solution if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000" dirty="0">
                    <a:latin typeface="+mn-lt"/>
                  </a:rPr>
                  <a:t> is a consistent:</a:t>
                </a:r>
              </a:p>
              <a:p>
                <a:pPr lvl="1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000" dirty="0">
                    <a:latin typeface="+mn-lt"/>
                  </a:rPr>
                  <a:t> is </a:t>
                </a:r>
                <a:r>
                  <a:rPr lang="en-US" altLang="en-US" sz="2000" b="1" dirty="0">
                    <a:latin typeface="+mn-lt"/>
                  </a:rPr>
                  <a:t>consistent</a:t>
                </a:r>
                <a:r>
                  <a:rPr lang="en-US" altLang="en-US" sz="2000" dirty="0">
                    <a:latin typeface="+mn-lt"/>
                  </a:rPr>
                  <a:t> (or monotonic) if for every node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2000" dirty="0">
                    <a:latin typeface="+mn-lt"/>
                  </a:rPr>
                  <a:t> and for every successor node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0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en-US" sz="2000" dirty="0">
                    <a:latin typeface="+mn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2000" dirty="0">
                    <a:latin typeface="+mn-lt"/>
                  </a:rPr>
                  <a:t>:</a:t>
                </a:r>
              </a:p>
            </p:txBody>
          </p:sp>
        </mc:Choice>
        <mc:Fallback xmlns="">
          <p:sp>
            <p:nvSpPr>
              <p:cNvPr id="29700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5772" y="1135961"/>
                <a:ext cx="6429533" cy="1399271"/>
              </a:xfrm>
              <a:prstGeom prst="rect">
                <a:avLst/>
              </a:prstGeom>
              <a:blipFill>
                <a:blip r:embed="rId2"/>
                <a:stretch>
                  <a:fillRect l="-948" t="-2174" b="-565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711ACB0A-A070-0D77-A72D-F389C1C86AFF}"/>
              </a:ext>
            </a:extLst>
          </p:cNvPr>
          <p:cNvGrpSpPr/>
          <p:nvPr/>
        </p:nvGrpSpPr>
        <p:grpSpPr>
          <a:xfrm>
            <a:off x="7965531" y="864775"/>
            <a:ext cx="3541261" cy="1273176"/>
            <a:chOff x="1670502" y="3468916"/>
            <a:chExt cx="3541261" cy="12731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01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1938337" y="3534004"/>
                  <a:ext cx="374650" cy="3698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altLang="en-US" dirty="0"/>
                </a:p>
              </p:txBody>
            </p:sp>
          </mc:Choice>
          <mc:Fallback xmlns="">
            <p:sp>
              <p:nvSpPr>
                <p:cNvPr id="29701" name="Text 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38337" y="3534004"/>
                  <a:ext cx="374650" cy="36988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702" name="Line 6"/>
            <p:cNvSpPr>
              <a:spLocks noChangeShapeType="1"/>
            </p:cNvSpPr>
            <p:nvPr/>
          </p:nvSpPr>
          <p:spPr bwMode="auto">
            <a:xfrm>
              <a:off x="2092778" y="3903892"/>
              <a:ext cx="769483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03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862262" y="4372204"/>
                  <a:ext cx="422275" cy="36988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’</m:t>
                        </m:r>
                      </m:oMath>
                    </m:oMathPara>
                  </a14:m>
                  <a:endParaRPr lang="en-US" altLang="en-US" dirty="0"/>
                </a:p>
              </p:txBody>
            </p:sp>
          </mc:Choice>
          <mc:Fallback xmlns="">
            <p:sp>
              <p:nvSpPr>
                <p:cNvPr id="29703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62262" y="4372204"/>
                  <a:ext cx="422275" cy="36988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0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833938" y="3762604"/>
                  <a:ext cx="377825" cy="369888"/>
                </a:xfrm>
                <a:prstGeom prst="rect">
                  <a:avLst/>
                </a:prstGeom>
                <a:solidFill>
                  <a:srgbClr val="EBA9E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altLang="en-US" dirty="0"/>
                </a:p>
              </p:txBody>
            </p:sp>
          </mc:Choice>
          <mc:Fallback xmlns="">
            <p:sp>
              <p:nvSpPr>
                <p:cNvPr id="29704" name="Text 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33938" y="3762604"/>
                  <a:ext cx="377825" cy="36988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705" name="Line 9"/>
            <p:cNvSpPr>
              <a:spLocks noChangeShapeType="1"/>
            </p:cNvSpPr>
            <p:nvPr/>
          </p:nvSpPr>
          <p:spPr bwMode="auto">
            <a:xfrm flipV="1">
              <a:off x="3284537" y="3915003"/>
              <a:ext cx="1558926" cy="640781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6" name="Line 10"/>
            <p:cNvSpPr>
              <a:spLocks noChangeShapeType="1"/>
            </p:cNvSpPr>
            <p:nvPr/>
          </p:nvSpPr>
          <p:spPr bwMode="auto">
            <a:xfrm>
              <a:off x="2243137" y="3762604"/>
              <a:ext cx="2590801" cy="1524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0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167855" y="3468916"/>
                  <a:ext cx="698500" cy="3698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en-US" dirty="0"/>
                </a:p>
              </p:txBody>
            </p:sp>
          </mc:Choice>
          <mc:Fallback xmlns="">
            <p:sp>
              <p:nvSpPr>
                <p:cNvPr id="29707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67855" y="3468916"/>
                  <a:ext cx="698500" cy="369888"/>
                </a:xfrm>
                <a:prstGeom prst="rect">
                  <a:avLst/>
                </a:prstGeom>
                <a:blipFill>
                  <a:blip r:embed="rId6"/>
                  <a:stretch>
                    <a:fillRect b="-1147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0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670502" y="4176148"/>
                  <a:ext cx="950913" cy="3698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i="1" dirty="0" err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en-US" i="1" dirty="0" err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’)</m:t>
                        </m:r>
                      </m:oMath>
                    </m:oMathPara>
                  </a14:m>
                  <a:endParaRPr lang="en-US" altLang="en-US" dirty="0"/>
                </a:p>
              </p:txBody>
            </p:sp>
          </mc:Choice>
          <mc:Fallback xmlns="">
            <p:sp>
              <p:nvSpPr>
                <p:cNvPr id="29708" name="Text 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70502" y="4176148"/>
                  <a:ext cx="950913" cy="369888"/>
                </a:xfrm>
                <a:prstGeom prst="rect">
                  <a:avLst/>
                </a:prstGeom>
                <a:blipFill>
                  <a:blip r:embed="rId7"/>
                  <a:stretch>
                    <a:fillRect b="-1147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09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760788" y="4219804"/>
                  <a:ext cx="746125" cy="3698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i="1" dirty="0" smtClean="0">
                            <a:latin typeface="Cambria Math" panose="02040503050406030204" pitchFamily="18" charset="0"/>
                          </a:rPr>
                          <m:t>’)</m:t>
                        </m:r>
                      </m:oMath>
                    </m:oMathPara>
                  </a14:m>
                  <a:endParaRPr lang="en-US" altLang="en-US" dirty="0"/>
                </a:p>
              </p:txBody>
            </p:sp>
          </mc:Choice>
          <mc:Fallback xmlns="">
            <p:sp>
              <p:nvSpPr>
                <p:cNvPr id="29709" name="Text 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60788" y="4219804"/>
                  <a:ext cx="746125" cy="369888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711" name="Text Box 15"/>
              <p:cNvSpPr txBox="1">
                <a:spLocks noChangeArrowheads="1"/>
              </p:cNvSpPr>
              <p:nvPr/>
            </p:nvSpPr>
            <p:spPr bwMode="auto">
              <a:xfrm>
                <a:off x="4153609" y="4685673"/>
                <a:ext cx="388478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is consistent </a:t>
                </a:r>
                <a:r>
                  <a:rPr lang="en-US" alt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is admissible</a:t>
                </a:r>
              </a:p>
            </p:txBody>
          </p:sp>
        </mc:Choice>
        <mc:Fallback xmlns="">
          <p:sp>
            <p:nvSpPr>
              <p:cNvPr id="29711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3609" y="4685673"/>
                <a:ext cx="3884781" cy="369332"/>
              </a:xfrm>
              <a:prstGeom prst="rect">
                <a:avLst/>
              </a:prstGeom>
              <a:blipFill>
                <a:blip r:embed="rId9"/>
                <a:stretch>
                  <a:fillRect t="-11667" r="-784" b="-2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2">
            <a:extLst>
              <a:ext uri="{FF2B5EF4-FFF2-40B4-BE49-F238E27FC236}">
                <a16:creationId xmlns:a16="http://schemas.microsoft.com/office/drawing/2014/main" id="{B2461041-AC96-12D2-0546-3CB696B4DFE9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 dirty="0">
                <a:latin typeface="+mj-lt"/>
              </a:rPr>
              <a:t>Consistency</a:t>
            </a:r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2CDB28-AD7F-19DD-F271-5605E6F46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43" y="2460461"/>
            <a:ext cx="3191238" cy="337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>
              <a:buNone/>
            </a:pPr>
            <a:r>
              <a:rPr lang="en-US" altLang="en-US" sz="1600" dirty="0">
                <a:latin typeface="+mn-lt"/>
              </a:rPr>
              <a:t>(This is a form of triangle inequality.)</a:t>
            </a:r>
            <a:endParaRPr lang="en-US" altLang="en-US" sz="1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89FCBE-4FE8-0EC8-2FCC-E08A11D0BBCF}"/>
              </a:ext>
            </a:extLst>
          </p:cNvPr>
          <p:cNvSpPr txBox="1"/>
          <p:nvPr/>
        </p:nvSpPr>
        <p:spPr>
          <a:xfrm>
            <a:off x="805772" y="3360025"/>
            <a:ext cx="10702028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i="1" dirty="0"/>
              <a:t>Example. </a:t>
            </a:r>
            <a:r>
              <a:rPr lang="en-US" dirty="0"/>
              <a:t>Euclidean distance heuristic.</a:t>
            </a:r>
          </a:p>
          <a:p>
            <a:r>
              <a:rPr lang="en-US" dirty="0"/>
              <a:t>It represents the shortest possible path between two points, so the direct distance to the goal is always less than or equal to any indirect route through neighboring nodes.</a:t>
            </a: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827A6AC3-B2C1-B982-6319-151FF6C43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771" y="5504908"/>
            <a:ext cx="10701021" cy="976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en-US" altLang="en-US" dirty="0"/>
              <a:t>With a consistent heuristic, the first time we reach a state, it will be on the optimal path. So we never have to re-add a state to the frontier (or check the CLOSED list).</a:t>
            </a:r>
          </a:p>
          <a:p>
            <a:pPr algn="ctr"/>
            <a:r>
              <a:rPr lang="en-US" altLang="en-US" dirty="0"/>
              <a:t>(An inconsistent heuristic may end up with multiple paths reaching the same state.)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61F9AB-1209-85D4-100C-6A8655626F96}"/>
                  </a:ext>
                </a:extLst>
              </p:cNvPr>
              <p:cNvSpPr txBox="1"/>
              <p:nvPr/>
            </p:nvSpPr>
            <p:spPr>
              <a:xfrm>
                <a:off x="2563518" y="2557597"/>
                <a:ext cx="29280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’)+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61F9AB-1209-85D4-100C-6A8655626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518" y="2557597"/>
                <a:ext cx="2928060" cy="400110"/>
              </a:xfrm>
              <a:prstGeom prst="rect">
                <a:avLst/>
              </a:prstGeom>
              <a:blipFill>
                <a:blip r:embed="rId10"/>
                <a:stretch>
                  <a:fillRect b="-153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901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1" grpId="0"/>
      <p:bldP spid="5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3704F-A947-28D6-0E58-F07C394D2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1175122D-A986-A7CC-C206-B0EF0D52C4A2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 dirty="0">
                <a:latin typeface="+mj-lt"/>
              </a:rPr>
              <a:t>Inconsistent Example</a:t>
            </a:r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6884C4-6762-1233-F230-A0888A4D43B0}"/>
              </a:ext>
            </a:extLst>
          </p:cNvPr>
          <p:cNvSpPr txBox="1"/>
          <p:nvPr/>
        </p:nvSpPr>
        <p:spPr>
          <a:xfrm>
            <a:off x="485205" y="2799453"/>
            <a:ext cx="8635592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Now imagine you are at Furman main entrance with 12 miles using surface roads to your destination: Cook Out.</a:t>
            </a:r>
          </a:p>
          <a:p>
            <a:endParaRPr lang="en-US" dirty="0"/>
          </a:p>
          <a:p>
            <a:r>
              <a:rPr lang="en-US" dirty="0"/>
              <a:t>You drive 2 miles to reach Timmons gate. From the Timmons gate, GPS discovered a more direct highway access that significantly shortens the remaining distance to Cook Out (only 8 miles left).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407E9CE-2AE2-905E-EEAB-7B4757F3672A}"/>
                  </a:ext>
                </a:extLst>
              </p:cNvPr>
              <p:cNvSpPr txBox="1"/>
              <p:nvPr/>
            </p:nvSpPr>
            <p:spPr>
              <a:xfrm>
                <a:off x="9523987" y="1121862"/>
                <a:ext cx="202792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en-US" sz="1400" dirty="0"/>
                  <a:t> </a:t>
                </a:r>
                <a14:m>
                  <m:oMath xmlns:m="http://schemas.openxmlformats.org/officeDocument/2006/math">
                    <m:r>
                      <a:rPr lang="en-US" altLang="en-US" sz="1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en-US" sz="1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1400" i="1" dirty="0" smtClean="0"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altLang="en-US" sz="1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1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1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1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1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1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’)+</m:t>
                    </m:r>
                    <m:r>
                      <a:rPr lang="en-US" altLang="en-US" sz="1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altLang="en-US" sz="1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1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1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’)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407E9CE-2AE2-905E-EEAB-7B4757F36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987" y="1121862"/>
                <a:ext cx="2027922" cy="307777"/>
              </a:xfrm>
              <a:prstGeom prst="rect">
                <a:avLst/>
              </a:prstGeom>
              <a:blipFill>
                <a:blip r:embed="rId2"/>
                <a:stretch>
                  <a:fillRect b="-5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B57382D-5715-0E8E-AF3B-1EFAF5196D4C}"/>
              </a:ext>
            </a:extLst>
          </p:cNvPr>
          <p:cNvSpPr txBox="1"/>
          <p:nvPr/>
        </p:nvSpPr>
        <p:spPr>
          <a:xfrm>
            <a:off x="485205" y="1868204"/>
            <a:ext cx="976361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Consider a situation where your GPS estimates distance to destination based on old road information.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8E9151-0F42-8A15-FCC3-1F7033B76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388" y="150477"/>
            <a:ext cx="2404123" cy="8674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D10B495-D1D1-08C9-FFD1-481E4A3B6BFF}"/>
                  </a:ext>
                </a:extLst>
              </p:cNvPr>
              <p:cNvSpPr/>
              <p:nvPr/>
            </p:nvSpPr>
            <p:spPr>
              <a:xfrm>
                <a:off x="9584513" y="3087926"/>
                <a:ext cx="315164" cy="31604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D10B495-D1D1-08C9-FFD1-481E4A3B6B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513" y="3087926"/>
                <a:ext cx="315164" cy="31604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4B16DC0-09C2-5BA0-CCE7-3BF4114E589C}"/>
                  </a:ext>
                </a:extLst>
              </p:cNvPr>
              <p:cNvSpPr/>
              <p:nvPr/>
            </p:nvSpPr>
            <p:spPr>
              <a:xfrm>
                <a:off x="10759406" y="3087926"/>
                <a:ext cx="315164" cy="31604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𝐶𝑂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4B16DC0-09C2-5BA0-CCE7-3BF4114E58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9406" y="3087926"/>
                <a:ext cx="315164" cy="316042"/>
              </a:xfrm>
              <a:prstGeom prst="ellipse">
                <a:avLst/>
              </a:prstGeom>
              <a:blipFill>
                <a:blip r:embed="rId5"/>
                <a:stretch>
                  <a:fillRect l="-7143"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0191E3A-6016-A396-57FF-9810149A10D8}"/>
              </a:ext>
            </a:extLst>
          </p:cNvPr>
          <p:cNvCxnSpPr>
            <a:cxnSpLocks/>
            <a:endCxn id="17" idx="2"/>
          </p:cNvCxnSpPr>
          <p:nvPr/>
        </p:nvCxnSpPr>
        <p:spPr>
          <a:xfrm>
            <a:off x="9899677" y="3245594"/>
            <a:ext cx="859729" cy="353"/>
          </a:xfrm>
          <a:prstGeom prst="straightConnector1">
            <a:avLst/>
          </a:prstGeom>
          <a:ln w="25400">
            <a:solidFill>
              <a:srgbClr val="1306BA"/>
            </a:solidFill>
            <a:prstDash val="soli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4AFF804-4066-51E0-2055-5A3D5506C2A9}"/>
                  </a:ext>
                </a:extLst>
              </p:cNvPr>
              <p:cNvSpPr/>
              <p:nvPr/>
            </p:nvSpPr>
            <p:spPr>
              <a:xfrm>
                <a:off x="10202662" y="3633945"/>
                <a:ext cx="315164" cy="31604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4AFF804-4066-51E0-2055-5A3D5506C2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662" y="3633945"/>
                <a:ext cx="315164" cy="316042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C94A74B-1415-2EDC-6394-49EB7EBDDAB4}"/>
              </a:ext>
            </a:extLst>
          </p:cNvPr>
          <p:cNvCxnSpPr>
            <a:cxnSpLocks/>
            <a:stCxn id="16" idx="5"/>
            <a:endCxn id="21" idx="1"/>
          </p:cNvCxnSpPr>
          <p:nvPr/>
        </p:nvCxnSpPr>
        <p:spPr>
          <a:xfrm>
            <a:off x="9853522" y="3357685"/>
            <a:ext cx="395295" cy="322543"/>
          </a:xfrm>
          <a:prstGeom prst="straightConnector1">
            <a:avLst/>
          </a:prstGeom>
          <a:ln w="25400">
            <a:solidFill>
              <a:srgbClr val="1306BA"/>
            </a:solidFill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23">
                <a:extLst>
                  <a:ext uri="{FF2B5EF4-FFF2-40B4-BE49-F238E27FC236}">
                    <a16:creationId xmlns:a16="http://schemas.microsoft.com/office/drawing/2014/main" id="{1599F337-EB0C-AE47-7BDF-F78ED69DC358}"/>
                  </a:ext>
                </a:extLst>
              </p:cNvPr>
              <p:cNvSpPr txBox="1"/>
              <p:nvPr/>
            </p:nvSpPr>
            <p:spPr>
              <a:xfrm>
                <a:off x="10188946" y="2940517"/>
                <a:ext cx="315165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pc="-20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𝟏𝟐</m:t>
                      </m:r>
                    </m:oMath>
                  </m:oMathPara>
                </a14:m>
                <a:endParaRPr lang="en-US" sz="1400" dirty="0">
                  <a:solidFill>
                    <a:srgbClr val="1306BA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1" name="object 23">
                <a:extLst>
                  <a:ext uri="{FF2B5EF4-FFF2-40B4-BE49-F238E27FC236}">
                    <a16:creationId xmlns:a16="http://schemas.microsoft.com/office/drawing/2014/main" id="{1599F337-EB0C-AE47-7BDF-F78ED69DC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8946" y="2940517"/>
                <a:ext cx="315165" cy="228268"/>
              </a:xfrm>
              <a:prstGeom prst="rect">
                <a:avLst/>
              </a:prstGeom>
              <a:blipFill>
                <a:blip r:embed="rId7"/>
                <a:stretch>
                  <a:fillRect l="-3846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A360D43-8836-7686-E2CA-93EE80E42145}"/>
              </a:ext>
            </a:extLst>
          </p:cNvPr>
          <p:cNvCxnSpPr>
            <a:cxnSpLocks/>
            <a:stCxn id="21" idx="7"/>
            <a:endCxn id="17" idx="3"/>
          </p:cNvCxnSpPr>
          <p:nvPr/>
        </p:nvCxnSpPr>
        <p:spPr>
          <a:xfrm flipV="1">
            <a:off x="10471671" y="3357685"/>
            <a:ext cx="333890" cy="322543"/>
          </a:xfrm>
          <a:prstGeom prst="straightConnector1">
            <a:avLst/>
          </a:prstGeom>
          <a:ln w="25400">
            <a:solidFill>
              <a:srgbClr val="1306BA"/>
            </a:solidFill>
            <a:prstDash val="soli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23">
                <a:extLst>
                  <a:ext uri="{FF2B5EF4-FFF2-40B4-BE49-F238E27FC236}">
                    <a16:creationId xmlns:a16="http://schemas.microsoft.com/office/drawing/2014/main" id="{5CFB4113-4EB5-5590-A273-6F9FCCD90A18}"/>
                  </a:ext>
                </a:extLst>
              </p:cNvPr>
              <p:cNvSpPr txBox="1"/>
              <p:nvPr/>
            </p:nvSpPr>
            <p:spPr>
              <a:xfrm>
                <a:off x="10378603" y="3536575"/>
                <a:ext cx="754411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pc="-20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𝟖</m:t>
                      </m:r>
                    </m:oMath>
                  </m:oMathPara>
                </a14:m>
                <a:endParaRPr lang="en-US" sz="1400" dirty="0">
                  <a:solidFill>
                    <a:srgbClr val="1306BA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5" name="object 23">
                <a:extLst>
                  <a:ext uri="{FF2B5EF4-FFF2-40B4-BE49-F238E27FC236}">
                    <a16:creationId xmlns:a16="http://schemas.microsoft.com/office/drawing/2014/main" id="{5CFB4113-4EB5-5590-A273-6F9FCCD90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8603" y="3536575"/>
                <a:ext cx="754411" cy="228268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bject 23">
                <a:extLst>
                  <a:ext uri="{FF2B5EF4-FFF2-40B4-BE49-F238E27FC236}">
                    <a16:creationId xmlns:a16="http://schemas.microsoft.com/office/drawing/2014/main" id="{4D7EDA75-20CE-8FF9-7EE9-0BDA5C9C2BB1}"/>
                  </a:ext>
                </a:extLst>
              </p:cNvPr>
              <p:cNvSpPr txBox="1"/>
              <p:nvPr/>
            </p:nvSpPr>
            <p:spPr>
              <a:xfrm>
                <a:off x="9735985" y="3519811"/>
                <a:ext cx="315165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pc="-20" dirty="0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𝟐</m:t>
                      </m:r>
                    </m:oMath>
                  </m:oMathPara>
                </a14:m>
                <a:endParaRPr lang="en-US" sz="1400" dirty="0">
                  <a:solidFill>
                    <a:srgbClr val="1306BA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1" name="object 23">
                <a:extLst>
                  <a:ext uri="{FF2B5EF4-FFF2-40B4-BE49-F238E27FC236}">
                    <a16:creationId xmlns:a16="http://schemas.microsoft.com/office/drawing/2014/main" id="{4D7EDA75-20CE-8FF9-7EE9-0BDA5C9C2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5985" y="3519811"/>
                <a:ext cx="315165" cy="228268"/>
              </a:xfrm>
              <a:prstGeom prst="rect">
                <a:avLst/>
              </a:prstGeom>
              <a:blipFill>
                <a:blip r:embed="rId9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12996F2B-E362-9212-4D41-C09BDAA9DE4C}"/>
              </a:ext>
            </a:extLst>
          </p:cNvPr>
          <p:cNvSpPr txBox="1"/>
          <p:nvPr/>
        </p:nvSpPr>
        <p:spPr>
          <a:xfrm>
            <a:off x="2604848" y="5413663"/>
            <a:ext cx="262995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Do we have consistency?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D9E6D17-F9C6-3F10-7C71-EAE1BF9D2C86}"/>
                  </a:ext>
                </a:extLst>
              </p:cNvPr>
              <p:cNvSpPr txBox="1"/>
              <p:nvPr/>
            </p:nvSpPr>
            <p:spPr>
              <a:xfrm>
                <a:off x="5359944" y="5413663"/>
                <a:ext cx="156874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1306BA"/>
                          </a:solidFill>
                          <a:latin typeface="Cambria Math" panose="02040503050406030204" pitchFamily="18" charset="0"/>
                        </a:rPr>
                        <m:t>12≤2+8</m:t>
                      </m:r>
                    </m:oMath>
                  </m:oMathPara>
                </a14:m>
                <a:endParaRPr lang="en-US" dirty="0">
                  <a:solidFill>
                    <a:srgbClr val="1306BA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D9E6D17-F9C6-3F10-7C71-EAE1BF9D2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44" y="5413663"/>
                <a:ext cx="15687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27AC12A-8F81-6756-0BB4-75F8E25DD144}"/>
              </a:ext>
            </a:extLst>
          </p:cNvPr>
          <p:cNvSpPr txBox="1"/>
          <p:nvPr/>
        </p:nvSpPr>
        <p:spPr>
          <a:xfrm>
            <a:off x="5964087" y="5115696"/>
            <a:ext cx="42921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?</a:t>
            </a:r>
            <a:endParaRPr lang="en-US" dirty="0">
              <a:solidFill>
                <a:srgbClr val="1306BA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03DDAC-F838-E0F1-0A08-49C7C269D3F9}"/>
              </a:ext>
            </a:extLst>
          </p:cNvPr>
          <p:cNvSpPr txBox="1"/>
          <p:nvPr/>
        </p:nvSpPr>
        <p:spPr>
          <a:xfrm>
            <a:off x="7408943" y="5413663"/>
            <a:ext cx="530371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49377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 animBg="1"/>
      <p:bldP spid="17" grpId="0" animBg="1"/>
      <p:bldP spid="21" grpId="0" animBg="1"/>
      <p:bldP spid="31" grpId="0"/>
      <p:bldP spid="35" grpId="0"/>
      <p:bldP spid="41" grpId="0"/>
      <p:bldP spid="43" grpId="0"/>
      <p:bldP spid="45" grpId="0"/>
      <p:bldP spid="46" grpId="0"/>
      <p:bldP spid="4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FDAF2-F5A6-12D3-6A64-8D2378591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0638CC96-82FE-A70B-4524-BC7A9E5C1994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0" i="0" dirty="0">
                <a:latin typeface="+mj-lt"/>
              </a:rPr>
              <a:t>A* Optimality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2420EE-4F35-941D-94FA-17B51C2D279E}"/>
                  </a:ext>
                </a:extLst>
              </p:cNvPr>
              <p:cNvSpPr txBox="1"/>
              <p:nvPr/>
            </p:nvSpPr>
            <p:spPr>
              <a:xfrm>
                <a:off x="620257" y="3501746"/>
                <a:ext cx="11004853" cy="20928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b="1" dirty="0"/>
                  <a:t>Tree-search</a:t>
                </a:r>
                <a:r>
                  <a:rPr lang="en-US" dirty="0"/>
                  <a:t> has no </a:t>
                </a:r>
                <a:r>
                  <a:rPr lang="en-US" b="1" dirty="0">
                    <a:solidFill>
                      <a:srgbClr val="1306BA"/>
                    </a:solidFill>
                  </a:rPr>
                  <a:t>CLOSED</a:t>
                </a:r>
                <a:r>
                  <a:rPr lang="en-US" dirty="0"/>
                  <a:t> list, allowing the </a:t>
                </a:r>
                <a:r>
                  <a:rPr lang="en-US" dirty="0">
                    <a:solidFill>
                      <a:srgbClr val="00B050"/>
                    </a:solidFill>
                  </a:rPr>
                  <a:t>same state to be expanded multiple times</a:t>
                </a:r>
                <a:r>
                  <a:rPr lang="en-US" dirty="0"/>
                  <a:t> via different paths. Inefficient, but guarantees finding the optimal solution with any admissible heuristic.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b="1" dirty="0"/>
                  <a:t>Graph-search with reopening</a:t>
                </a:r>
                <a:r>
                  <a:rPr lang="en-US" dirty="0"/>
                  <a:t> maintains </a:t>
                </a:r>
                <a:r>
                  <a:rPr lang="en-US" b="1" dirty="0">
                    <a:solidFill>
                      <a:srgbClr val="1306BA"/>
                    </a:solidFill>
                  </a:rPr>
                  <a:t>CLOSED</a:t>
                </a:r>
                <a:r>
                  <a:rPr lang="en-US" dirty="0"/>
                  <a:t> but </a:t>
                </a:r>
                <a:r>
                  <a:rPr lang="en-US" dirty="0">
                    <a:solidFill>
                      <a:srgbClr val="00B050"/>
                    </a:solidFill>
                  </a:rPr>
                  <a:t>checks it for cheaper paths</a:t>
                </a:r>
                <a:r>
                  <a:rPr lang="en-US" dirty="0"/>
                  <a:t>. If found, it updates costs and re-opens the node. This safety net means admissibility alone suffices.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b="1" dirty="0"/>
                  <a:t>Graph-search without reopening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skips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1306BA"/>
                    </a:solidFill>
                  </a:rPr>
                  <a:t>CLOSED</a:t>
                </a:r>
                <a:r>
                  <a:rPr lang="en-US" dirty="0"/>
                  <a:t> nodes entirely, assuming the first path found is optimal. This is only true with a consistent heuristic, which ensures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-values never decrease along any path.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2420EE-4F35-941D-94FA-17B51C2D2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57" y="3501746"/>
                <a:ext cx="11004853" cy="2092881"/>
              </a:xfrm>
              <a:prstGeom prst="rect">
                <a:avLst/>
              </a:prstGeom>
              <a:blipFill>
                <a:blip r:embed="rId2"/>
                <a:stretch>
                  <a:fillRect l="-499" t="-1453" b="-20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05868D-33AD-5FF7-B923-1FE3E2376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213071"/>
              </p:ext>
            </p:extLst>
          </p:nvPr>
        </p:nvGraphicFramePr>
        <p:xfrm>
          <a:off x="1217686" y="1026445"/>
          <a:ext cx="9661227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8219">
                  <a:extLst>
                    <a:ext uri="{9D8B030D-6E8A-4147-A177-3AD203B41FA5}">
                      <a16:colId xmlns:a16="http://schemas.microsoft.com/office/drawing/2014/main" val="4135960349"/>
                    </a:ext>
                  </a:extLst>
                </a:gridCol>
                <a:gridCol w="3165231">
                  <a:extLst>
                    <a:ext uri="{9D8B030D-6E8A-4147-A177-3AD203B41FA5}">
                      <a16:colId xmlns:a16="http://schemas.microsoft.com/office/drawing/2014/main" val="1876868506"/>
                    </a:ext>
                  </a:extLst>
                </a:gridCol>
                <a:gridCol w="3087777">
                  <a:extLst>
                    <a:ext uri="{9D8B030D-6E8A-4147-A177-3AD203B41FA5}">
                      <a16:colId xmlns:a16="http://schemas.microsoft.com/office/drawing/2014/main" val="1164680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A* 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Requirement for Optimality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3267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Tree-search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Admissible heuristic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No </a:t>
                      </a:r>
                      <a:r>
                        <a:rPr lang="en-US" b="1" dirty="0">
                          <a:solidFill>
                            <a:srgbClr val="1306BA"/>
                          </a:solidFill>
                        </a:rPr>
                        <a:t>CLOSED</a:t>
                      </a:r>
                      <a:r>
                        <a:rPr lang="en-US" dirty="0"/>
                        <a:t> list—can re-expand states.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00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Graph-search with reopening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Admissible heuristic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Checks </a:t>
                      </a:r>
                      <a:r>
                        <a:rPr lang="en-US" b="1" dirty="0">
                          <a:solidFill>
                            <a:srgbClr val="1306BA"/>
                          </a:solidFill>
                        </a:rPr>
                        <a:t>CLOSED</a:t>
                      </a:r>
                      <a:r>
                        <a:rPr lang="en-US" dirty="0"/>
                        <a:t> nodes for cheaper paths.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102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Graph-search without reopening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Consistent heuristic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Skips</a:t>
                      </a:r>
                      <a:r>
                        <a:rPr lang="en-US" dirty="0"/>
                        <a:t> </a:t>
                      </a:r>
                      <a:r>
                        <a:rPr lang="en-US" b="1" dirty="0">
                          <a:solidFill>
                            <a:srgbClr val="1306BA"/>
                          </a:solidFill>
                        </a:rPr>
                        <a:t>CLOSED</a:t>
                      </a:r>
                      <a:r>
                        <a:rPr lang="en-US" dirty="0"/>
                        <a:t> nodes entirely.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62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EC94A0B-8F96-FC93-C915-90D8786EA177}"/>
              </a:ext>
            </a:extLst>
          </p:cNvPr>
          <p:cNvSpPr txBox="1"/>
          <p:nvPr/>
        </p:nvSpPr>
        <p:spPr>
          <a:xfrm>
            <a:off x="593573" y="5831555"/>
            <a:ext cx="11004853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200" b="1" dirty="0"/>
              <a:t>Bottom line:</a:t>
            </a:r>
            <a:r>
              <a:rPr lang="en-US" sz="2200" dirty="0"/>
              <a:t> Consistency enables efficiency; no reopening is needed when you are guaranteed the first path is best.</a:t>
            </a:r>
          </a:p>
        </p:txBody>
      </p:sp>
    </p:spTree>
    <p:extLst>
      <p:ext uri="{BB962C8B-B14F-4D97-AF65-F5344CB8AC3E}">
        <p14:creationId xmlns:p14="http://schemas.microsoft.com/office/powerpoint/2010/main" val="97942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29972" y="44854"/>
            <a:ext cx="9029700" cy="860264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/>
              <a:t>A* Avoids the Best-First Trap</a:t>
            </a:r>
          </a:p>
        </p:txBody>
      </p:sp>
      <p:pic>
        <p:nvPicPr>
          <p:cNvPr id="45061" name="Picture 5" descr="ASt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933" y="1447824"/>
            <a:ext cx="8165778" cy="4775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A95F264-55E8-91EB-7B3D-EAF35A9C6166}"/>
              </a:ext>
            </a:extLst>
          </p:cNvPr>
          <p:cNvSpPr/>
          <p:nvPr/>
        </p:nvSpPr>
        <p:spPr>
          <a:xfrm>
            <a:off x="3543679" y="3496327"/>
            <a:ext cx="661598" cy="673241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Start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42F320-C099-02AA-88DC-74A26FB97C51}"/>
              </a:ext>
            </a:extLst>
          </p:cNvPr>
          <p:cNvSpPr/>
          <p:nvPr/>
        </p:nvSpPr>
        <p:spPr>
          <a:xfrm>
            <a:off x="7600189" y="3496327"/>
            <a:ext cx="661598" cy="673234"/>
          </a:xfrm>
          <a:prstGeom prst="rect">
            <a:avLst/>
          </a:prstGeom>
          <a:solidFill>
            <a:srgbClr val="FF0000"/>
          </a:solidFill>
          <a:ln w="3175"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Goal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F86900-E8CD-DE43-B605-3BD952C904A4}"/>
              </a:ext>
            </a:extLst>
          </p:cNvPr>
          <p:cNvSpPr/>
          <p:nvPr/>
        </p:nvSpPr>
        <p:spPr>
          <a:xfrm>
            <a:off x="3543679" y="2823086"/>
            <a:ext cx="661598" cy="673241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489723-C989-87DA-2B06-2839A12F0A99}"/>
              </a:ext>
            </a:extLst>
          </p:cNvPr>
          <p:cNvSpPr/>
          <p:nvPr/>
        </p:nvSpPr>
        <p:spPr>
          <a:xfrm>
            <a:off x="4205277" y="2149845"/>
            <a:ext cx="661598" cy="673241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246922-AFB6-EFB3-CDF4-0A01F0408612}"/>
              </a:ext>
            </a:extLst>
          </p:cNvPr>
          <p:cNvSpPr/>
          <p:nvPr/>
        </p:nvSpPr>
        <p:spPr>
          <a:xfrm>
            <a:off x="4877843" y="2149845"/>
            <a:ext cx="661598" cy="673241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B974C0-F235-9E82-9085-18FFCBF73B93}"/>
              </a:ext>
            </a:extLst>
          </p:cNvPr>
          <p:cNvSpPr/>
          <p:nvPr/>
        </p:nvSpPr>
        <p:spPr>
          <a:xfrm>
            <a:off x="5561820" y="2149844"/>
            <a:ext cx="661598" cy="673241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FA5B1D-8229-F759-73AF-EAEC7EB6B1FC}"/>
              </a:ext>
            </a:extLst>
          </p:cNvPr>
          <p:cNvSpPr/>
          <p:nvPr/>
        </p:nvSpPr>
        <p:spPr>
          <a:xfrm>
            <a:off x="6257423" y="2823086"/>
            <a:ext cx="661598" cy="673241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70E1AD-E737-1973-3072-DE5570AF2559}"/>
              </a:ext>
            </a:extLst>
          </p:cNvPr>
          <p:cNvSpPr/>
          <p:nvPr/>
        </p:nvSpPr>
        <p:spPr>
          <a:xfrm>
            <a:off x="6919021" y="3467349"/>
            <a:ext cx="661598" cy="673241"/>
          </a:xfrm>
          <a:prstGeom prst="rect">
            <a:avLst/>
          </a:prstGeom>
          <a:solidFill>
            <a:srgbClr val="00B050"/>
          </a:solidFill>
          <a:ln w="3175">
            <a:solidFill>
              <a:srgbClr val="00B050"/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785297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6E90F-F98C-1F74-CDDA-F9AB5EDF3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FCB5F832-735E-D8F5-36EC-5F0C539716AF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Brief </a:t>
            </a:r>
            <a:r>
              <a:rPr lang="en-US" sz="3600" b="0" i="0" dirty="0">
                <a:latin typeface="+mj-lt"/>
              </a:rPr>
              <a:t>A* Analysis</a:t>
            </a:r>
            <a:endParaRPr lang="en-US" sz="3600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9F52F35-F5AE-69A4-07E4-B3F6890A2765}"/>
              </a:ext>
            </a:extLst>
          </p:cNvPr>
          <p:cNvSpPr txBox="1"/>
          <p:nvPr/>
        </p:nvSpPr>
        <p:spPr>
          <a:xfrm>
            <a:off x="1438176" y="1485916"/>
            <a:ext cx="7093641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>
                <a:solidFill>
                  <a:srgbClr val="1306BA"/>
                </a:solidFill>
              </a:rPr>
              <a:t>Time complexity</a:t>
            </a:r>
            <a:r>
              <a:rPr lang="en-US" sz="2400" dirty="0"/>
              <a:t>: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4958FC2-8A76-2082-B8A6-4F7FC35CEAA6}"/>
              </a:ext>
            </a:extLst>
          </p:cNvPr>
          <p:cNvSpPr txBox="1"/>
          <p:nvPr/>
        </p:nvSpPr>
        <p:spPr>
          <a:xfrm>
            <a:off x="1438177" y="4067240"/>
            <a:ext cx="2471094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>
                <a:solidFill>
                  <a:srgbClr val="1306BA"/>
                </a:solidFill>
              </a:rPr>
              <a:t>Space complexity</a:t>
            </a:r>
            <a:r>
              <a:rPr lang="en-US" sz="2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ACE25B-BFA0-F688-CBBF-C2AE1287F26E}"/>
                  </a:ext>
                </a:extLst>
              </p:cNvPr>
              <p:cNvSpPr txBox="1"/>
              <p:nvPr/>
            </p:nvSpPr>
            <p:spPr>
              <a:xfrm>
                <a:off x="4209142" y="1485916"/>
                <a:ext cx="972457" cy="4397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ACE25B-BFA0-F688-CBBF-C2AE1287F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142" y="1485916"/>
                <a:ext cx="972457" cy="4397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E9914A-4A27-2444-BEF4-8BC30F9AD1F3}"/>
                  </a:ext>
                </a:extLst>
              </p:cNvPr>
              <p:cNvSpPr txBox="1"/>
              <p:nvPr/>
            </p:nvSpPr>
            <p:spPr>
              <a:xfrm>
                <a:off x="5884250" y="1485916"/>
                <a:ext cx="5418533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where: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is the branching factor and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 the depth of the optimal solution.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E9914A-4A27-2444-BEF4-8BC30F9AD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250" y="1485916"/>
                <a:ext cx="5418533" cy="1015663"/>
              </a:xfrm>
              <a:prstGeom prst="rect">
                <a:avLst/>
              </a:prstGeom>
              <a:blipFill>
                <a:blip r:embed="rId3"/>
                <a:stretch>
                  <a:fillRect l="-1125" t="-3614" b="-102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DDC502-50EF-2538-A7BF-C99EC2E58240}"/>
                  </a:ext>
                </a:extLst>
              </p:cNvPr>
              <p:cNvSpPr txBox="1"/>
              <p:nvPr/>
            </p:nvSpPr>
            <p:spPr>
              <a:xfrm>
                <a:off x="4105661" y="2831258"/>
                <a:ext cx="7093641" cy="10552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However, with a good heuristic, A* can, in practice, be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 represents how much the heuristic can reduce the search space.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DDC502-50EF-2538-A7BF-C99EC2E58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661" y="2831258"/>
                <a:ext cx="7093641" cy="1055289"/>
              </a:xfrm>
              <a:prstGeom prst="rect">
                <a:avLst/>
              </a:prstGeom>
              <a:blipFill>
                <a:blip r:embed="rId4"/>
                <a:stretch>
                  <a:fillRect l="-946" t="-575" b="-86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909A8CF-515D-1941-FDB6-2029EB47A53D}"/>
                  </a:ext>
                </a:extLst>
              </p:cNvPr>
              <p:cNvSpPr txBox="1"/>
              <p:nvPr/>
            </p:nvSpPr>
            <p:spPr>
              <a:xfrm>
                <a:off x="4209142" y="4067240"/>
                <a:ext cx="972457" cy="4397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909A8CF-515D-1941-FDB6-2029EB47A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142" y="4067240"/>
                <a:ext cx="972457" cy="439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B9012C0-1F63-E39B-FE43-FF55DBDBF937}"/>
                  </a:ext>
                </a:extLst>
              </p:cNvPr>
              <p:cNvSpPr txBox="1"/>
              <p:nvPr/>
            </p:nvSpPr>
            <p:spPr>
              <a:xfrm>
                <a:off x="2474753" y="4990570"/>
                <a:ext cx="8724550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A* consumes lots of memory: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𝑠𝑡𝑎𝑡𝑒𝑠</m:t>
                        </m:r>
                      </m:e>
                    </m:d>
                  </m:oMath>
                </a14:m>
                <a:r>
                  <a:rPr lang="en-US" sz="2000" dirty="0"/>
                  <a:t> (</a:t>
                </a:r>
                <a:r>
                  <a:rPr lang="en-US" sz="2000" b="1" dirty="0">
                    <a:solidFill>
                      <a:srgbClr val="1306BA"/>
                    </a:solidFill>
                  </a:rPr>
                  <a:t>OPEN</a:t>
                </a:r>
                <a:r>
                  <a:rPr lang="en-US" sz="2000" dirty="0"/>
                  <a:t>, </a:t>
                </a:r>
                <a:r>
                  <a:rPr lang="en-US" sz="2000" b="1" dirty="0">
                    <a:solidFill>
                      <a:srgbClr val="1306BA"/>
                    </a:solidFill>
                  </a:rPr>
                  <a:t>CLOSED</a:t>
                </a:r>
                <a:r>
                  <a:rPr lang="en-US" sz="2000" dirty="0"/>
                  <a:t>, back-pointers). Thus, may run out on large problems.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B9012C0-1F63-E39B-FE43-FF55DBDBF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753" y="4990570"/>
                <a:ext cx="8724550" cy="707886"/>
              </a:xfrm>
              <a:prstGeom prst="rect">
                <a:avLst/>
              </a:prstGeom>
              <a:blipFill>
                <a:blip r:embed="rId6"/>
                <a:stretch>
                  <a:fillRect l="-769" t="-5172" b="-146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EAE87B4-B98C-5BCE-DAED-A6CD420ADCAF}"/>
              </a:ext>
            </a:extLst>
          </p:cNvPr>
          <p:cNvSpPr txBox="1"/>
          <p:nvPr/>
        </p:nvSpPr>
        <p:spPr>
          <a:xfrm>
            <a:off x="2474753" y="5811051"/>
            <a:ext cx="872455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If the heuristic can be consistent, we earn space efficiency by not re-adding nodes to the open list (by re-opening </a:t>
            </a:r>
            <a:r>
              <a:rPr lang="en-US" sz="2000" b="1" dirty="0">
                <a:solidFill>
                  <a:srgbClr val="1306BA"/>
                </a:solidFill>
              </a:rPr>
              <a:t>CLOSED</a:t>
            </a:r>
            <a:r>
              <a:rPr lang="en-US" sz="2000" dirty="0"/>
              <a:t> nodes).</a:t>
            </a:r>
          </a:p>
        </p:txBody>
      </p:sp>
    </p:spTree>
    <p:extLst>
      <p:ext uri="{BB962C8B-B14F-4D97-AF65-F5344CB8AC3E}">
        <p14:creationId xmlns:p14="http://schemas.microsoft.com/office/powerpoint/2010/main" val="130905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4486-9637-4468-AD32-F914B03BF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1E3AED2E-5DCA-D00B-5EEE-EA00F289F5C3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IDA*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C3A5AB-C4D1-A6E4-BA18-AABEDCB068B3}"/>
                  </a:ext>
                </a:extLst>
              </p:cNvPr>
              <p:cNvSpPr txBox="1"/>
              <p:nvPr/>
            </p:nvSpPr>
            <p:spPr>
              <a:xfrm>
                <a:off x="2082986" y="1984547"/>
                <a:ext cx="79306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IDA*: incrementally increasing the maximum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-value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Calibri"/>
                      </a:rPr>
                      <m:t>𝑓</m:t>
                    </m:r>
                    <m:d>
                      <m:dPr>
                        <m:ctrlPr>
                          <a:rPr lang="ar-AE" sz="2000" i="1" dirty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sz="2000" i="1" dirty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US" sz="2000" i="1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𝑔</m:t>
                    </m:r>
                    <m:d>
                      <m:dPr>
                        <m:ctrlPr>
                          <a:rPr lang="ar-AE" sz="2000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sz="2000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r>
                      <a:rPr lang="en-US" sz="20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ar-AE" sz="20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sz="20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C3A5AB-C4D1-A6E4-BA18-AABEDCB06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986" y="1984547"/>
                <a:ext cx="7930627" cy="400110"/>
              </a:xfrm>
              <a:prstGeom prst="rect">
                <a:avLst/>
              </a:prstGeom>
              <a:blipFill>
                <a:blip r:embed="rId2"/>
                <a:stretch>
                  <a:fillRect l="-846" t="-9231" b="-2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FCBB8B6-1826-AE6B-7D12-0E1A560C4CDE}"/>
              </a:ext>
            </a:extLst>
          </p:cNvPr>
          <p:cNvSpPr txBox="1"/>
          <p:nvPr/>
        </p:nvSpPr>
        <p:spPr>
          <a:xfrm>
            <a:off x="819324" y="788405"/>
            <a:ext cx="10715538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200" dirty="0"/>
              <a:t>We have encountered the problem of running out of memory before. Our solution to meld BFS and BFS was iterative deepening.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86806D83-2C50-4EF8-AAD0-FB224146901E}"/>
              </a:ext>
            </a:extLst>
          </p:cNvPr>
          <p:cNvSpPr txBox="1"/>
          <p:nvPr/>
        </p:nvSpPr>
        <p:spPr>
          <a:xfrm>
            <a:off x="1438176" y="2961250"/>
            <a:ext cx="7093641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>
                <a:solidFill>
                  <a:srgbClr val="1306BA"/>
                </a:solidFill>
              </a:rPr>
              <a:t>Time complexity</a:t>
            </a:r>
            <a:r>
              <a:rPr lang="en-US" sz="2400" dirty="0"/>
              <a:t>: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4F75715-D9D8-8E1A-BF29-9C2600607B1F}"/>
              </a:ext>
            </a:extLst>
          </p:cNvPr>
          <p:cNvSpPr txBox="1"/>
          <p:nvPr/>
        </p:nvSpPr>
        <p:spPr>
          <a:xfrm>
            <a:off x="1438177" y="3976913"/>
            <a:ext cx="2471094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>
                <a:solidFill>
                  <a:srgbClr val="1306BA"/>
                </a:solidFill>
              </a:rPr>
              <a:t>Space complexity</a:t>
            </a:r>
            <a:r>
              <a:rPr lang="en-US" sz="2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1AB8B9-2788-7A51-D744-BE43E7484DA0}"/>
                  </a:ext>
                </a:extLst>
              </p:cNvPr>
              <p:cNvSpPr txBox="1"/>
              <p:nvPr/>
            </p:nvSpPr>
            <p:spPr>
              <a:xfrm>
                <a:off x="4209142" y="2961250"/>
                <a:ext cx="972457" cy="4397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1AB8B9-2788-7A51-D744-BE43E7484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142" y="2961250"/>
                <a:ext cx="972457" cy="4397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B208E7-9707-BCD3-82A3-D5A6F0E33A2A}"/>
                  </a:ext>
                </a:extLst>
              </p:cNvPr>
              <p:cNvSpPr txBox="1"/>
              <p:nvPr/>
            </p:nvSpPr>
            <p:spPr>
              <a:xfrm>
                <a:off x="5884250" y="2961250"/>
                <a:ext cx="5418533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where: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is the branching factor and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000" dirty="0"/>
                  <a:t> the depth of the optimal solution.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B208E7-9707-BCD3-82A3-D5A6F0E33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250" y="2961250"/>
                <a:ext cx="5418533" cy="1015663"/>
              </a:xfrm>
              <a:prstGeom prst="rect">
                <a:avLst/>
              </a:prstGeom>
              <a:blipFill>
                <a:blip r:embed="rId4"/>
                <a:stretch>
                  <a:fillRect l="-1125" t="-3614" b="-102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E02CBA-BF11-0148-AEF5-B8936600EB87}"/>
                  </a:ext>
                </a:extLst>
              </p:cNvPr>
              <p:cNvSpPr txBox="1"/>
              <p:nvPr/>
            </p:nvSpPr>
            <p:spPr>
              <a:xfrm>
                <a:off x="4209142" y="3976913"/>
                <a:ext cx="97245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𝑏𝑑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E02CBA-BF11-0148-AEF5-B8936600E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142" y="3976913"/>
                <a:ext cx="97245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3">
            <a:extLst>
              <a:ext uri="{FF2B5EF4-FFF2-40B4-BE49-F238E27FC236}">
                <a16:creationId xmlns:a16="http://schemas.microsoft.com/office/drawing/2014/main" id="{11457400-0D0D-B068-62B3-902AE235D73B}"/>
              </a:ext>
            </a:extLst>
          </p:cNvPr>
          <p:cNvSpPr txBox="1"/>
          <p:nvPr/>
        </p:nvSpPr>
        <p:spPr>
          <a:xfrm>
            <a:off x="1438176" y="5039064"/>
            <a:ext cx="154565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>
                <a:solidFill>
                  <a:srgbClr val="1306BA"/>
                </a:solidFill>
              </a:rPr>
              <a:t>Complete</a:t>
            </a:r>
            <a:r>
              <a:rPr lang="en-US" sz="2400" dirty="0"/>
              <a:t>?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7CF4D067-ADC4-F6DB-B7BC-BE80175968A4}"/>
              </a:ext>
            </a:extLst>
          </p:cNvPr>
          <p:cNvSpPr txBox="1"/>
          <p:nvPr/>
        </p:nvSpPr>
        <p:spPr>
          <a:xfrm>
            <a:off x="1438176" y="5950881"/>
            <a:ext cx="1260543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>
                <a:solidFill>
                  <a:srgbClr val="1306BA"/>
                </a:solidFill>
              </a:rPr>
              <a:t>Optimal</a:t>
            </a:r>
            <a:r>
              <a:rPr lang="en-US" sz="2400" dirty="0"/>
              <a:t>?</a:t>
            </a:r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903398FC-4A25-8679-39C6-33988130B7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83831" y="4934355"/>
            <a:ext cx="505627" cy="5056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879622-078D-8400-8BC9-B465EB075D1B}"/>
              </a:ext>
            </a:extLst>
          </p:cNvPr>
          <p:cNvSpPr txBox="1"/>
          <p:nvPr/>
        </p:nvSpPr>
        <p:spPr>
          <a:xfrm>
            <a:off x="5971471" y="4987113"/>
            <a:ext cx="3236698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with an admissible heuristic.</a:t>
            </a:r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2B254378-324F-256F-6439-794578E88A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83831" y="5884740"/>
            <a:ext cx="505627" cy="5056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1388DC-2D9B-837D-A0C0-C7A5E6A9E53C}"/>
              </a:ext>
            </a:extLst>
          </p:cNvPr>
          <p:cNvSpPr txBox="1"/>
          <p:nvPr/>
        </p:nvSpPr>
        <p:spPr>
          <a:xfrm>
            <a:off x="5971471" y="6069595"/>
            <a:ext cx="3236698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(Just as A*)</a:t>
            </a:r>
          </a:p>
        </p:txBody>
      </p:sp>
    </p:spTree>
    <p:extLst>
      <p:ext uri="{BB962C8B-B14F-4D97-AF65-F5344CB8AC3E}">
        <p14:creationId xmlns:p14="http://schemas.microsoft.com/office/powerpoint/2010/main" val="149374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2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40E3F-F2C6-5DE5-F493-724E8309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AD22D701-4B09-119D-B680-23767A6880EF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Beam Search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9A8A41-AEB4-4D05-3FF8-E478CEECB058}"/>
              </a:ext>
            </a:extLst>
          </p:cNvPr>
          <p:cNvSpPr txBox="1"/>
          <p:nvPr/>
        </p:nvSpPr>
        <p:spPr>
          <a:xfrm>
            <a:off x="819324" y="857561"/>
            <a:ext cx="10715538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A* is optimal but uses exponential memory. IDA* is memory efficient but may re-explore nodes. What if we need something in between?</a:t>
            </a: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6180731A-0B79-608F-F59E-BF2533163231}"/>
              </a:ext>
            </a:extLst>
          </p:cNvPr>
          <p:cNvSpPr txBox="1"/>
          <p:nvPr/>
        </p:nvSpPr>
        <p:spPr>
          <a:xfrm>
            <a:off x="1924328" y="4307131"/>
            <a:ext cx="154565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Complete</a:t>
            </a:r>
            <a:r>
              <a:rPr lang="en-US" sz="2000" dirty="0"/>
              <a:t>?</a:t>
            </a: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035B95FB-5739-463A-1155-1570A80DC3A5}"/>
              </a:ext>
            </a:extLst>
          </p:cNvPr>
          <p:cNvSpPr txBox="1"/>
          <p:nvPr/>
        </p:nvSpPr>
        <p:spPr>
          <a:xfrm>
            <a:off x="1924328" y="4804586"/>
            <a:ext cx="126054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Optimal</a:t>
            </a:r>
            <a:r>
              <a:rPr lang="en-US" sz="2000" dirty="0"/>
              <a:t>?</a:t>
            </a:r>
          </a:p>
        </p:txBody>
      </p:sp>
      <p:pic>
        <p:nvPicPr>
          <p:cNvPr id="20" name="Graphic 19" descr="Close with solid fill">
            <a:extLst>
              <a:ext uri="{FF2B5EF4-FFF2-40B4-BE49-F238E27FC236}">
                <a16:creationId xmlns:a16="http://schemas.microsoft.com/office/drawing/2014/main" id="{F490801A-45FD-153C-679B-CB59E64BB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84871" y="4264392"/>
            <a:ext cx="405435" cy="4054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2CC2FEF-8E7B-6FAD-CF56-AA8FC703774C}"/>
              </a:ext>
            </a:extLst>
          </p:cNvPr>
          <p:cNvSpPr txBox="1"/>
          <p:nvPr/>
        </p:nvSpPr>
        <p:spPr>
          <a:xfrm>
            <a:off x="819324" y="1897325"/>
            <a:ext cx="1063803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Motivation: </a:t>
            </a:r>
            <a:r>
              <a:rPr lang="en-US" sz="2000" dirty="0"/>
              <a:t>Reduce memory usage by </a:t>
            </a:r>
            <a:r>
              <a:rPr lang="en-US" sz="2000" b="1" i="1" dirty="0"/>
              <a:t>limiting frontier size </a:t>
            </a:r>
            <a:r>
              <a:rPr lang="en-US" sz="2000" dirty="0"/>
              <a:t>while allowing our heuristic to guide us.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183A93F-AA02-FECB-E630-D690D43FCEB7}"/>
                  </a:ext>
                </a:extLst>
              </p:cNvPr>
              <p:cNvSpPr txBox="1"/>
              <p:nvPr/>
            </p:nvSpPr>
            <p:spPr>
              <a:xfrm>
                <a:off x="802368" y="2751891"/>
                <a:ext cx="6097508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171450" indent="-171450" algn="ctr">
                  <a:spcAft>
                    <a:spcPts val="1200"/>
                  </a:spcAft>
                </a:pPr>
                <a:r>
                  <a:rPr lang="en-US" b="1" dirty="0"/>
                  <a:t>Local Beam Search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The frontier is a priority queue with fixed size beam width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Expand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nodes simultaneously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Keep best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successors for next iteration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183A93F-AA02-FECB-E630-D690D43FC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68" y="2751891"/>
                <a:ext cx="6097508" cy="1354217"/>
              </a:xfrm>
              <a:prstGeom prst="rect">
                <a:avLst/>
              </a:prstGeom>
              <a:blipFill>
                <a:blip r:embed="rId4"/>
                <a:stretch>
                  <a:fillRect l="-700" t="-2242" b="-58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255F18F-CEF3-949F-D1DD-8A22B423EC1A}"/>
                  </a:ext>
                </a:extLst>
              </p:cNvPr>
              <p:cNvSpPr txBox="1"/>
              <p:nvPr/>
            </p:nvSpPr>
            <p:spPr>
              <a:xfrm>
                <a:off x="8320636" y="2629313"/>
                <a:ext cx="3476903" cy="38010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US" b="1" dirty="0"/>
                  <a:t>Stochastic Beam Search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Beam width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Selection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successors is probabilistic.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All successors are assigned probabilities based on ‘goodness’.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are then selected according to that distribution.</a:t>
                </a: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Helps avoid getting trapped in local minima by introducing randomness into node selection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255F18F-CEF3-949F-D1DD-8A22B423E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636" y="2629313"/>
                <a:ext cx="3476903" cy="3801041"/>
              </a:xfrm>
              <a:prstGeom prst="rect">
                <a:avLst/>
              </a:prstGeom>
              <a:blipFill>
                <a:blip r:embed="rId5"/>
                <a:stretch>
                  <a:fillRect l="-1228" t="-801" r="-2632" b="-16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B0613337-9DD2-727D-9ACE-493E19C2E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954" y="4708898"/>
            <a:ext cx="1140738" cy="105830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3D598D9-30D4-420A-3EF2-B8269CFE0E43}"/>
              </a:ext>
            </a:extLst>
          </p:cNvPr>
          <p:cNvSpPr txBox="1"/>
          <p:nvPr/>
        </p:nvSpPr>
        <p:spPr>
          <a:xfrm>
            <a:off x="3986708" y="4426480"/>
            <a:ext cx="3645364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Can discard (optimal) paths by keeping only locally promising nodes</a:t>
            </a:r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AA776AF7-4373-0E73-544B-D1C8A943A63B}"/>
              </a:ext>
            </a:extLst>
          </p:cNvPr>
          <p:cNvSpPr txBox="1"/>
          <p:nvPr/>
        </p:nvSpPr>
        <p:spPr>
          <a:xfrm>
            <a:off x="1924328" y="5359078"/>
            <a:ext cx="864139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Space</a:t>
            </a:r>
            <a:r>
              <a:rPr lang="en-US" sz="2000" dirty="0"/>
              <a:t>?</a:t>
            </a:r>
          </a:p>
        </p:txBody>
      </p:sp>
      <p:sp>
        <p:nvSpPr>
          <p:cNvPr id="31" name="object 3">
            <a:extLst>
              <a:ext uri="{FF2B5EF4-FFF2-40B4-BE49-F238E27FC236}">
                <a16:creationId xmlns:a16="http://schemas.microsoft.com/office/drawing/2014/main" id="{89BC30E8-CBFF-322D-C686-C42C72BA00A2}"/>
              </a:ext>
            </a:extLst>
          </p:cNvPr>
          <p:cNvSpPr txBox="1"/>
          <p:nvPr/>
        </p:nvSpPr>
        <p:spPr>
          <a:xfrm>
            <a:off x="1924328" y="5856533"/>
            <a:ext cx="126054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Optimal</a:t>
            </a:r>
            <a:r>
              <a:rPr lang="en-US" sz="2000" dirty="0"/>
              <a:t>?</a:t>
            </a:r>
          </a:p>
        </p:txBody>
      </p:sp>
      <p:pic>
        <p:nvPicPr>
          <p:cNvPr id="32" name="Graphic 31" descr="Close with solid fill">
            <a:extLst>
              <a:ext uri="{FF2B5EF4-FFF2-40B4-BE49-F238E27FC236}">
                <a16:creationId xmlns:a16="http://schemas.microsoft.com/office/drawing/2014/main" id="{69A30B6E-4340-9055-8178-97881537F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84871" y="4761847"/>
            <a:ext cx="405435" cy="4054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3">
                <a:extLst>
                  <a:ext uri="{FF2B5EF4-FFF2-40B4-BE49-F238E27FC236}">
                    <a16:creationId xmlns:a16="http://schemas.microsoft.com/office/drawing/2014/main" id="{5933245F-7662-8614-13BC-75DA1E88F431}"/>
                  </a:ext>
                </a:extLst>
              </p:cNvPr>
              <p:cNvSpPr txBox="1"/>
              <p:nvPr/>
            </p:nvSpPr>
            <p:spPr>
              <a:xfrm>
                <a:off x="2955518" y="5388685"/>
                <a:ext cx="864139" cy="28918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object 3">
                <a:extLst>
                  <a:ext uri="{FF2B5EF4-FFF2-40B4-BE49-F238E27FC236}">
                    <a16:creationId xmlns:a16="http://schemas.microsoft.com/office/drawing/2014/main" id="{5933245F-7662-8614-13BC-75DA1E88F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518" y="5388685"/>
                <a:ext cx="864139" cy="289182"/>
              </a:xfrm>
              <a:prstGeom prst="rect">
                <a:avLst/>
              </a:prstGeom>
              <a:blipFill>
                <a:blip r:embed="rId7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bject 3">
                <a:extLst>
                  <a:ext uri="{FF2B5EF4-FFF2-40B4-BE49-F238E27FC236}">
                    <a16:creationId xmlns:a16="http://schemas.microsoft.com/office/drawing/2014/main" id="{AFF1706D-6900-6E28-9073-7B34D4C7EB5A}"/>
                  </a:ext>
                </a:extLst>
              </p:cNvPr>
              <p:cNvSpPr txBox="1"/>
              <p:nvPr/>
            </p:nvSpPr>
            <p:spPr>
              <a:xfrm>
                <a:off x="2955518" y="5843403"/>
                <a:ext cx="864139" cy="32483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object 3">
                <a:extLst>
                  <a:ext uri="{FF2B5EF4-FFF2-40B4-BE49-F238E27FC236}">
                    <a16:creationId xmlns:a16="http://schemas.microsoft.com/office/drawing/2014/main" id="{AFF1706D-6900-6E28-9073-7B34D4C7E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518" y="5843403"/>
                <a:ext cx="864139" cy="324833"/>
              </a:xfrm>
              <a:prstGeom prst="rect">
                <a:avLst/>
              </a:prstGeom>
              <a:blipFill>
                <a:blip r:embed="rId8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4F9EDE30-977D-BB45-32C4-B4F0DEABEC67}"/>
              </a:ext>
            </a:extLst>
          </p:cNvPr>
          <p:cNvSpPr txBox="1"/>
          <p:nvPr/>
        </p:nvSpPr>
        <p:spPr>
          <a:xfrm>
            <a:off x="3986708" y="5856533"/>
            <a:ext cx="331153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Often, better due to beam width.</a:t>
            </a:r>
          </a:p>
        </p:txBody>
      </p:sp>
    </p:spTree>
    <p:extLst>
      <p:ext uri="{BB962C8B-B14F-4D97-AF65-F5344CB8AC3E}">
        <p14:creationId xmlns:p14="http://schemas.microsoft.com/office/powerpoint/2010/main" val="167491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4" grpId="0"/>
      <p:bldP spid="26" grpId="0"/>
      <p:bldP spid="29" grpId="0"/>
      <p:bldP spid="30" grpId="0"/>
      <p:bldP spid="31" grpId="0"/>
      <p:bldP spid="33" grpId="0"/>
      <p:bldP spid="34" grpId="0"/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17FA6-A780-274E-6DD4-2B067A11F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020278BB-5B60-4400-7F73-2AB5C068AEC6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Beyond Optimal Search: Weighted A*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6AB411-D609-D898-2024-25380E1A3AD9}"/>
              </a:ext>
            </a:extLst>
          </p:cNvPr>
          <p:cNvSpPr txBox="1"/>
          <p:nvPr/>
        </p:nvSpPr>
        <p:spPr>
          <a:xfrm>
            <a:off x="819324" y="857561"/>
            <a:ext cx="10715538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What if optimality is not worth the computational cost? Sometimes “good enough” solutions found quickly are better than optimal solutions found slowly.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931D82D-E713-6076-EFCD-CA467776F2BB}"/>
                  </a:ext>
                </a:extLst>
              </p:cNvPr>
              <p:cNvSpPr txBox="1"/>
              <p:nvPr/>
            </p:nvSpPr>
            <p:spPr>
              <a:xfrm>
                <a:off x="742885" y="2488582"/>
                <a:ext cx="9052965" cy="12311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dirty="0"/>
                  <a:t>Weight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/>
                      </a:rPr>
                      <m:t>𝑤</m:t>
                    </m:r>
                  </m:oMath>
                </a14:m>
                <a:r>
                  <a:rPr lang="en-US" dirty="0"/>
                  <a:t> is a tunable parameter that can emphasize the heuristic more heavily:</a:t>
                </a:r>
              </a:p>
              <a:p>
                <a:pPr marL="742950" lvl="1" indent="-285750">
                  <a:spcBef>
                    <a:spcPts val="12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/>
                      </a:rPr>
                      <m:t>𝑤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"/>
                      </a:rPr>
                      <m:t>1 </m:t>
                    </m:r>
                  </m:oMath>
                </a14:m>
                <a:r>
                  <a:rPr lang="en-US" dirty="0"/>
                  <a:t>: balanced between actual cost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𝑔</m:t>
                    </m:r>
                    <m:d>
                      <m:dPr>
                        <m:ctrlPr>
                          <a:rPr lang="ar-AE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and heuristic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ar-AE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marL="742950" lvl="1" indent="-285750">
                  <a:spcBef>
                    <a:spcPts val="12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"/>
                      </a:rPr>
                      <m:t>→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"/>
                      </a:rPr>
                      <m:t>∞</m:t>
                    </m:r>
                  </m:oMath>
                </a14:m>
                <a:r>
                  <a:rPr lang="en-US" dirty="0"/>
                  <a:t>: making search more "optimistic" about reaching the goal by emphasizing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ar-AE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931D82D-E713-6076-EFCD-CA467776F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885" y="2488582"/>
                <a:ext cx="9052965" cy="1231106"/>
              </a:xfrm>
              <a:prstGeom prst="rect">
                <a:avLst/>
              </a:prstGeom>
              <a:blipFill>
                <a:blip r:embed="rId2"/>
                <a:stretch>
                  <a:fillRect l="-606" t="-2475" b="-69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7B8048-B621-A2EB-878A-C0E3C9CA6A9F}"/>
                  </a:ext>
                </a:extLst>
              </p:cNvPr>
              <p:cNvSpPr txBox="1"/>
              <p:nvPr/>
            </p:nvSpPr>
            <p:spPr>
              <a:xfrm>
                <a:off x="2719255" y="1815506"/>
                <a:ext cx="420917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Weighted A*: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Calibri"/>
                      </a:rPr>
                      <m:t>𝑓</m:t>
                    </m:r>
                    <m:d>
                      <m:dPr>
                        <m:ctrlPr>
                          <a:rPr lang="ar-AE" sz="2000" i="1" dirty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sz="2000" i="1" dirty="0"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US" sz="2000" i="1" dirty="0">
                        <a:solidFill>
                          <a:srgbClr val="1306BA"/>
                        </a:solidFill>
                        <a:latin typeface="Cambria Math" panose="02040503050406030204" pitchFamily="18" charset="0"/>
                        <a:cs typeface="Calibri"/>
                      </a:rPr>
                      <m:t>𝑔</m:t>
                    </m:r>
                    <m:d>
                      <m:dPr>
                        <m:ctrlPr>
                          <a:rPr lang="ar-AE" sz="2000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sz="2000" i="1" dirty="0">
                            <a:solidFill>
                              <a:srgbClr val="1306B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/>
                      </a:rPr>
                      <m:t>𝑤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Calibri"/>
                      </a:rPr>
                      <m:t>⋅</m:t>
                    </m:r>
                    <m:r>
                      <a:rPr lang="en-US" sz="20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d>
                      <m:dPr>
                        <m:ctrlPr>
                          <a:rPr lang="ar-AE" sz="20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sz="20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𝑛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7B8048-B621-A2EB-878A-C0E3C9CA6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255" y="1815506"/>
                <a:ext cx="4209172" cy="400110"/>
              </a:xfrm>
              <a:prstGeom prst="rect">
                <a:avLst/>
              </a:prstGeom>
              <a:blipFill>
                <a:blip r:embed="rId3"/>
                <a:stretch>
                  <a:fillRect l="-1447" t="-9231" b="-2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33E921-7856-7C3D-AA8A-2BD521CCDEB2}"/>
                  </a:ext>
                </a:extLst>
              </p:cNvPr>
              <p:cNvSpPr txBox="1"/>
              <p:nvPr/>
            </p:nvSpPr>
            <p:spPr>
              <a:xfrm>
                <a:off x="7716768" y="1815506"/>
                <a:ext cx="163798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/>
                      </a:rPr>
                      <m:t>𝑤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&gt;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/>
                      </a:rPr>
                      <m:t>1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33E921-7856-7C3D-AA8A-2BD521CCD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6768" y="1815506"/>
                <a:ext cx="1637987" cy="400110"/>
              </a:xfrm>
              <a:prstGeom prst="rect">
                <a:avLst/>
              </a:prstGeom>
              <a:blipFill>
                <a:blip r:embed="rId4"/>
                <a:stretch>
                  <a:fillRect l="-4089" t="-9231" b="-2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994AA06-C212-CAA4-63E4-745C5CF5F21A}"/>
              </a:ext>
            </a:extLst>
          </p:cNvPr>
          <p:cNvSpPr txBox="1"/>
          <p:nvPr/>
        </p:nvSpPr>
        <p:spPr>
          <a:xfrm>
            <a:off x="9795850" y="2907682"/>
            <a:ext cx="1991261" cy="80021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</a:pPr>
            <a:r>
              <a:rPr lang="en-US" dirty="0"/>
              <a:t>Standard A*</a:t>
            </a:r>
          </a:p>
          <a:p>
            <a:pPr algn="r">
              <a:spcBef>
                <a:spcPts val="1200"/>
              </a:spcBef>
              <a:buClr>
                <a:schemeClr val="tx1"/>
              </a:buClr>
            </a:pPr>
            <a:r>
              <a:rPr lang="en-US" dirty="0"/>
              <a:t>Greedy Best-First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A940064-E812-0A4E-AAEE-9475744F6DE4}"/>
              </a:ext>
            </a:extLst>
          </p:cNvPr>
          <p:cNvSpPr txBox="1"/>
          <p:nvPr/>
        </p:nvSpPr>
        <p:spPr>
          <a:xfrm>
            <a:off x="1679385" y="4131078"/>
            <a:ext cx="154565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Complete</a:t>
            </a:r>
            <a:r>
              <a:rPr lang="en-US" sz="2000" dirty="0"/>
              <a:t>?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F87F885F-CA01-4E04-D571-539D453794FB}"/>
              </a:ext>
            </a:extLst>
          </p:cNvPr>
          <p:cNvSpPr txBox="1"/>
          <p:nvPr/>
        </p:nvSpPr>
        <p:spPr>
          <a:xfrm>
            <a:off x="1679385" y="4628533"/>
            <a:ext cx="126054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Optimal</a:t>
            </a:r>
            <a:r>
              <a:rPr lang="en-US" sz="2000" dirty="0"/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F6509C-486D-ED63-C28E-20C339DC016E}"/>
              </a:ext>
            </a:extLst>
          </p:cNvPr>
          <p:cNvSpPr txBox="1"/>
          <p:nvPr/>
        </p:nvSpPr>
        <p:spPr>
          <a:xfrm>
            <a:off x="4041246" y="4114667"/>
            <a:ext cx="720821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Best-First and A* are complete; we are still using an admissible heuristic.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9D5C3A85-BABC-BC45-ED8C-D0F157C76237}"/>
              </a:ext>
            </a:extLst>
          </p:cNvPr>
          <p:cNvSpPr txBox="1"/>
          <p:nvPr/>
        </p:nvSpPr>
        <p:spPr>
          <a:xfrm>
            <a:off x="1679385" y="5183025"/>
            <a:ext cx="864139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Space</a:t>
            </a:r>
            <a:r>
              <a:rPr lang="en-US" sz="2000" dirty="0"/>
              <a:t>?</a:t>
            </a: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A61125E7-F55B-2DF1-BA28-0D0799A77107}"/>
              </a:ext>
            </a:extLst>
          </p:cNvPr>
          <p:cNvSpPr txBox="1"/>
          <p:nvPr/>
        </p:nvSpPr>
        <p:spPr>
          <a:xfrm>
            <a:off x="1679385" y="5680480"/>
            <a:ext cx="126054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>
                <a:solidFill>
                  <a:srgbClr val="1306BA"/>
                </a:solidFill>
              </a:rPr>
              <a:t>Optimal</a:t>
            </a:r>
            <a:r>
              <a:rPr lang="en-US" sz="2000" dirty="0"/>
              <a:t>?</a:t>
            </a:r>
          </a:p>
        </p:txBody>
      </p:sp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A9B3FA8F-9B62-D681-A2B1-2CAD96CE28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39926" y="4585794"/>
            <a:ext cx="405435" cy="4054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">
                <a:extLst>
                  <a:ext uri="{FF2B5EF4-FFF2-40B4-BE49-F238E27FC236}">
                    <a16:creationId xmlns:a16="http://schemas.microsoft.com/office/drawing/2014/main" id="{19912884-D9E0-F2E4-220E-FD801D351102}"/>
                  </a:ext>
                </a:extLst>
              </p:cNvPr>
              <p:cNvSpPr txBox="1"/>
              <p:nvPr/>
            </p:nvSpPr>
            <p:spPr>
              <a:xfrm>
                <a:off x="2710575" y="5212632"/>
                <a:ext cx="864139" cy="28918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𝑏𝑑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object 3">
                <a:extLst>
                  <a:ext uri="{FF2B5EF4-FFF2-40B4-BE49-F238E27FC236}">
                    <a16:creationId xmlns:a16="http://schemas.microsoft.com/office/drawing/2014/main" id="{19912884-D9E0-F2E4-220E-FD801D351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575" y="5212632"/>
                <a:ext cx="864139" cy="289182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FE4F9B4B-39E6-08D0-C2B5-7BE1CA1DFF80}"/>
                  </a:ext>
                </a:extLst>
              </p:cNvPr>
              <p:cNvSpPr txBox="1"/>
              <p:nvPr/>
            </p:nvSpPr>
            <p:spPr>
              <a:xfrm>
                <a:off x="2710575" y="5667350"/>
                <a:ext cx="864139" cy="32483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FE4F9B4B-39E6-08D0-C2B5-7BE1CA1DF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575" y="5667350"/>
                <a:ext cx="864139" cy="324833"/>
              </a:xfrm>
              <a:prstGeom prst="rect">
                <a:avLst/>
              </a:prstGeom>
              <a:blipFill>
                <a:blip r:embed="rId8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Graphic 22" descr="Checkmark with solid fill">
            <a:extLst>
              <a:ext uri="{FF2B5EF4-FFF2-40B4-BE49-F238E27FC236}">
                <a16:creationId xmlns:a16="http://schemas.microsoft.com/office/drawing/2014/main" id="{F65A531C-2318-0022-38E9-C4DCFB3644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72226" y="4047580"/>
            <a:ext cx="505627" cy="5056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74E182-1DAB-C37A-ED94-B4ABDF572D2A}"/>
                  </a:ext>
                </a:extLst>
              </p:cNvPr>
              <p:cNvSpPr txBox="1"/>
              <p:nvPr/>
            </p:nvSpPr>
            <p:spPr>
              <a:xfrm>
                <a:off x="4041247" y="4603845"/>
                <a:ext cx="671102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Solution cost is guaranteed to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where C* is optimal cost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74E182-1DAB-C37A-ED94-B4ABDF572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247" y="4603845"/>
                <a:ext cx="6711020" cy="369332"/>
              </a:xfrm>
              <a:prstGeom prst="rect">
                <a:avLst/>
              </a:prstGeom>
              <a:blipFill>
                <a:blip r:embed="rId11"/>
                <a:stretch>
                  <a:fillRect l="-817" t="-8197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4991319-E79A-1CF9-3E43-DE0C6F9606FE}"/>
              </a:ext>
            </a:extLst>
          </p:cNvPr>
          <p:cNvSpPr txBox="1"/>
          <p:nvPr/>
        </p:nvSpPr>
        <p:spPr>
          <a:xfrm>
            <a:off x="4041247" y="5631107"/>
            <a:ext cx="326090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Often faster than A* in practice.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C02DC-45D9-0D9C-3091-4171BFF277F2}"/>
              </a:ext>
            </a:extLst>
          </p:cNvPr>
          <p:cNvSpPr txBox="1"/>
          <p:nvPr/>
        </p:nvSpPr>
        <p:spPr>
          <a:xfrm>
            <a:off x="7283590" y="6383519"/>
            <a:ext cx="479373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Used in real-time systems, video games, robotics.</a:t>
            </a:r>
          </a:p>
        </p:txBody>
      </p:sp>
    </p:spTree>
    <p:extLst>
      <p:ext uri="{BB962C8B-B14F-4D97-AF65-F5344CB8AC3E}">
        <p14:creationId xmlns:p14="http://schemas.microsoft.com/office/powerpoint/2010/main" val="176940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19" grpId="0"/>
      <p:bldP spid="25" grpId="0"/>
      <p:bldP spid="27" grpId="0"/>
      <p:bldP spid="3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49EF-3177-021B-4AEC-D1233737A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B3E035FD-77AA-2C44-BC8A-A7C2FB8878D5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Beyond Optimal Search: Anytime Algorithms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7E38B8-C53E-225E-E2DC-96D0FA311F2F}"/>
              </a:ext>
            </a:extLst>
          </p:cNvPr>
          <p:cNvSpPr txBox="1"/>
          <p:nvPr/>
        </p:nvSpPr>
        <p:spPr>
          <a:xfrm>
            <a:off x="819324" y="950718"/>
            <a:ext cx="10715538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What if we do not know how much time we have to search?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F833A6-C9E0-BAF1-4281-8592A7370415}"/>
              </a:ext>
            </a:extLst>
          </p:cNvPr>
          <p:cNvSpPr txBox="1"/>
          <p:nvPr/>
        </p:nvSpPr>
        <p:spPr>
          <a:xfrm>
            <a:off x="7079810" y="6383519"/>
            <a:ext cx="499751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Games, online planning, real-time decision making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AB80F-3129-5E4D-C00A-E37FEEE3FF6F}"/>
              </a:ext>
            </a:extLst>
          </p:cNvPr>
          <p:cNvSpPr txBox="1"/>
          <p:nvPr/>
        </p:nvSpPr>
        <p:spPr>
          <a:xfrm>
            <a:off x="819324" y="1830912"/>
            <a:ext cx="755979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Idea: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55A5CD-AFD9-C71C-4D9C-68E7E3F766D4}"/>
              </a:ext>
            </a:extLst>
          </p:cNvPr>
          <p:cNvSpPr txBox="1"/>
          <p:nvPr/>
        </p:nvSpPr>
        <p:spPr>
          <a:xfrm>
            <a:off x="1410077" y="2354937"/>
            <a:ext cx="6700311" cy="17851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Start</a:t>
            </a:r>
            <a:r>
              <a:rPr lang="en-US" sz="2000" dirty="0"/>
              <a:t> with a quick, possibly suboptimal solution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Improve</a:t>
            </a:r>
            <a:r>
              <a:rPr lang="en-US" sz="2000" dirty="0"/>
              <a:t> solution quality over time if more time is available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Stop</a:t>
            </a:r>
            <a:r>
              <a:rPr lang="en-US" sz="2000" dirty="0"/>
              <a:t> anytime and return current best solution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Graceful</a:t>
            </a:r>
            <a:r>
              <a:rPr lang="en-US" sz="2000" dirty="0"/>
              <a:t> degradation: longer time → better solutions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BB67AF-0220-07D7-C649-C4A2FBDF14F9}"/>
              </a:ext>
            </a:extLst>
          </p:cNvPr>
          <p:cNvSpPr txBox="1"/>
          <p:nvPr/>
        </p:nvSpPr>
        <p:spPr>
          <a:xfrm>
            <a:off x="5142368" y="1430802"/>
            <a:ext cx="6700312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Common in game environments due to issues with frame rate.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4EB1F9-012C-B944-9215-6BCE6C520826}"/>
              </a:ext>
            </a:extLst>
          </p:cNvPr>
          <p:cNvSpPr txBox="1"/>
          <p:nvPr/>
        </p:nvSpPr>
        <p:spPr>
          <a:xfrm>
            <a:off x="9418455" y="2832058"/>
            <a:ext cx="260966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b="1" dirty="0"/>
              <a:t>Goal: </a:t>
            </a:r>
            <a:r>
              <a:rPr lang="en-US" sz="2000" dirty="0"/>
              <a:t>Always have </a:t>
            </a:r>
            <a:r>
              <a:rPr lang="en-US" sz="2000" i="1" dirty="0"/>
              <a:t>some</a:t>
            </a:r>
            <a:r>
              <a:rPr lang="en-US" sz="2000" dirty="0"/>
              <a:t> answer ready.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3BDE8-D24E-6386-38AA-D909B026113E}"/>
              </a:ext>
            </a:extLst>
          </p:cNvPr>
          <p:cNvSpPr txBox="1"/>
          <p:nvPr/>
        </p:nvSpPr>
        <p:spPr>
          <a:xfrm>
            <a:off x="6096000" y="4626978"/>
            <a:ext cx="5979815" cy="143116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Properties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Interruptible</a:t>
            </a:r>
            <a:r>
              <a:rPr lang="en-US" dirty="0"/>
              <a:t>: Can stop and return solution at any time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Monotonic improvement</a:t>
            </a:r>
            <a:r>
              <a:rPr lang="en-US" dirty="0"/>
              <a:t>: Solution quality never decreases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Diminishing returns</a:t>
            </a:r>
            <a:r>
              <a:rPr lang="en-US" dirty="0"/>
              <a:t>: Biggest improvements happen early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2E8FEE-E0F4-6967-07F7-730D74132591}"/>
                  </a:ext>
                </a:extLst>
              </p:cNvPr>
              <p:cNvSpPr txBox="1"/>
              <p:nvPr/>
            </p:nvSpPr>
            <p:spPr>
              <a:xfrm>
                <a:off x="471488" y="4626979"/>
                <a:ext cx="5449477" cy="1431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US" b="1" dirty="0"/>
                  <a:t>Anytime A* Approaches</a:t>
                </a:r>
              </a:p>
              <a:p>
                <a:pPr marL="171450" indent="-1714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With Weighted A*, start with high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/>
                      </a:rPr>
                      <m:t>𝑤</m:t>
                    </m:r>
                  </m:oMath>
                </a14:m>
                <a:r>
                  <a:rPr lang="en-US" dirty="0"/>
                  <a:t>, gradually reduce</a:t>
                </a:r>
              </a:p>
              <a:p>
                <a:pPr marL="171450" indent="-1714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b="1" dirty="0"/>
                  <a:t>Iterative deepening </a:t>
                </a:r>
                <a:r>
                  <a:rPr lang="en-US" dirty="0"/>
                  <a:t>with increasing time/space limits</a:t>
                </a:r>
              </a:p>
              <a:p>
                <a:pPr marL="171450" indent="-1714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For </a:t>
                </a:r>
                <a:r>
                  <a:rPr lang="en-US" b="1" dirty="0"/>
                  <a:t>beam search, i</a:t>
                </a:r>
                <a:r>
                  <a:rPr lang="en-US" dirty="0"/>
                  <a:t>ncrease beam width over time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D2E8FEE-E0F4-6967-07F7-730D74132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88" y="4626979"/>
                <a:ext cx="5449477" cy="1431161"/>
              </a:xfrm>
              <a:prstGeom prst="rect">
                <a:avLst/>
              </a:prstGeom>
              <a:blipFill>
                <a:blip r:embed="rId2"/>
                <a:stretch>
                  <a:fillRect l="-671" t="-2128" r="-112" b="-59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848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5" grpId="0"/>
      <p:bldP spid="10" grpId="0"/>
      <p:bldP spid="20" grpId="0"/>
      <p:bldP spid="28" grpId="0" animBg="1"/>
      <p:bldP spid="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CB7B8-BD30-E6DF-19F4-7CB915E9E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0FB40A9B-16A7-2AB2-0A57-2D00204CE926}"/>
              </a:ext>
            </a:extLst>
          </p:cNvPr>
          <p:cNvSpPr txBox="1">
            <a:spLocks/>
          </p:cNvSpPr>
          <p:nvPr/>
        </p:nvSpPr>
        <p:spPr>
          <a:xfrm>
            <a:off x="471489" y="69597"/>
            <a:ext cx="11153622" cy="5656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Practical Consideration: When To Use?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284D21-1C3A-AFD9-0E31-0D488F734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557655"/>
              </p:ext>
            </p:extLst>
          </p:nvPr>
        </p:nvGraphicFramePr>
        <p:xfrm>
          <a:off x="1984299" y="970799"/>
          <a:ext cx="7956406" cy="560832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2479059">
                  <a:extLst>
                    <a:ext uri="{9D8B030D-6E8A-4147-A177-3AD203B41FA5}">
                      <a16:colId xmlns:a16="http://schemas.microsoft.com/office/drawing/2014/main" val="2272373082"/>
                    </a:ext>
                  </a:extLst>
                </a:gridCol>
                <a:gridCol w="5477347">
                  <a:extLst>
                    <a:ext uri="{9D8B030D-6E8A-4147-A177-3AD203B41FA5}">
                      <a16:colId xmlns:a16="http://schemas.microsoft.com/office/drawing/2014/main" val="3026177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When to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44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Greedy Best-First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Quick approximate solutions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Good heuristic available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Optimality not important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326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</a:t>
                      </a:r>
                      <a:r>
                        <a:rPr lang="en-US" sz="2000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Need optimal solution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Have good admissible heuristic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Memory is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0253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IDA</a:t>
                      </a:r>
                      <a:r>
                        <a:rPr lang="en-US" sz="200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Need optimal solution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Memory is limited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Heuristic is good (low branching factor)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794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Beam Search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Large search spaces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Optimal solution not required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Time/memory 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166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Anytime Algorithms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Uncertain time constraints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Need solution quickly, improve if time allows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Real-time systems (games, robotics)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45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872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oud skipper design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oud skipper design slides.potx" id="{E8493412-85DD-4641-9E8A-937B29FD6AA2}" vid="{77E91E09-5010-404D-ADF4-B79FA46D72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B024FD56-CE1B-42FC-9E83-BFBF160724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53D857-4181-4777-8893-6E45A690F9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EDD01B8-816B-49B7-8C81-03AB51D87C54}">
  <ds:schemaRefs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40262f94-9f35-4ac3-9a90-690165a166b7"/>
    <ds:schemaRef ds:uri="http://schemas.microsoft.com/office/infopath/2007/PartnerControls"/>
    <ds:schemaRef ds:uri="a4f35948-e619-41b3-aa29-22878b09cfd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Cloud skipper design slides</Template>
  <TotalTime>13370</TotalTime>
  <Words>2553</Words>
  <Application>Microsoft Office PowerPoint</Application>
  <PresentationFormat>Widescreen</PresentationFormat>
  <Paragraphs>371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</vt:lpstr>
      <vt:lpstr>Cambria Math</vt:lpstr>
      <vt:lpstr>Times New Roman</vt:lpstr>
      <vt:lpstr>Wingdings</vt:lpstr>
      <vt:lpstr>Cloud skipper design template</vt:lpstr>
      <vt:lpstr>Informed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A* Avoids the Best-First Trap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Chris Alvin</dc:creator>
  <cp:lastModifiedBy>Chris Alvin</cp:lastModifiedBy>
  <cp:revision>768</cp:revision>
  <dcterms:created xsi:type="dcterms:W3CDTF">2018-04-18T20:21:45Z</dcterms:created>
  <dcterms:modified xsi:type="dcterms:W3CDTF">2025-10-07T17:52:36Z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