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6.jpg" ContentType="image/jpg"/>
  <Override PartName="/ppt/media/image49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36"/>
  </p:notesMasterIdLst>
  <p:handoutMasterIdLst>
    <p:handoutMasterId r:id="rId37"/>
  </p:handoutMasterIdLst>
  <p:sldIdLst>
    <p:sldId id="265" r:id="rId5"/>
    <p:sldId id="452" r:id="rId6"/>
    <p:sldId id="478" r:id="rId7"/>
    <p:sldId id="475" r:id="rId8"/>
    <p:sldId id="492" r:id="rId9"/>
    <p:sldId id="259" r:id="rId10"/>
    <p:sldId id="260" r:id="rId11"/>
    <p:sldId id="476" r:id="rId12"/>
    <p:sldId id="262" r:id="rId13"/>
    <p:sldId id="264" r:id="rId14"/>
    <p:sldId id="263" r:id="rId15"/>
    <p:sldId id="266" r:id="rId16"/>
    <p:sldId id="477" r:id="rId17"/>
    <p:sldId id="267" r:id="rId18"/>
    <p:sldId id="273" r:id="rId19"/>
    <p:sldId id="274" r:id="rId20"/>
    <p:sldId id="479" r:id="rId21"/>
    <p:sldId id="480" r:id="rId22"/>
    <p:sldId id="481" r:id="rId23"/>
    <p:sldId id="482" r:id="rId24"/>
    <p:sldId id="483" r:id="rId25"/>
    <p:sldId id="484" r:id="rId26"/>
    <p:sldId id="485" r:id="rId27"/>
    <p:sldId id="486" r:id="rId28"/>
    <p:sldId id="487" r:id="rId29"/>
    <p:sldId id="268" r:id="rId30"/>
    <p:sldId id="276" r:id="rId31"/>
    <p:sldId id="489" r:id="rId32"/>
    <p:sldId id="488" r:id="rId33"/>
    <p:sldId id="490" r:id="rId34"/>
    <p:sldId id="4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AB"/>
    <a:srgbClr val="461D7C"/>
    <a:srgbClr val="1306BA"/>
    <a:srgbClr val="FDD023"/>
    <a:srgbClr val="582C83"/>
    <a:srgbClr val="D15FC1"/>
    <a:srgbClr val="008000"/>
    <a:srgbClr val="65BACB"/>
    <a:srgbClr val="FF99FF"/>
    <a:srgbClr val="EBA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3F4DE6-F5FF-4363-AEFB-57AA13E26458}" v="907" dt="2025-10-06T16:05:57.33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7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2754" y="3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Alvin" userId="1477fe7d-12c1-4dcd-b708-f1331679ff1c" providerId="ADAL" clId="{977EEFC1-1CBA-418C-B7A6-63C2CC8884F1}"/>
    <pc:docChg chg="undo custSel addSld delSld modSld sldOrd">
      <pc:chgData name="Chris Alvin" userId="1477fe7d-12c1-4dcd-b708-f1331679ff1c" providerId="ADAL" clId="{977EEFC1-1CBA-418C-B7A6-63C2CC8884F1}" dt="2025-10-06T16:07:10.163" v="1931" actId="20577"/>
      <pc:docMkLst>
        <pc:docMk/>
      </pc:docMkLst>
      <pc:sldChg chg="modAnim">
        <pc:chgData name="Chris Alvin" userId="1477fe7d-12c1-4dcd-b708-f1331679ff1c" providerId="ADAL" clId="{977EEFC1-1CBA-418C-B7A6-63C2CC8884F1}" dt="2025-10-03T15:56:54.079" v="1261"/>
        <pc:sldMkLst>
          <pc:docMk/>
          <pc:sldMk cId="0" sldId="259"/>
        </pc:sldMkLst>
      </pc:sldChg>
      <pc:sldChg chg="modSp mod modAnim">
        <pc:chgData name="Chris Alvin" userId="1477fe7d-12c1-4dcd-b708-f1331679ff1c" providerId="ADAL" clId="{977EEFC1-1CBA-418C-B7A6-63C2CC8884F1}" dt="2025-10-03T16:10:37.321" v="1287"/>
        <pc:sldMkLst>
          <pc:docMk/>
          <pc:sldMk cId="0" sldId="260"/>
        </pc:sldMkLst>
        <pc:spChg chg="mod">
          <ac:chgData name="Chris Alvin" userId="1477fe7d-12c1-4dcd-b708-f1331679ff1c" providerId="ADAL" clId="{977EEFC1-1CBA-418C-B7A6-63C2CC8884F1}" dt="2025-10-03T15:57:51.640" v="1265" actId="1076"/>
          <ac:spMkLst>
            <pc:docMk/>
            <pc:sldMk cId="0" sldId="260"/>
            <ac:spMk id="11" creationId="{BC229CF8-B57C-91C1-F0DF-E0A14EBC6888}"/>
          </ac:spMkLst>
        </pc:spChg>
        <pc:spChg chg="mod">
          <ac:chgData name="Chris Alvin" userId="1477fe7d-12c1-4dcd-b708-f1331679ff1c" providerId="ADAL" clId="{977EEFC1-1CBA-418C-B7A6-63C2CC8884F1}" dt="2025-10-03T15:58:01.350" v="1268" actId="1076"/>
          <ac:spMkLst>
            <pc:docMk/>
            <pc:sldMk cId="0" sldId="260"/>
            <ac:spMk id="12" creationId="{9C75F266-1286-9FE7-8FEE-2DABD6E3EB3A}"/>
          </ac:spMkLst>
        </pc:spChg>
        <pc:spChg chg="mod">
          <ac:chgData name="Chris Alvin" userId="1477fe7d-12c1-4dcd-b708-f1331679ff1c" providerId="ADAL" clId="{977EEFC1-1CBA-418C-B7A6-63C2CC8884F1}" dt="2025-10-03T15:58:20.660" v="1274" actId="1076"/>
          <ac:spMkLst>
            <pc:docMk/>
            <pc:sldMk cId="0" sldId="260"/>
            <ac:spMk id="13" creationId="{AD9B0F1C-DF48-4BC5-5D03-B26E4F52700F}"/>
          </ac:spMkLst>
        </pc:spChg>
        <pc:spChg chg="mod">
          <ac:chgData name="Chris Alvin" userId="1477fe7d-12c1-4dcd-b708-f1331679ff1c" providerId="ADAL" clId="{977EEFC1-1CBA-418C-B7A6-63C2CC8884F1}" dt="2025-10-03T15:58:49.980" v="1276" actId="207"/>
          <ac:spMkLst>
            <pc:docMk/>
            <pc:sldMk cId="0" sldId="260"/>
            <ac:spMk id="14" creationId="{FF32F698-1FCD-D3FD-8BCD-CD7B9E476CC3}"/>
          </ac:spMkLst>
        </pc:spChg>
        <pc:spChg chg="mod">
          <ac:chgData name="Chris Alvin" userId="1477fe7d-12c1-4dcd-b708-f1331679ff1c" providerId="ADAL" clId="{977EEFC1-1CBA-418C-B7A6-63C2CC8884F1}" dt="2025-10-03T15:57:58.474" v="1267" actId="1076"/>
          <ac:spMkLst>
            <pc:docMk/>
            <pc:sldMk cId="0" sldId="260"/>
            <ac:spMk id="15" creationId="{78A38003-747B-9639-6A10-874068587EED}"/>
          </ac:spMkLst>
        </pc:spChg>
        <pc:spChg chg="mod">
          <ac:chgData name="Chris Alvin" userId="1477fe7d-12c1-4dcd-b708-f1331679ff1c" providerId="ADAL" clId="{977EEFC1-1CBA-418C-B7A6-63C2CC8884F1}" dt="2025-10-03T15:58:07.297" v="1271" actId="1076"/>
          <ac:spMkLst>
            <pc:docMk/>
            <pc:sldMk cId="0" sldId="260"/>
            <ac:spMk id="16" creationId="{44D7C4DD-AF1B-7A1F-CFCF-009B968A52D3}"/>
          </ac:spMkLst>
        </pc:spChg>
        <pc:spChg chg="mod">
          <ac:chgData name="Chris Alvin" userId="1477fe7d-12c1-4dcd-b708-f1331679ff1c" providerId="ADAL" clId="{977EEFC1-1CBA-418C-B7A6-63C2CC8884F1}" dt="2025-10-03T15:59:16.645" v="1280" actId="1076"/>
          <ac:spMkLst>
            <pc:docMk/>
            <pc:sldMk cId="0" sldId="260"/>
            <ac:spMk id="20" creationId="{A5FD64A6-1A5C-CD87-7E9D-9D139D7CFFA5}"/>
          </ac:spMkLst>
        </pc:spChg>
        <pc:spChg chg="mod">
          <ac:chgData name="Chris Alvin" userId="1477fe7d-12c1-4dcd-b708-f1331679ff1c" providerId="ADAL" clId="{977EEFC1-1CBA-418C-B7A6-63C2CC8884F1}" dt="2025-10-03T15:59:05.595" v="1277" actId="1076"/>
          <ac:spMkLst>
            <pc:docMk/>
            <pc:sldMk cId="0" sldId="260"/>
            <ac:spMk id="34" creationId="{8C43E208-295E-ED4C-BFC4-488F7154E44C}"/>
          </ac:spMkLst>
        </pc:spChg>
        <pc:spChg chg="mod">
          <ac:chgData name="Chris Alvin" userId="1477fe7d-12c1-4dcd-b708-f1331679ff1c" providerId="ADAL" clId="{977EEFC1-1CBA-418C-B7A6-63C2CC8884F1}" dt="2025-10-03T15:59:10.395" v="1278" actId="1076"/>
          <ac:spMkLst>
            <pc:docMk/>
            <pc:sldMk cId="0" sldId="260"/>
            <ac:spMk id="35" creationId="{CBBDABBF-AFC5-3535-94F5-C7C5AE1644C7}"/>
          </ac:spMkLst>
        </pc:spChg>
        <pc:spChg chg="mod">
          <ac:chgData name="Chris Alvin" userId="1477fe7d-12c1-4dcd-b708-f1331679ff1c" providerId="ADAL" clId="{977EEFC1-1CBA-418C-B7A6-63C2CC8884F1}" dt="2025-10-03T15:59:13.024" v="1279" actId="1076"/>
          <ac:spMkLst>
            <pc:docMk/>
            <pc:sldMk cId="0" sldId="260"/>
            <ac:spMk id="36" creationId="{7697DED4-068F-86F6-51AF-BB441B063271}"/>
          </ac:spMkLst>
        </pc:spChg>
        <pc:grpChg chg="mod">
          <ac:chgData name="Chris Alvin" userId="1477fe7d-12c1-4dcd-b708-f1331679ff1c" providerId="ADAL" clId="{977EEFC1-1CBA-418C-B7A6-63C2CC8884F1}" dt="2025-10-03T15:59:16.645" v="1280" actId="1076"/>
          <ac:grpSpMkLst>
            <pc:docMk/>
            <pc:sldMk cId="0" sldId="260"/>
            <ac:grpSpMk id="31" creationId="{631F29F2-5ECA-8DCB-77C5-4806B84A2159}"/>
          </ac:grpSpMkLst>
        </pc:grpChg>
      </pc:sldChg>
      <pc:sldChg chg="modSp mod modAnim">
        <pc:chgData name="Chris Alvin" userId="1477fe7d-12c1-4dcd-b708-f1331679ff1c" providerId="ADAL" clId="{977EEFC1-1CBA-418C-B7A6-63C2CC8884F1}" dt="2025-10-06T12:28:52.625" v="1461"/>
        <pc:sldMkLst>
          <pc:docMk/>
          <pc:sldMk cId="0" sldId="263"/>
        </pc:sldMkLst>
        <pc:spChg chg="mod">
          <ac:chgData name="Chris Alvin" userId="1477fe7d-12c1-4dcd-b708-f1331679ff1c" providerId="ADAL" clId="{977EEFC1-1CBA-418C-B7A6-63C2CC8884F1}" dt="2025-10-06T12:27:35.135" v="1419" actId="123"/>
          <ac:spMkLst>
            <pc:docMk/>
            <pc:sldMk cId="0" sldId="263"/>
            <ac:spMk id="3" creationId="{84B94A6E-D364-EE49-321A-1369F84ED579}"/>
          </ac:spMkLst>
        </pc:spChg>
      </pc:sldChg>
      <pc:sldChg chg="modSp mod modAnim">
        <pc:chgData name="Chris Alvin" userId="1477fe7d-12c1-4dcd-b708-f1331679ff1c" providerId="ADAL" clId="{977EEFC1-1CBA-418C-B7A6-63C2CC8884F1}" dt="2025-10-06T12:26:35.442" v="1418"/>
        <pc:sldMkLst>
          <pc:docMk/>
          <pc:sldMk cId="0" sldId="264"/>
        </pc:sldMkLst>
        <pc:spChg chg="mod">
          <ac:chgData name="Chris Alvin" userId="1477fe7d-12c1-4dcd-b708-f1331679ff1c" providerId="ADAL" clId="{977EEFC1-1CBA-418C-B7A6-63C2CC8884F1}" dt="2025-10-03T16:49:46.627" v="1386" actId="1076"/>
          <ac:spMkLst>
            <pc:docMk/>
            <pc:sldMk cId="0" sldId="264"/>
            <ac:spMk id="10" creationId="{679D6C5B-5766-2804-F891-99A5EA22C2E8}"/>
          </ac:spMkLst>
        </pc:spChg>
        <pc:spChg chg="mod">
          <ac:chgData name="Chris Alvin" userId="1477fe7d-12c1-4dcd-b708-f1331679ff1c" providerId="ADAL" clId="{977EEFC1-1CBA-418C-B7A6-63C2CC8884F1}" dt="2025-10-03T16:49:43.389" v="1385" actId="1076"/>
          <ac:spMkLst>
            <pc:docMk/>
            <pc:sldMk cId="0" sldId="264"/>
            <ac:spMk id="12" creationId="{14120036-4831-AEEC-A569-841A69D09640}"/>
          </ac:spMkLst>
        </pc:spChg>
        <pc:spChg chg="mod">
          <ac:chgData name="Chris Alvin" userId="1477fe7d-12c1-4dcd-b708-f1331679ff1c" providerId="ADAL" clId="{977EEFC1-1CBA-418C-B7A6-63C2CC8884F1}" dt="2025-10-06T12:25:28.992" v="1402" actId="692"/>
          <ac:spMkLst>
            <pc:docMk/>
            <pc:sldMk cId="0" sldId="264"/>
            <ac:spMk id="13" creationId="{386A2875-1584-7E23-8303-E079618C4DF5}"/>
          </ac:spMkLst>
        </pc:spChg>
        <pc:spChg chg="mod">
          <ac:chgData name="Chris Alvin" userId="1477fe7d-12c1-4dcd-b708-f1331679ff1c" providerId="ADAL" clId="{977EEFC1-1CBA-418C-B7A6-63C2CC8884F1}" dt="2025-10-06T12:25:37.095" v="1408" actId="692"/>
          <ac:spMkLst>
            <pc:docMk/>
            <pc:sldMk cId="0" sldId="264"/>
            <ac:spMk id="15" creationId="{AA7EA8C0-FDD8-9920-7249-411752BEA4BB}"/>
          </ac:spMkLst>
        </pc:spChg>
        <pc:spChg chg="mod">
          <ac:chgData name="Chris Alvin" userId="1477fe7d-12c1-4dcd-b708-f1331679ff1c" providerId="ADAL" clId="{977EEFC1-1CBA-418C-B7A6-63C2CC8884F1}" dt="2025-10-06T12:26:27.725" v="1415" actId="207"/>
          <ac:spMkLst>
            <pc:docMk/>
            <pc:sldMk cId="0" sldId="264"/>
            <ac:spMk id="81" creationId="{E4EE345B-D15F-0BE6-37BB-F74C7B4093E3}"/>
          </ac:spMkLst>
        </pc:spChg>
        <pc:spChg chg="mod">
          <ac:chgData name="Chris Alvin" userId="1477fe7d-12c1-4dcd-b708-f1331679ff1c" providerId="ADAL" clId="{977EEFC1-1CBA-418C-B7A6-63C2CC8884F1}" dt="2025-10-06T12:26:30.615" v="1416"/>
          <ac:spMkLst>
            <pc:docMk/>
            <pc:sldMk cId="0" sldId="264"/>
            <ac:spMk id="87" creationId="{53EA67BF-1DA6-6AAC-7AD6-1E644F2305D6}"/>
          </ac:spMkLst>
        </pc:spChg>
        <pc:spChg chg="mod">
          <ac:chgData name="Chris Alvin" userId="1477fe7d-12c1-4dcd-b708-f1331679ff1c" providerId="ADAL" clId="{977EEFC1-1CBA-418C-B7A6-63C2CC8884F1}" dt="2025-10-06T12:26:32.937" v="1417"/>
          <ac:spMkLst>
            <pc:docMk/>
            <pc:sldMk cId="0" sldId="264"/>
            <ac:spMk id="89" creationId="{C9724E55-0391-17B5-0005-46445A2BAC6E}"/>
          </ac:spMkLst>
        </pc:spChg>
        <pc:spChg chg="mod">
          <ac:chgData name="Chris Alvin" userId="1477fe7d-12c1-4dcd-b708-f1331679ff1c" providerId="ADAL" clId="{977EEFC1-1CBA-418C-B7A6-63C2CC8884F1}" dt="2025-10-06T12:26:35.442" v="1418"/>
          <ac:spMkLst>
            <pc:docMk/>
            <pc:sldMk cId="0" sldId="264"/>
            <ac:spMk id="91" creationId="{8B87D274-D18A-F9D2-2D6B-BB8566B6AAAE}"/>
          </ac:spMkLst>
        </pc:spChg>
      </pc:sldChg>
      <pc:sldChg chg="addSp modSp mod modAnim">
        <pc:chgData name="Chris Alvin" userId="1477fe7d-12c1-4dcd-b708-f1331679ff1c" providerId="ADAL" clId="{977EEFC1-1CBA-418C-B7A6-63C2CC8884F1}" dt="2025-10-06T12:30:36.125" v="1478"/>
        <pc:sldMkLst>
          <pc:docMk/>
          <pc:sldMk cId="0" sldId="267"/>
        </pc:sldMkLst>
        <pc:spChg chg="add mod">
          <ac:chgData name="Chris Alvin" userId="1477fe7d-12c1-4dcd-b708-f1331679ff1c" providerId="ADAL" clId="{977EEFC1-1CBA-418C-B7A6-63C2CC8884F1}" dt="2025-10-06T12:30:29.006" v="1477" actId="1076"/>
          <ac:spMkLst>
            <pc:docMk/>
            <pc:sldMk cId="0" sldId="267"/>
            <ac:spMk id="2" creationId="{3A518DDE-710E-235F-1AAC-6691807D7167}"/>
          </ac:spMkLst>
        </pc:spChg>
        <pc:spChg chg="mod">
          <ac:chgData name="Chris Alvin" userId="1477fe7d-12c1-4dcd-b708-f1331679ff1c" providerId="ADAL" clId="{977EEFC1-1CBA-418C-B7A6-63C2CC8884F1}" dt="2025-10-06T12:30:20.788" v="1475" actId="20577"/>
          <ac:spMkLst>
            <pc:docMk/>
            <pc:sldMk cId="0" sldId="267"/>
            <ac:spMk id="18" creationId="{56C7D78B-923C-C6B0-C25A-7CD684641006}"/>
          </ac:spMkLst>
        </pc:spChg>
      </pc:sldChg>
      <pc:sldChg chg="addSp modSp mod addAnim delAnim modAnim">
        <pc:chgData name="Chris Alvin" userId="1477fe7d-12c1-4dcd-b708-f1331679ff1c" providerId="ADAL" clId="{977EEFC1-1CBA-418C-B7A6-63C2CC8884F1}" dt="2025-10-06T15:09:30.004" v="1735"/>
        <pc:sldMkLst>
          <pc:docMk/>
          <pc:sldMk cId="3172173525" sldId="268"/>
        </pc:sldMkLst>
        <pc:spChg chg="add mod">
          <ac:chgData name="Chris Alvin" userId="1477fe7d-12c1-4dcd-b708-f1331679ff1c" providerId="ADAL" clId="{977EEFC1-1CBA-418C-B7A6-63C2CC8884F1}" dt="2025-10-06T15:09:22.057" v="1733" actId="1076"/>
          <ac:spMkLst>
            <pc:docMk/>
            <pc:sldMk cId="3172173525" sldId="268"/>
            <ac:spMk id="2" creationId="{EE6623D4-20AE-A62E-0374-7C3A393966BB}"/>
          </ac:spMkLst>
        </pc:spChg>
        <pc:spChg chg="mod">
          <ac:chgData name="Chris Alvin" userId="1477fe7d-12c1-4dcd-b708-f1331679ff1c" providerId="ADAL" clId="{977EEFC1-1CBA-418C-B7A6-63C2CC8884F1}" dt="2025-10-06T15:06:19.496" v="1643" actId="20577"/>
          <ac:spMkLst>
            <pc:docMk/>
            <pc:sldMk cId="3172173525" sldId="268"/>
            <ac:spMk id="16" creationId="{5D403E0A-5CD9-69D2-85F2-B0F354EC890D}"/>
          </ac:spMkLst>
        </pc:spChg>
        <pc:graphicFrameChg chg="modGraphic">
          <ac:chgData name="Chris Alvin" userId="1477fe7d-12c1-4dcd-b708-f1331679ff1c" providerId="ADAL" clId="{977EEFC1-1CBA-418C-B7A6-63C2CC8884F1}" dt="2025-10-06T15:08:20.778" v="1662" actId="20577"/>
          <ac:graphicFrameMkLst>
            <pc:docMk/>
            <pc:sldMk cId="3172173525" sldId="268"/>
            <ac:graphicFrameMk id="12" creationId="{00000000-0000-0000-0000-000000000000}"/>
          </ac:graphicFrameMkLst>
        </pc:graphicFrameChg>
      </pc:sldChg>
      <pc:sldChg chg="modSp mod modAnim">
        <pc:chgData name="Chris Alvin" userId="1477fe7d-12c1-4dcd-b708-f1331679ff1c" providerId="ADAL" clId="{977EEFC1-1CBA-418C-B7A6-63C2CC8884F1}" dt="2025-10-06T12:34:38.629" v="1503"/>
        <pc:sldMkLst>
          <pc:docMk/>
          <pc:sldMk cId="0" sldId="274"/>
        </pc:sldMkLst>
        <pc:spChg chg="mod">
          <ac:chgData name="Chris Alvin" userId="1477fe7d-12c1-4dcd-b708-f1331679ff1c" providerId="ADAL" clId="{977EEFC1-1CBA-418C-B7A6-63C2CC8884F1}" dt="2025-10-06T12:33:14.623" v="1495" actId="27636"/>
          <ac:spMkLst>
            <pc:docMk/>
            <pc:sldMk cId="0" sldId="274"/>
            <ac:spMk id="3" creationId="{00000000-0000-0000-0000-000000000000}"/>
          </ac:spMkLst>
        </pc:spChg>
        <pc:spChg chg="mod">
          <ac:chgData name="Chris Alvin" userId="1477fe7d-12c1-4dcd-b708-f1331679ff1c" providerId="ADAL" clId="{977EEFC1-1CBA-418C-B7A6-63C2CC8884F1}" dt="2025-10-06T12:32:28.273" v="1482" actId="14100"/>
          <ac:spMkLst>
            <pc:docMk/>
            <pc:sldMk cId="0" sldId="274"/>
            <ac:spMk id="9" creationId="{C3239ED5-7AB5-F385-5E07-F35E98F39058}"/>
          </ac:spMkLst>
        </pc:spChg>
        <pc:spChg chg="mod">
          <ac:chgData name="Chris Alvin" userId="1477fe7d-12c1-4dcd-b708-f1331679ff1c" providerId="ADAL" clId="{977EEFC1-1CBA-418C-B7A6-63C2CC8884F1}" dt="2025-10-06T12:32:35.832" v="1484" actId="1076"/>
          <ac:spMkLst>
            <pc:docMk/>
            <pc:sldMk cId="0" sldId="274"/>
            <ac:spMk id="11" creationId="{A469B4ED-085C-2B83-93AB-3E33ADFCAC2A}"/>
          </ac:spMkLst>
        </pc:spChg>
        <pc:spChg chg="mod">
          <ac:chgData name="Chris Alvin" userId="1477fe7d-12c1-4dcd-b708-f1331679ff1c" providerId="ADAL" clId="{977EEFC1-1CBA-418C-B7A6-63C2CC8884F1}" dt="2025-10-06T12:34:20.570" v="1501" actId="20577"/>
          <ac:spMkLst>
            <pc:docMk/>
            <pc:sldMk cId="0" sldId="274"/>
            <ac:spMk id="14" creationId="{42F0B90C-5A6B-CC28-EAF2-D3F3D49AB096}"/>
          </ac:spMkLst>
        </pc:spChg>
        <pc:cxnChg chg="mod">
          <ac:chgData name="Chris Alvin" userId="1477fe7d-12c1-4dcd-b708-f1331679ff1c" providerId="ADAL" clId="{977EEFC1-1CBA-418C-B7A6-63C2CC8884F1}" dt="2025-10-06T12:33:01.280" v="1492" actId="1076"/>
          <ac:cxnSpMkLst>
            <pc:docMk/>
            <pc:sldMk cId="0" sldId="274"/>
            <ac:cxnSpMk id="2" creationId="{0A7BB9A3-650B-AD61-7ACF-897E1916DBE9}"/>
          </ac:cxnSpMkLst>
        </pc:cxnChg>
      </pc:sldChg>
      <pc:sldChg chg="addSp modSp mod modAnim">
        <pc:chgData name="Chris Alvin" userId="1477fe7d-12c1-4dcd-b708-f1331679ff1c" providerId="ADAL" clId="{977EEFC1-1CBA-418C-B7A6-63C2CC8884F1}" dt="2025-10-06T15:18:47.539" v="1862"/>
        <pc:sldMkLst>
          <pc:docMk/>
          <pc:sldMk cId="506109907" sldId="276"/>
        </pc:sldMkLst>
        <pc:spChg chg="add mod">
          <ac:chgData name="Chris Alvin" userId="1477fe7d-12c1-4dcd-b708-f1331679ff1c" providerId="ADAL" clId="{977EEFC1-1CBA-418C-B7A6-63C2CC8884F1}" dt="2025-10-06T15:17:09.689" v="1842" actId="1076"/>
          <ac:spMkLst>
            <pc:docMk/>
            <pc:sldMk cId="506109907" sldId="276"/>
            <ac:spMk id="2" creationId="{4917133D-DA16-DA03-3F98-5E6DF8DE83F3}"/>
          </ac:spMkLst>
        </pc:spChg>
        <pc:spChg chg="mod">
          <ac:chgData name="Chris Alvin" userId="1477fe7d-12c1-4dcd-b708-f1331679ff1c" providerId="ADAL" clId="{977EEFC1-1CBA-418C-B7A6-63C2CC8884F1}" dt="2025-10-06T15:17:01.960" v="1840" actId="1076"/>
          <ac:spMkLst>
            <pc:docMk/>
            <pc:sldMk cId="506109907" sldId="276"/>
            <ac:spMk id="3" creationId="{00000000-0000-0000-0000-000000000000}"/>
          </ac:spMkLst>
        </pc:spChg>
        <pc:spChg chg="mod">
          <ac:chgData name="Chris Alvin" userId="1477fe7d-12c1-4dcd-b708-f1331679ff1c" providerId="ADAL" clId="{977EEFC1-1CBA-418C-B7A6-63C2CC8884F1}" dt="2025-10-06T15:16:59.259" v="1839" actId="121"/>
          <ac:spMkLst>
            <pc:docMk/>
            <pc:sldMk cId="506109907" sldId="276"/>
            <ac:spMk id="4" creationId="{698CBC9F-B40B-507D-C21E-CD5E635E016A}"/>
          </ac:spMkLst>
        </pc:spChg>
        <pc:spChg chg="add mod">
          <ac:chgData name="Chris Alvin" userId="1477fe7d-12c1-4dcd-b708-f1331679ff1c" providerId="ADAL" clId="{977EEFC1-1CBA-418C-B7A6-63C2CC8884F1}" dt="2025-10-06T15:17:09.689" v="1842" actId="1076"/>
          <ac:spMkLst>
            <pc:docMk/>
            <pc:sldMk cId="506109907" sldId="276"/>
            <ac:spMk id="5" creationId="{245F8E38-B021-E07A-6CDB-A6BF5586E848}"/>
          </ac:spMkLst>
        </pc:spChg>
        <pc:spChg chg="add mod">
          <ac:chgData name="Chris Alvin" userId="1477fe7d-12c1-4dcd-b708-f1331679ff1c" providerId="ADAL" clId="{977EEFC1-1CBA-418C-B7A6-63C2CC8884F1}" dt="2025-10-06T15:17:05.092" v="1841" actId="1076"/>
          <ac:spMkLst>
            <pc:docMk/>
            <pc:sldMk cId="506109907" sldId="276"/>
            <ac:spMk id="6" creationId="{5AD06985-F314-D5B1-DDDD-C136CBD00795}"/>
          </ac:spMkLst>
        </pc:spChg>
        <pc:spChg chg="add mod">
          <ac:chgData name="Chris Alvin" userId="1477fe7d-12c1-4dcd-b708-f1331679ff1c" providerId="ADAL" clId="{977EEFC1-1CBA-418C-B7A6-63C2CC8884F1}" dt="2025-10-06T15:17:21.249" v="1844" actId="1076"/>
          <ac:spMkLst>
            <pc:docMk/>
            <pc:sldMk cId="506109907" sldId="276"/>
            <ac:spMk id="7" creationId="{8AEF29EB-59E2-806D-03F4-E5951BB271AF}"/>
          </ac:spMkLst>
        </pc:spChg>
        <pc:spChg chg="mod">
          <ac:chgData name="Chris Alvin" userId="1477fe7d-12c1-4dcd-b708-f1331679ff1c" providerId="ADAL" clId="{977EEFC1-1CBA-418C-B7A6-63C2CC8884F1}" dt="2025-10-06T15:18:26.385" v="1857" actId="207"/>
          <ac:spMkLst>
            <pc:docMk/>
            <pc:sldMk cId="506109907" sldId="276"/>
            <ac:spMk id="8" creationId="{FE9AE44D-275C-63E0-A876-18D16F581C47}"/>
          </ac:spMkLst>
        </pc:spChg>
        <pc:spChg chg="add mod">
          <ac:chgData name="Chris Alvin" userId="1477fe7d-12c1-4dcd-b708-f1331679ff1c" providerId="ADAL" clId="{977EEFC1-1CBA-418C-B7A6-63C2CC8884F1}" dt="2025-10-06T15:17:14.570" v="1843" actId="1076"/>
          <ac:spMkLst>
            <pc:docMk/>
            <pc:sldMk cId="506109907" sldId="276"/>
            <ac:spMk id="9" creationId="{AA798838-58A3-C945-8671-B30853AC7DE0}"/>
          </ac:spMkLst>
        </pc:spChg>
        <pc:spChg chg="add mod">
          <ac:chgData name="Chris Alvin" userId="1477fe7d-12c1-4dcd-b708-f1331679ff1c" providerId="ADAL" clId="{977EEFC1-1CBA-418C-B7A6-63C2CC8884F1}" dt="2025-10-06T15:17:14.570" v="1843" actId="1076"/>
          <ac:spMkLst>
            <pc:docMk/>
            <pc:sldMk cId="506109907" sldId="276"/>
            <ac:spMk id="10" creationId="{50F1EA2A-681B-8B4C-5C5E-C61811C52F10}"/>
          </ac:spMkLst>
        </pc:spChg>
        <pc:spChg chg="add mod">
          <ac:chgData name="Chris Alvin" userId="1477fe7d-12c1-4dcd-b708-f1331679ff1c" providerId="ADAL" clId="{977EEFC1-1CBA-418C-B7A6-63C2CC8884F1}" dt="2025-10-06T15:17:26.819" v="1845" actId="1076"/>
          <ac:spMkLst>
            <pc:docMk/>
            <pc:sldMk cId="506109907" sldId="276"/>
            <ac:spMk id="11" creationId="{CCC51423-D080-6637-7DFA-9C9BA7682F84}"/>
          </ac:spMkLst>
        </pc:spChg>
        <pc:spChg chg="add mod">
          <ac:chgData name="Chris Alvin" userId="1477fe7d-12c1-4dcd-b708-f1331679ff1c" providerId="ADAL" clId="{977EEFC1-1CBA-418C-B7A6-63C2CC8884F1}" dt="2025-10-06T15:17:21.249" v="1844" actId="1076"/>
          <ac:spMkLst>
            <pc:docMk/>
            <pc:sldMk cId="506109907" sldId="276"/>
            <ac:spMk id="12" creationId="{A57BAC39-2060-91A4-F73A-E8DD7E6EB260}"/>
          </ac:spMkLst>
        </pc:spChg>
      </pc:sldChg>
      <pc:sldChg chg="addSp delSp modSp mod ord modAnim">
        <pc:chgData name="Chris Alvin" userId="1477fe7d-12c1-4dcd-b708-f1331679ff1c" providerId="ADAL" clId="{977EEFC1-1CBA-418C-B7A6-63C2CC8884F1}" dt="2025-10-03T15:42:03.024" v="1199" actId="1076"/>
        <pc:sldMkLst>
          <pc:docMk/>
          <pc:sldMk cId="3675226483" sldId="475"/>
        </pc:sldMkLst>
        <pc:spChg chg="mod">
          <ac:chgData name="Chris Alvin" userId="1477fe7d-12c1-4dcd-b708-f1331679ff1c" providerId="ADAL" clId="{977EEFC1-1CBA-418C-B7A6-63C2CC8884F1}" dt="2025-09-22T15:16:13.417" v="51" actId="20577"/>
          <ac:spMkLst>
            <pc:docMk/>
            <pc:sldMk cId="3675226483" sldId="475"/>
            <ac:spMk id="4" creationId="{0DD559CE-21B6-12B5-1C31-A93989416582}"/>
          </ac:spMkLst>
        </pc:spChg>
        <pc:spChg chg="add mod">
          <ac:chgData name="Chris Alvin" userId="1477fe7d-12c1-4dcd-b708-f1331679ff1c" providerId="ADAL" clId="{977EEFC1-1CBA-418C-B7A6-63C2CC8884F1}" dt="2025-10-03T14:23:45.060" v="581" actId="1076"/>
          <ac:spMkLst>
            <pc:docMk/>
            <pc:sldMk cId="3675226483" sldId="475"/>
            <ac:spMk id="6" creationId="{10292B8A-0084-76CA-AB0E-8248BCEE0450}"/>
          </ac:spMkLst>
        </pc:spChg>
        <pc:spChg chg="add mod">
          <ac:chgData name="Chris Alvin" userId="1477fe7d-12c1-4dcd-b708-f1331679ff1c" providerId="ADAL" clId="{977EEFC1-1CBA-418C-B7A6-63C2CC8884F1}" dt="2025-10-03T14:23:45.060" v="581" actId="1076"/>
          <ac:spMkLst>
            <pc:docMk/>
            <pc:sldMk cId="3675226483" sldId="475"/>
            <ac:spMk id="7" creationId="{D194FB85-4F48-7804-B59A-5FAE0961A845}"/>
          </ac:spMkLst>
        </pc:spChg>
        <pc:spChg chg="add mod">
          <ac:chgData name="Chris Alvin" userId="1477fe7d-12c1-4dcd-b708-f1331679ff1c" providerId="ADAL" clId="{977EEFC1-1CBA-418C-B7A6-63C2CC8884F1}" dt="2025-10-03T14:09:39.025" v="207" actId="1076"/>
          <ac:spMkLst>
            <pc:docMk/>
            <pc:sldMk cId="3675226483" sldId="475"/>
            <ac:spMk id="8" creationId="{BEBFC353-C395-CDB3-C8DD-0A2EB3537FEC}"/>
          </ac:spMkLst>
        </pc:spChg>
        <pc:spChg chg="add mod">
          <ac:chgData name="Chris Alvin" userId="1477fe7d-12c1-4dcd-b708-f1331679ff1c" providerId="ADAL" clId="{977EEFC1-1CBA-418C-B7A6-63C2CC8884F1}" dt="2025-10-03T14:23:14.441" v="576" actId="1076"/>
          <ac:spMkLst>
            <pc:docMk/>
            <pc:sldMk cId="3675226483" sldId="475"/>
            <ac:spMk id="10" creationId="{CCE44390-D94D-3D3D-F00F-F784A0E21F35}"/>
          </ac:spMkLst>
        </pc:spChg>
        <pc:spChg chg="add mod">
          <ac:chgData name="Chris Alvin" userId="1477fe7d-12c1-4dcd-b708-f1331679ff1c" providerId="ADAL" clId="{977EEFC1-1CBA-418C-B7A6-63C2CC8884F1}" dt="2025-10-03T14:23:32.237" v="579" actId="1076"/>
          <ac:spMkLst>
            <pc:docMk/>
            <pc:sldMk cId="3675226483" sldId="475"/>
            <ac:spMk id="11" creationId="{95C6754F-C62D-A1AF-714C-ACD886C88D7D}"/>
          </ac:spMkLst>
        </pc:spChg>
        <pc:spChg chg="add mod">
          <ac:chgData name="Chris Alvin" userId="1477fe7d-12c1-4dcd-b708-f1331679ff1c" providerId="ADAL" clId="{977EEFC1-1CBA-418C-B7A6-63C2CC8884F1}" dt="2025-10-03T15:40:26.474" v="1162" actId="1076"/>
          <ac:spMkLst>
            <pc:docMk/>
            <pc:sldMk cId="3675226483" sldId="475"/>
            <ac:spMk id="12" creationId="{F4800A72-9560-1EEF-5454-5E68AADBB0A4}"/>
          </ac:spMkLst>
        </pc:spChg>
        <pc:spChg chg="add mod">
          <ac:chgData name="Chris Alvin" userId="1477fe7d-12c1-4dcd-b708-f1331679ff1c" providerId="ADAL" clId="{977EEFC1-1CBA-418C-B7A6-63C2CC8884F1}" dt="2025-10-03T15:40:26.474" v="1162" actId="1076"/>
          <ac:spMkLst>
            <pc:docMk/>
            <pc:sldMk cId="3675226483" sldId="475"/>
            <ac:spMk id="13" creationId="{28C815E5-7E7F-223B-FABE-FFD9171D4F58}"/>
          </ac:spMkLst>
        </pc:spChg>
        <pc:spChg chg="add mod">
          <ac:chgData name="Chris Alvin" userId="1477fe7d-12c1-4dcd-b708-f1331679ff1c" providerId="ADAL" clId="{977EEFC1-1CBA-418C-B7A6-63C2CC8884F1}" dt="2025-10-03T15:40:26.474" v="1162" actId="1076"/>
          <ac:spMkLst>
            <pc:docMk/>
            <pc:sldMk cId="3675226483" sldId="475"/>
            <ac:spMk id="17" creationId="{8B04EB98-3EA3-257D-FACF-A28E4DB3467D}"/>
          </ac:spMkLst>
        </pc:spChg>
        <pc:spChg chg="add mod">
          <ac:chgData name="Chris Alvin" userId="1477fe7d-12c1-4dcd-b708-f1331679ff1c" providerId="ADAL" clId="{977EEFC1-1CBA-418C-B7A6-63C2CC8884F1}" dt="2025-10-03T15:39:14.876" v="1147" actId="1076"/>
          <ac:spMkLst>
            <pc:docMk/>
            <pc:sldMk cId="3675226483" sldId="475"/>
            <ac:spMk id="18" creationId="{39455EAC-03FE-3177-E5FC-BB59CAC98C90}"/>
          </ac:spMkLst>
        </pc:spChg>
        <pc:spChg chg="add mod">
          <ac:chgData name="Chris Alvin" userId="1477fe7d-12c1-4dcd-b708-f1331679ff1c" providerId="ADAL" clId="{977EEFC1-1CBA-418C-B7A6-63C2CC8884F1}" dt="2025-10-03T15:40:26.474" v="1162" actId="1076"/>
          <ac:spMkLst>
            <pc:docMk/>
            <pc:sldMk cId="3675226483" sldId="475"/>
            <ac:spMk id="19" creationId="{82FC6749-2269-26E4-EA2E-B6162EFB95D3}"/>
          </ac:spMkLst>
        </pc:spChg>
        <pc:spChg chg="add mod">
          <ac:chgData name="Chris Alvin" userId="1477fe7d-12c1-4dcd-b708-f1331679ff1c" providerId="ADAL" clId="{977EEFC1-1CBA-418C-B7A6-63C2CC8884F1}" dt="2025-10-03T15:41:58.693" v="1198" actId="1076"/>
          <ac:spMkLst>
            <pc:docMk/>
            <pc:sldMk cId="3675226483" sldId="475"/>
            <ac:spMk id="21" creationId="{B3017357-5D52-126E-28E3-9C2986101914}"/>
          </ac:spMkLst>
        </pc:spChg>
        <pc:spChg chg="add mod">
          <ac:chgData name="Chris Alvin" userId="1477fe7d-12c1-4dcd-b708-f1331679ff1c" providerId="ADAL" clId="{977EEFC1-1CBA-418C-B7A6-63C2CC8884F1}" dt="2025-10-03T15:40:26.474" v="1162" actId="1076"/>
          <ac:spMkLst>
            <pc:docMk/>
            <pc:sldMk cId="3675226483" sldId="475"/>
            <ac:spMk id="22" creationId="{3FC09CF3-5B35-CBF6-D860-4E7C0B95D0B5}"/>
          </ac:spMkLst>
        </pc:spChg>
        <pc:spChg chg="add mod">
          <ac:chgData name="Chris Alvin" userId="1477fe7d-12c1-4dcd-b708-f1331679ff1c" providerId="ADAL" clId="{977EEFC1-1CBA-418C-B7A6-63C2CC8884F1}" dt="2025-10-03T15:41:58.693" v="1198" actId="1076"/>
          <ac:spMkLst>
            <pc:docMk/>
            <pc:sldMk cId="3675226483" sldId="475"/>
            <ac:spMk id="24" creationId="{61716A3B-CD8E-ECF5-14BC-0F99E38BC7D7}"/>
          </ac:spMkLst>
        </pc:spChg>
        <pc:spChg chg="add mod">
          <ac:chgData name="Chris Alvin" userId="1477fe7d-12c1-4dcd-b708-f1331679ff1c" providerId="ADAL" clId="{977EEFC1-1CBA-418C-B7A6-63C2CC8884F1}" dt="2025-10-03T15:40:26.474" v="1162" actId="1076"/>
          <ac:spMkLst>
            <pc:docMk/>
            <pc:sldMk cId="3675226483" sldId="475"/>
            <ac:spMk id="25" creationId="{0796E00E-FDB0-7F68-70DE-C214A7F01093}"/>
          </ac:spMkLst>
        </pc:spChg>
        <pc:spChg chg="add mod">
          <ac:chgData name="Chris Alvin" userId="1477fe7d-12c1-4dcd-b708-f1331679ff1c" providerId="ADAL" clId="{977EEFC1-1CBA-418C-B7A6-63C2CC8884F1}" dt="2025-10-03T15:42:03.024" v="1199" actId="1076"/>
          <ac:spMkLst>
            <pc:docMk/>
            <pc:sldMk cId="3675226483" sldId="475"/>
            <ac:spMk id="27" creationId="{42B36AD3-8B60-B52F-4D53-BDC4A4170265}"/>
          </ac:spMkLst>
        </pc:spChg>
        <pc:spChg chg="add mod">
          <ac:chgData name="Chris Alvin" userId="1477fe7d-12c1-4dcd-b708-f1331679ff1c" providerId="ADAL" clId="{977EEFC1-1CBA-418C-B7A6-63C2CC8884F1}" dt="2025-10-03T15:41:33.013" v="1196" actId="14100"/>
          <ac:spMkLst>
            <pc:docMk/>
            <pc:sldMk cId="3675226483" sldId="475"/>
            <ac:spMk id="28" creationId="{93FD666D-1898-D607-6582-C19B765B4AA7}"/>
          </ac:spMkLst>
        </pc:spChg>
        <pc:spChg chg="add mod">
          <ac:chgData name="Chris Alvin" userId="1477fe7d-12c1-4dcd-b708-f1331679ff1c" providerId="ADAL" clId="{977EEFC1-1CBA-418C-B7A6-63C2CC8884F1}" dt="2025-10-03T14:23:21.120" v="577" actId="1076"/>
          <ac:spMkLst>
            <pc:docMk/>
            <pc:sldMk cId="3675226483" sldId="475"/>
            <ac:spMk id="29" creationId="{74B0DE76-036F-27E0-4AD6-EDF6B5D01C30}"/>
          </ac:spMkLst>
        </pc:spChg>
        <pc:spChg chg="add mod">
          <ac:chgData name="Chris Alvin" userId="1477fe7d-12c1-4dcd-b708-f1331679ff1c" providerId="ADAL" clId="{977EEFC1-1CBA-418C-B7A6-63C2CC8884F1}" dt="2025-10-03T15:40:13.735" v="1160" actId="1076"/>
          <ac:spMkLst>
            <pc:docMk/>
            <pc:sldMk cId="3675226483" sldId="475"/>
            <ac:spMk id="30" creationId="{447C416D-557C-D18C-C210-013EE0532872}"/>
          </ac:spMkLst>
        </pc:spChg>
        <pc:spChg chg="add mod">
          <ac:chgData name="Chris Alvin" userId="1477fe7d-12c1-4dcd-b708-f1331679ff1c" providerId="ADAL" clId="{977EEFC1-1CBA-418C-B7A6-63C2CC8884F1}" dt="2025-10-03T15:40:44.306" v="1167" actId="1076"/>
          <ac:spMkLst>
            <pc:docMk/>
            <pc:sldMk cId="3675226483" sldId="475"/>
            <ac:spMk id="31" creationId="{4B27FCE6-3554-6407-043B-DD682C0F9702}"/>
          </ac:spMkLst>
        </pc:spChg>
        <pc:picChg chg="add mod">
          <ac:chgData name="Chris Alvin" userId="1477fe7d-12c1-4dcd-b708-f1331679ff1c" providerId="ADAL" clId="{977EEFC1-1CBA-418C-B7A6-63C2CC8884F1}" dt="2025-10-03T14:23:45.060" v="581" actId="1076"/>
          <ac:picMkLst>
            <pc:docMk/>
            <pc:sldMk cId="3675226483" sldId="475"/>
            <ac:picMk id="2" creationId="{E3337463-4F08-06FE-6983-60DF76FD9678}"/>
          </ac:picMkLst>
        </pc:picChg>
        <pc:picChg chg="add mod">
          <ac:chgData name="Chris Alvin" userId="1477fe7d-12c1-4dcd-b708-f1331679ff1c" providerId="ADAL" clId="{977EEFC1-1CBA-418C-B7A6-63C2CC8884F1}" dt="2025-10-03T14:23:45.060" v="581" actId="1076"/>
          <ac:picMkLst>
            <pc:docMk/>
            <pc:sldMk cId="3675226483" sldId="475"/>
            <ac:picMk id="3" creationId="{01CAF912-D53B-5C00-D70F-D60696326F0D}"/>
          </ac:picMkLst>
        </pc:picChg>
      </pc:sldChg>
      <pc:sldChg chg="modSp mod">
        <pc:chgData name="Chris Alvin" userId="1477fe7d-12c1-4dcd-b708-f1331679ff1c" providerId="ADAL" clId="{977EEFC1-1CBA-418C-B7A6-63C2CC8884F1}" dt="2025-10-03T16:12:07.889" v="1296" actId="1076"/>
        <pc:sldMkLst>
          <pc:docMk/>
          <pc:sldMk cId="4291674975" sldId="476"/>
        </pc:sldMkLst>
        <pc:spChg chg="mod">
          <ac:chgData name="Chris Alvin" userId="1477fe7d-12c1-4dcd-b708-f1331679ff1c" providerId="ADAL" clId="{977EEFC1-1CBA-418C-B7A6-63C2CC8884F1}" dt="2025-10-03T16:12:07.178" v="1295" actId="1076"/>
          <ac:spMkLst>
            <pc:docMk/>
            <pc:sldMk cId="4291674975" sldId="476"/>
            <ac:spMk id="6" creationId="{5A70002E-340F-6101-8FF3-14BD25DE415A}"/>
          </ac:spMkLst>
        </pc:spChg>
        <pc:spChg chg="mod">
          <ac:chgData name="Chris Alvin" userId="1477fe7d-12c1-4dcd-b708-f1331679ff1c" providerId="ADAL" clId="{977EEFC1-1CBA-418C-B7A6-63C2CC8884F1}" dt="2025-10-03T16:12:07.178" v="1295" actId="1076"/>
          <ac:spMkLst>
            <pc:docMk/>
            <pc:sldMk cId="4291674975" sldId="476"/>
            <ac:spMk id="7" creationId="{27296DD5-CF7E-3572-F652-8C80E141690C}"/>
          </ac:spMkLst>
        </pc:spChg>
        <pc:spChg chg="mod">
          <ac:chgData name="Chris Alvin" userId="1477fe7d-12c1-4dcd-b708-f1331679ff1c" providerId="ADAL" clId="{977EEFC1-1CBA-418C-B7A6-63C2CC8884F1}" dt="2025-10-03T16:12:07.889" v="1296" actId="1076"/>
          <ac:spMkLst>
            <pc:docMk/>
            <pc:sldMk cId="4291674975" sldId="476"/>
            <ac:spMk id="8" creationId="{A4B55443-2603-691F-5653-0357EE368AEF}"/>
          </ac:spMkLst>
        </pc:spChg>
      </pc:sldChg>
      <pc:sldChg chg="modSp mod">
        <pc:chgData name="Chris Alvin" userId="1477fe7d-12c1-4dcd-b708-f1331679ff1c" providerId="ADAL" clId="{977EEFC1-1CBA-418C-B7A6-63C2CC8884F1}" dt="2025-10-03T15:55:26.736" v="1259" actId="1076"/>
        <pc:sldMkLst>
          <pc:docMk/>
          <pc:sldMk cId="1269146278" sldId="478"/>
        </pc:sldMkLst>
        <pc:picChg chg="mod">
          <ac:chgData name="Chris Alvin" userId="1477fe7d-12c1-4dcd-b708-f1331679ff1c" providerId="ADAL" clId="{977EEFC1-1CBA-418C-B7A6-63C2CC8884F1}" dt="2025-10-03T15:55:26.736" v="1259" actId="1076"/>
          <ac:picMkLst>
            <pc:docMk/>
            <pc:sldMk cId="1269146278" sldId="478"/>
            <ac:picMk id="5" creationId="{0955E2D0-F10E-2126-980F-1B8F54767403}"/>
          </ac:picMkLst>
        </pc:picChg>
      </pc:sldChg>
      <pc:sldChg chg="delSp modSp mod modAnim">
        <pc:chgData name="Chris Alvin" userId="1477fe7d-12c1-4dcd-b708-f1331679ff1c" providerId="ADAL" clId="{977EEFC1-1CBA-418C-B7A6-63C2CC8884F1}" dt="2025-10-06T12:37:17.354" v="1526"/>
        <pc:sldMkLst>
          <pc:docMk/>
          <pc:sldMk cId="486172090" sldId="479"/>
        </pc:sldMkLst>
        <pc:spChg chg="mod topLvl">
          <ac:chgData name="Chris Alvin" userId="1477fe7d-12c1-4dcd-b708-f1331679ff1c" providerId="ADAL" clId="{977EEFC1-1CBA-418C-B7A6-63C2CC8884F1}" dt="2025-10-06T12:36:25.270" v="1517" actId="165"/>
          <ac:spMkLst>
            <pc:docMk/>
            <pc:sldMk cId="486172090" sldId="479"/>
            <ac:spMk id="7" creationId="{D74D5287-E446-FD4D-1DB8-7B87C5723DAC}"/>
          </ac:spMkLst>
        </pc:spChg>
        <pc:spChg chg="mod topLvl">
          <ac:chgData name="Chris Alvin" userId="1477fe7d-12c1-4dcd-b708-f1331679ff1c" providerId="ADAL" clId="{977EEFC1-1CBA-418C-B7A6-63C2CC8884F1}" dt="2025-10-06T12:36:25.270" v="1517" actId="165"/>
          <ac:spMkLst>
            <pc:docMk/>
            <pc:sldMk cId="486172090" sldId="479"/>
            <ac:spMk id="8" creationId="{72C7B310-8AC1-08D4-6594-9B26B2DAE277}"/>
          </ac:spMkLst>
        </pc:spChg>
        <pc:spChg chg="mod topLvl">
          <ac:chgData name="Chris Alvin" userId="1477fe7d-12c1-4dcd-b708-f1331679ff1c" providerId="ADAL" clId="{977EEFC1-1CBA-418C-B7A6-63C2CC8884F1}" dt="2025-10-06T12:36:25.270" v="1517" actId="165"/>
          <ac:spMkLst>
            <pc:docMk/>
            <pc:sldMk cId="486172090" sldId="479"/>
            <ac:spMk id="9" creationId="{AC3D7083-077C-9BDD-1943-9A9D44FE6C55}"/>
          </ac:spMkLst>
        </pc:spChg>
        <pc:spChg chg="mod topLvl">
          <ac:chgData name="Chris Alvin" userId="1477fe7d-12c1-4dcd-b708-f1331679ff1c" providerId="ADAL" clId="{977EEFC1-1CBA-418C-B7A6-63C2CC8884F1}" dt="2025-10-06T12:35:55.563" v="1514" actId="165"/>
          <ac:spMkLst>
            <pc:docMk/>
            <pc:sldMk cId="486172090" sldId="479"/>
            <ac:spMk id="10" creationId="{F71CE5FC-AF7E-741F-3F74-3C1374E3F377}"/>
          </ac:spMkLst>
        </pc:spChg>
        <pc:spChg chg="mod">
          <ac:chgData name="Chris Alvin" userId="1477fe7d-12c1-4dcd-b708-f1331679ff1c" providerId="ADAL" clId="{977EEFC1-1CBA-418C-B7A6-63C2CC8884F1}" dt="2025-10-06T12:35:00.418" v="1505" actId="1076"/>
          <ac:spMkLst>
            <pc:docMk/>
            <pc:sldMk cId="486172090" sldId="479"/>
            <ac:spMk id="15" creationId="{90CDD9A8-1A1D-AFC0-F88F-70DABAFDED5A}"/>
          </ac:spMkLst>
        </pc:spChg>
        <pc:grpChg chg="del mod topLvl">
          <ac:chgData name="Chris Alvin" userId="1477fe7d-12c1-4dcd-b708-f1331679ff1c" providerId="ADAL" clId="{977EEFC1-1CBA-418C-B7A6-63C2CC8884F1}" dt="2025-10-06T12:36:25.270" v="1517" actId="165"/>
          <ac:grpSpMkLst>
            <pc:docMk/>
            <pc:sldMk cId="486172090" sldId="479"/>
            <ac:grpSpMk id="6" creationId="{B913DCD6-2DA8-2383-0EB3-72F1CC4083E3}"/>
          </ac:grpSpMkLst>
        </pc:grpChg>
        <pc:grpChg chg="del">
          <ac:chgData name="Chris Alvin" userId="1477fe7d-12c1-4dcd-b708-f1331679ff1c" providerId="ADAL" clId="{977EEFC1-1CBA-418C-B7A6-63C2CC8884F1}" dt="2025-10-06T12:35:55.563" v="1514" actId="165"/>
          <ac:grpSpMkLst>
            <pc:docMk/>
            <pc:sldMk cId="486172090" sldId="479"/>
            <ac:grpSpMk id="13" creationId="{9359CF71-39A6-FC02-E72B-0F56656CF80D}"/>
          </ac:grpSpMkLst>
        </pc:grpChg>
        <pc:picChg chg="mod topLvl">
          <ac:chgData name="Chris Alvin" userId="1477fe7d-12c1-4dcd-b708-f1331679ff1c" providerId="ADAL" clId="{977EEFC1-1CBA-418C-B7A6-63C2CC8884F1}" dt="2025-10-06T12:35:55.563" v="1514" actId="165"/>
          <ac:picMkLst>
            <pc:docMk/>
            <pc:sldMk cId="486172090" sldId="479"/>
            <ac:picMk id="5" creationId="{95F0EF1B-DE72-26A7-1DF4-173421F42C5A}"/>
          </ac:picMkLst>
        </pc:picChg>
      </pc:sldChg>
      <pc:sldChg chg="modSp mod">
        <pc:chgData name="Chris Alvin" userId="1477fe7d-12c1-4dcd-b708-f1331679ff1c" providerId="ADAL" clId="{977EEFC1-1CBA-418C-B7A6-63C2CC8884F1}" dt="2025-10-06T12:40:06.711" v="1561" actId="6549"/>
        <pc:sldMkLst>
          <pc:docMk/>
          <pc:sldMk cId="3654021863" sldId="480"/>
        </pc:sldMkLst>
        <pc:spChg chg="mod">
          <ac:chgData name="Chris Alvin" userId="1477fe7d-12c1-4dcd-b708-f1331679ff1c" providerId="ADAL" clId="{977EEFC1-1CBA-418C-B7A6-63C2CC8884F1}" dt="2025-10-06T12:40:06.711" v="1561" actId="6549"/>
          <ac:spMkLst>
            <pc:docMk/>
            <pc:sldMk cId="3654021863" sldId="480"/>
            <ac:spMk id="5" creationId="{C83AB264-2B58-9553-AC2A-10A21D1B590F}"/>
          </ac:spMkLst>
        </pc:spChg>
      </pc:sldChg>
      <pc:sldChg chg="modSp mod">
        <pc:chgData name="Chris Alvin" userId="1477fe7d-12c1-4dcd-b708-f1331679ff1c" providerId="ADAL" clId="{977EEFC1-1CBA-418C-B7A6-63C2CC8884F1}" dt="2025-10-06T12:41:02.616" v="1562" actId="2085"/>
        <pc:sldMkLst>
          <pc:docMk/>
          <pc:sldMk cId="2218820003" sldId="481"/>
        </pc:sldMkLst>
        <pc:spChg chg="mod">
          <ac:chgData name="Chris Alvin" userId="1477fe7d-12c1-4dcd-b708-f1331679ff1c" providerId="ADAL" clId="{977EEFC1-1CBA-418C-B7A6-63C2CC8884F1}" dt="2025-10-06T12:41:02.616" v="1562" actId="2085"/>
          <ac:spMkLst>
            <pc:docMk/>
            <pc:sldMk cId="2218820003" sldId="481"/>
            <ac:spMk id="13" creationId="{74A6E833-0861-396E-32E7-E4EE067CC382}"/>
          </ac:spMkLst>
        </pc:spChg>
        <pc:spChg chg="mod">
          <ac:chgData name="Chris Alvin" userId="1477fe7d-12c1-4dcd-b708-f1331679ff1c" providerId="ADAL" clId="{977EEFC1-1CBA-418C-B7A6-63C2CC8884F1}" dt="2025-10-06T12:41:02.616" v="1562" actId="2085"/>
          <ac:spMkLst>
            <pc:docMk/>
            <pc:sldMk cId="2218820003" sldId="481"/>
            <ac:spMk id="15" creationId="{4DFF9E9C-E671-9F0D-5CBB-8F5F0AC12A72}"/>
          </ac:spMkLst>
        </pc:spChg>
      </pc:sldChg>
      <pc:sldChg chg="delSp modSp modAnim">
        <pc:chgData name="Chris Alvin" userId="1477fe7d-12c1-4dcd-b708-f1331679ff1c" providerId="ADAL" clId="{977EEFC1-1CBA-418C-B7A6-63C2CC8884F1}" dt="2025-10-06T12:44:23.280" v="1569"/>
        <pc:sldMkLst>
          <pc:docMk/>
          <pc:sldMk cId="2626349092" sldId="482"/>
        </pc:sldMkLst>
        <pc:spChg chg="mod topLvl">
          <ac:chgData name="Chris Alvin" userId="1477fe7d-12c1-4dcd-b708-f1331679ff1c" providerId="ADAL" clId="{977EEFC1-1CBA-418C-B7A6-63C2CC8884F1}" dt="2025-10-06T12:43:36.514" v="1563" actId="165"/>
          <ac:spMkLst>
            <pc:docMk/>
            <pc:sldMk cId="2626349092" sldId="482"/>
            <ac:spMk id="3" creationId="{00000000-0000-0000-0000-000000000000}"/>
          </ac:spMkLst>
        </pc:spChg>
        <pc:spChg chg="mod topLvl">
          <ac:chgData name="Chris Alvin" userId="1477fe7d-12c1-4dcd-b708-f1331679ff1c" providerId="ADAL" clId="{977EEFC1-1CBA-418C-B7A6-63C2CC8884F1}" dt="2025-10-06T12:43:36.514" v="1563" actId="165"/>
          <ac:spMkLst>
            <pc:docMk/>
            <pc:sldMk cId="2626349092" sldId="482"/>
            <ac:spMk id="11" creationId="{00000000-0000-0000-0000-000000000000}"/>
          </ac:spMkLst>
        </pc:spChg>
        <pc:spChg chg="mod topLvl">
          <ac:chgData name="Chris Alvin" userId="1477fe7d-12c1-4dcd-b708-f1331679ff1c" providerId="ADAL" clId="{977EEFC1-1CBA-418C-B7A6-63C2CC8884F1}" dt="2025-10-06T12:43:42.765" v="1564" actId="165"/>
          <ac:spMkLst>
            <pc:docMk/>
            <pc:sldMk cId="2626349092" sldId="482"/>
            <ac:spMk id="18" creationId="{00000000-0000-0000-0000-000000000000}"/>
          </ac:spMkLst>
        </pc:spChg>
        <pc:spChg chg="mod topLvl">
          <ac:chgData name="Chris Alvin" userId="1477fe7d-12c1-4dcd-b708-f1331679ff1c" providerId="ADAL" clId="{977EEFC1-1CBA-418C-B7A6-63C2CC8884F1}" dt="2025-10-06T12:43:42.765" v="1564" actId="165"/>
          <ac:spMkLst>
            <pc:docMk/>
            <pc:sldMk cId="2626349092" sldId="482"/>
            <ac:spMk id="20" creationId="{00000000-0000-0000-0000-000000000000}"/>
          </ac:spMkLst>
        </pc:spChg>
        <pc:spChg chg="mod topLvl">
          <ac:chgData name="Chris Alvin" userId="1477fe7d-12c1-4dcd-b708-f1331679ff1c" providerId="ADAL" clId="{977EEFC1-1CBA-418C-B7A6-63C2CC8884F1}" dt="2025-10-06T12:43:42.765" v="1564" actId="165"/>
          <ac:spMkLst>
            <pc:docMk/>
            <pc:sldMk cId="2626349092" sldId="482"/>
            <ac:spMk id="21" creationId="{00000000-0000-0000-0000-000000000000}"/>
          </ac:spMkLst>
        </pc:spChg>
        <pc:grpChg chg="del mod topLvl">
          <ac:chgData name="Chris Alvin" userId="1477fe7d-12c1-4dcd-b708-f1331679ff1c" providerId="ADAL" clId="{977EEFC1-1CBA-418C-B7A6-63C2CC8884F1}" dt="2025-10-06T12:43:42.765" v="1564" actId="165"/>
          <ac:grpSpMkLst>
            <pc:docMk/>
            <pc:sldMk cId="2626349092" sldId="482"/>
            <ac:grpSpMk id="16" creationId="{00000000-0000-0000-0000-000000000000}"/>
          </ac:grpSpMkLst>
        </pc:grpChg>
        <pc:grpChg chg="del">
          <ac:chgData name="Chris Alvin" userId="1477fe7d-12c1-4dcd-b708-f1331679ff1c" providerId="ADAL" clId="{977EEFC1-1CBA-418C-B7A6-63C2CC8884F1}" dt="2025-10-06T12:43:36.514" v="1563" actId="165"/>
          <ac:grpSpMkLst>
            <pc:docMk/>
            <pc:sldMk cId="2626349092" sldId="482"/>
            <ac:grpSpMk id="23" creationId="{99152690-CFAE-285F-3A5B-81C68A651146}"/>
          </ac:grpSpMkLst>
        </pc:grpChg>
        <pc:picChg chg="mod topLvl">
          <ac:chgData name="Chris Alvin" userId="1477fe7d-12c1-4dcd-b708-f1331679ff1c" providerId="ADAL" clId="{977EEFC1-1CBA-418C-B7A6-63C2CC8884F1}" dt="2025-10-06T12:43:36.514" v="1563" actId="165"/>
          <ac:picMkLst>
            <pc:docMk/>
            <pc:sldMk cId="2626349092" sldId="482"/>
            <ac:picMk id="2" creationId="{00000000-0000-0000-0000-000000000000}"/>
          </ac:picMkLst>
        </pc:picChg>
      </pc:sldChg>
      <pc:sldChg chg="delSp modSp mod modAnim">
        <pc:chgData name="Chris Alvin" userId="1477fe7d-12c1-4dcd-b708-f1331679ff1c" providerId="ADAL" clId="{977EEFC1-1CBA-418C-B7A6-63C2CC8884F1}" dt="2025-10-06T12:52:38.909" v="1599" actId="14100"/>
        <pc:sldMkLst>
          <pc:docMk/>
          <pc:sldMk cId="245542126" sldId="483"/>
        </pc:sldMkLst>
        <pc:spChg chg="mod">
          <ac:chgData name="Chris Alvin" userId="1477fe7d-12c1-4dcd-b708-f1331679ff1c" providerId="ADAL" clId="{977EEFC1-1CBA-418C-B7A6-63C2CC8884F1}" dt="2025-10-06T12:48:40.641" v="1570" actId="165"/>
          <ac:spMkLst>
            <pc:docMk/>
            <pc:sldMk cId="245542126" sldId="483"/>
            <ac:spMk id="9" creationId="{650B28D1-D6B6-8C90-A368-79B96529D0BB}"/>
          </ac:spMkLst>
        </pc:spChg>
        <pc:spChg chg="mod topLvl">
          <ac:chgData name="Chris Alvin" userId="1477fe7d-12c1-4dcd-b708-f1331679ff1c" providerId="ADAL" clId="{977EEFC1-1CBA-418C-B7A6-63C2CC8884F1}" dt="2025-10-06T12:48:40.641" v="1570" actId="165"/>
          <ac:spMkLst>
            <pc:docMk/>
            <pc:sldMk cId="245542126" sldId="483"/>
            <ac:spMk id="10" creationId="{93CDEE4D-F6FA-6795-DCB6-42AB11829FC7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22" creationId="{507F89D6-80CA-A691-532D-0A15402E8D34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35" creationId="{9AD94826-C0A1-A153-DD15-3428B3EDADEC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36" creationId="{ECF2FBAC-E3B3-F55A-B9F4-EA0BB6722731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37" creationId="{748B02D0-6919-BE10-023C-213D8BC56624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38" creationId="{990D69C6-A81B-D482-4FC0-3CEF5205B28F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40" creationId="{3908047C-6572-4A04-DA2D-958591B5EBD4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41" creationId="{BCB69F6C-D97C-E585-53E2-10274C70D1A2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42" creationId="{4FC9DF12-43E7-55C5-62E3-CE23769D369E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43" creationId="{8FC0E663-CF6B-FC60-4946-5392180A072D}"/>
          </ac:spMkLst>
        </pc:spChg>
        <pc:spChg chg="mod topLvl">
          <ac:chgData name="Chris Alvin" userId="1477fe7d-12c1-4dcd-b708-f1331679ff1c" providerId="ADAL" clId="{977EEFC1-1CBA-418C-B7A6-63C2CC8884F1}" dt="2025-10-06T12:48:45.277" v="1571" actId="165"/>
          <ac:spMkLst>
            <pc:docMk/>
            <pc:sldMk cId="245542126" sldId="483"/>
            <ac:spMk id="45" creationId="{366A740C-040B-990F-BA97-88917C39BEB8}"/>
          </ac:spMkLst>
        </pc:spChg>
        <pc:spChg chg="mod">
          <ac:chgData name="Chris Alvin" userId="1477fe7d-12c1-4dcd-b708-f1331679ff1c" providerId="ADAL" clId="{977EEFC1-1CBA-418C-B7A6-63C2CC8884F1}" dt="2025-10-06T12:52:38.909" v="1599" actId="14100"/>
          <ac:spMkLst>
            <pc:docMk/>
            <pc:sldMk cId="245542126" sldId="483"/>
            <ac:spMk id="51" creationId="{95791634-3DED-756F-BE69-6D16F4B534AD}"/>
          </ac:spMkLst>
        </pc:spChg>
      </pc:sldChg>
      <pc:sldChg chg="addSp delSp modSp mod modAnim">
        <pc:chgData name="Chris Alvin" userId="1477fe7d-12c1-4dcd-b708-f1331679ff1c" providerId="ADAL" clId="{977EEFC1-1CBA-418C-B7A6-63C2CC8884F1}" dt="2025-10-06T12:53:18.040" v="1605" actId="1076"/>
        <pc:sldMkLst>
          <pc:docMk/>
          <pc:sldMk cId="823554029" sldId="484"/>
        </pc:sldMkLst>
        <pc:spChg chg="add mod">
          <ac:chgData name="Chris Alvin" userId="1477fe7d-12c1-4dcd-b708-f1331679ff1c" providerId="ADAL" clId="{977EEFC1-1CBA-418C-B7A6-63C2CC8884F1}" dt="2025-10-06T12:53:18.040" v="1605" actId="1076"/>
          <ac:spMkLst>
            <pc:docMk/>
            <pc:sldMk cId="823554029" sldId="484"/>
            <ac:spMk id="7" creationId="{3867AD4E-7F0A-A023-1CCC-7C6A16E273DC}"/>
          </ac:spMkLst>
        </pc:spChg>
        <pc:spChg chg="del">
          <ac:chgData name="Chris Alvin" userId="1477fe7d-12c1-4dcd-b708-f1331679ff1c" providerId="ADAL" clId="{977EEFC1-1CBA-418C-B7A6-63C2CC8884F1}" dt="2025-10-06T12:52:46.400" v="1600" actId="478"/>
          <ac:spMkLst>
            <pc:docMk/>
            <pc:sldMk cId="823554029" sldId="484"/>
            <ac:spMk id="51" creationId="{C8E66A62-CEAC-BB6C-3075-599C8C07F069}"/>
          </ac:spMkLst>
        </pc:spChg>
        <pc:grpChg chg="mod">
          <ac:chgData name="Chris Alvin" userId="1477fe7d-12c1-4dcd-b708-f1331679ff1c" providerId="ADAL" clId="{977EEFC1-1CBA-418C-B7A6-63C2CC8884F1}" dt="2025-10-06T12:52:53.116" v="1601" actId="1076"/>
          <ac:grpSpMkLst>
            <pc:docMk/>
            <pc:sldMk cId="823554029" sldId="484"/>
            <ac:grpSpMk id="2" creationId="{A090DBE6-0925-BFD7-F9E8-D73A587D8DD7}"/>
          </ac:grpSpMkLst>
        </pc:grpChg>
      </pc:sldChg>
      <pc:sldChg chg="modAnim">
        <pc:chgData name="Chris Alvin" userId="1477fe7d-12c1-4dcd-b708-f1331679ff1c" providerId="ADAL" clId="{977EEFC1-1CBA-418C-B7A6-63C2CC8884F1}" dt="2025-10-06T12:54:02.380" v="1610"/>
        <pc:sldMkLst>
          <pc:docMk/>
          <pc:sldMk cId="817850781" sldId="485"/>
        </pc:sldMkLst>
      </pc:sldChg>
      <pc:sldChg chg="modSp mod modAnim">
        <pc:chgData name="Chris Alvin" userId="1477fe7d-12c1-4dcd-b708-f1331679ff1c" providerId="ADAL" clId="{977EEFC1-1CBA-418C-B7A6-63C2CC8884F1}" dt="2025-10-06T15:01:12.206" v="1624"/>
        <pc:sldMkLst>
          <pc:docMk/>
          <pc:sldMk cId="1476642049" sldId="486"/>
        </pc:sldMkLst>
        <pc:spChg chg="mod">
          <ac:chgData name="Chris Alvin" userId="1477fe7d-12c1-4dcd-b708-f1331679ff1c" providerId="ADAL" clId="{977EEFC1-1CBA-418C-B7A6-63C2CC8884F1}" dt="2025-10-06T14:19:54.754" v="1620" actId="20577"/>
          <ac:spMkLst>
            <pc:docMk/>
            <pc:sldMk cId="1476642049" sldId="486"/>
            <ac:spMk id="4" creationId="{E67FB37E-2C4F-45E9-208E-262C90F863AD}"/>
          </ac:spMkLst>
        </pc:spChg>
      </pc:sldChg>
      <pc:sldChg chg="modSp">
        <pc:chgData name="Chris Alvin" userId="1477fe7d-12c1-4dcd-b708-f1331679ff1c" providerId="ADAL" clId="{977EEFC1-1CBA-418C-B7A6-63C2CC8884F1}" dt="2025-10-06T15:03:00.318" v="1636" actId="20577"/>
        <pc:sldMkLst>
          <pc:docMk/>
          <pc:sldMk cId="1802773778" sldId="487"/>
        </pc:sldMkLst>
        <pc:spChg chg="mod">
          <ac:chgData name="Chris Alvin" userId="1477fe7d-12c1-4dcd-b708-f1331679ff1c" providerId="ADAL" clId="{977EEFC1-1CBA-418C-B7A6-63C2CC8884F1}" dt="2025-10-06T15:03:00.318" v="1636" actId="20577"/>
          <ac:spMkLst>
            <pc:docMk/>
            <pc:sldMk cId="1802773778" sldId="487"/>
            <ac:spMk id="16" creationId="{0EA0450C-E902-DE6B-2D5D-6DF84784A06C}"/>
          </ac:spMkLst>
        </pc:spChg>
      </pc:sldChg>
      <pc:sldChg chg="modAnim">
        <pc:chgData name="Chris Alvin" userId="1477fe7d-12c1-4dcd-b708-f1331679ff1c" providerId="ADAL" clId="{977EEFC1-1CBA-418C-B7A6-63C2CC8884F1}" dt="2025-10-06T15:58:55.781" v="1897"/>
        <pc:sldMkLst>
          <pc:docMk/>
          <pc:sldMk cId="1652004890" sldId="488"/>
        </pc:sldMkLst>
      </pc:sldChg>
      <pc:sldChg chg="modSp modAnim">
        <pc:chgData name="Chris Alvin" userId="1477fe7d-12c1-4dcd-b708-f1331679ff1c" providerId="ADAL" clId="{977EEFC1-1CBA-418C-B7A6-63C2CC8884F1}" dt="2025-10-06T15:57:25.084" v="1893" actId="114"/>
        <pc:sldMkLst>
          <pc:docMk/>
          <pc:sldMk cId="4160749648" sldId="489"/>
        </pc:sldMkLst>
        <pc:spChg chg="mod">
          <ac:chgData name="Chris Alvin" userId="1477fe7d-12c1-4dcd-b708-f1331679ff1c" providerId="ADAL" clId="{977EEFC1-1CBA-418C-B7A6-63C2CC8884F1}" dt="2025-10-06T15:30:17.360" v="1886" actId="20577"/>
          <ac:spMkLst>
            <pc:docMk/>
            <pc:sldMk cId="4160749648" sldId="489"/>
            <ac:spMk id="4" creationId="{69E28F50-5E26-4763-21EB-CB9A05FB328A}"/>
          </ac:spMkLst>
        </pc:spChg>
        <pc:spChg chg="mod">
          <ac:chgData name="Chris Alvin" userId="1477fe7d-12c1-4dcd-b708-f1331679ff1c" providerId="ADAL" clId="{977EEFC1-1CBA-418C-B7A6-63C2CC8884F1}" dt="2025-10-06T15:57:25.084" v="1893" actId="114"/>
          <ac:spMkLst>
            <pc:docMk/>
            <pc:sldMk cId="4160749648" sldId="489"/>
            <ac:spMk id="9" creationId="{F9A7C10C-9418-F39E-63EA-49FFC03CE37D}"/>
          </ac:spMkLst>
        </pc:spChg>
      </pc:sldChg>
      <pc:sldChg chg="modSp modAnim">
        <pc:chgData name="Chris Alvin" userId="1477fe7d-12c1-4dcd-b708-f1331679ff1c" providerId="ADAL" clId="{977EEFC1-1CBA-418C-B7A6-63C2CC8884F1}" dt="2025-10-06T16:04:35.582" v="1905"/>
        <pc:sldMkLst>
          <pc:docMk/>
          <pc:sldMk cId="1874808737" sldId="490"/>
        </pc:sldMkLst>
        <pc:spChg chg="mod">
          <ac:chgData name="Chris Alvin" userId="1477fe7d-12c1-4dcd-b708-f1331679ff1c" providerId="ADAL" clId="{977EEFC1-1CBA-418C-B7A6-63C2CC8884F1}" dt="2025-10-06T16:04:26.031" v="1904" actId="122"/>
          <ac:spMkLst>
            <pc:docMk/>
            <pc:sldMk cId="1874808737" sldId="490"/>
            <ac:spMk id="17" creationId="{6BD5A232-B413-9564-FFBD-2EC414E34BFD}"/>
          </ac:spMkLst>
        </pc:spChg>
      </pc:sldChg>
      <pc:sldChg chg="modSp mod">
        <pc:chgData name="Chris Alvin" userId="1477fe7d-12c1-4dcd-b708-f1331679ff1c" providerId="ADAL" clId="{977EEFC1-1CBA-418C-B7A6-63C2CC8884F1}" dt="2025-10-06T16:07:10.163" v="1931" actId="20577"/>
        <pc:sldMkLst>
          <pc:docMk/>
          <pc:sldMk cId="3277670164" sldId="491"/>
        </pc:sldMkLst>
        <pc:spChg chg="mod">
          <ac:chgData name="Chris Alvin" userId="1477fe7d-12c1-4dcd-b708-f1331679ff1c" providerId="ADAL" clId="{977EEFC1-1CBA-418C-B7A6-63C2CC8884F1}" dt="2025-10-06T16:05:06.856" v="1908" actId="207"/>
          <ac:spMkLst>
            <pc:docMk/>
            <pc:sldMk cId="3277670164" sldId="491"/>
            <ac:spMk id="6" creationId="{C4D1C2D8-2813-AB82-CB48-09D630A81878}"/>
          </ac:spMkLst>
        </pc:spChg>
        <pc:spChg chg="mod">
          <ac:chgData name="Chris Alvin" userId="1477fe7d-12c1-4dcd-b708-f1331679ff1c" providerId="ADAL" clId="{977EEFC1-1CBA-418C-B7A6-63C2CC8884F1}" dt="2025-10-06T16:04:58.555" v="1906" actId="207"/>
          <ac:spMkLst>
            <pc:docMk/>
            <pc:sldMk cId="3277670164" sldId="491"/>
            <ac:spMk id="13" creationId="{840C4653-CFCF-6B62-7327-FFB6A7D95663}"/>
          </ac:spMkLst>
        </pc:spChg>
        <pc:spChg chg="mod">
          <ac:chgData name="Chris Alvin" userId="1477fe7d-12c1-4dcd-b708-f1331679ff1c" providerId="ADAL" clId="{977EEFC1-1CBA-418C-B7A6-63C2CC8884F1}" dt="2025-10-06T16:05:11.464" v="1909" actId="207"/>
          <ac:spMkLst>
            <pc:docMk/>
            <pc:sldMk cId="3277670164" sldId="491"/>
            <ac:spMk id="18" creationId="{179601BE-017A-6CA1-77F5-BB796D62DB8E}"/>
          </ac:spMkLst>
        </pc:spChg>
        <pc:spChg chg="mod">
          <ac:chgData name="Chris Alvin" userId="1477fe7d-12c1-4dcd-b708-f1331679ff1c" providerId="ADAL" clId="{977EEFC1-1CBA-418C-B7A6-63C2CC8884F1}" dt="2025-10-06T16:07:10.163" v="1931" actId="20577"/>
          <ac:spMkLst>
            <pc:docMk/>
            <pc:sldMk cId="3277670164" sldId="491"/>
            <ac:spMk id="147" creationId="{C2F30715-243B-7E1E-389D-BDF2BAF09AF1}"/>
          </ac:spMkLst>
        </pc:spChg>
        <pc:spChg chg="mod">
          <ac:chgData name="Chris Alvin" userId="1477fe7d-12c1-4dcd-b708-f1331679ff1c" providerId="ADAL" clId="{977EEFC1-1CBA-418C-B7A6-63C2CC8884F1}" dt="2025-10-06T16:05:44.769" v="1920" actId="207"/>
          <ac:spMkLst>
            <pc:docMk/>
            <pc:sldMk cId="3277670164" sldId="491"/>
            <ac:spMk id="152" creationId="{3A1340A3-C2D9-EA4C-F1C4-8856BB03FAF2}"/>
          </ac:spMkLst>
        </pc:spChg>
        <pc:spChg chg="mod">
          <ac:chgData name="Chris Alvin" userId="1477fe7d-12c1-4dcd-b708-f1331679ff1c" providerId="ADAL" clId="{977EEFC1-1CBA-418C-B7A6-63C2CC8884F1}" dt="2025-10-06T16:05:52.657" v="1924"/>
          <ac:spMkLst>
            <pc:docMk/>
            <pc:sldMk cId="3277670164" sldId="491"/>
            <ac:spMk id="153" creationId="{5311AE1D-2ACB-F6D4-7DB5-49A8E9E79E03}"/>
          </ac:spMkLst>
        </pc:spChg>
        <pc:spChg chg="mod">
          <ac:chgData name="Chris Alvin" userId="1477fe7d-12c1-4dcd-b708-f1331679ff1c" providerId="ADAL" clId="{977EEFC1-1CBA-418C-B7A6-63C2CC8884F1}" dt="2025-10-06T16:05:47.942" v="1921"/>
          <ac:spMkLst>
            <pc:docMk/>
            <pc:sldMk cId="3277670164" sldId="491"/>
            <ac:spMk id="155" creationId="{E0B5AF3B-66C3-2BA5-95FD-07B199EFF98C}"/>
          </ac:spMkLst>
        </pc:spChg>
        <pc:spChg chg="mod">
          <ac:chgData name="Chris Alvin" userId="1477fe7d-12c1-4dcd-b708-f1331679ff1c" providerId="ADAL" clId="{977EEFC1-1CBA-418C-B7A6-63C2CC8884F1}" dt="2025-10-06T16:05:53.690" v="1925"/>
          <ac:spMkLst>
            <pc:docMk/>
            <pc:sldMk cId="3277670164" sldId="491"/>
            <ac:spMk id="156" creationId="{F02AA6B1-5D22-7F61-DECE-97FF1EAEB6C7}"/>
          </ac:spMkLst>
        </pc:spChg>
        <pc:spChg chg="mod">
          <ac:chgData name="Chris Alvin" userId="1477fe7d-12c1-4dcd-b708-f1331679ff1c" providerId="ADAL" clId="{977EEFC1-1CBA-418C-B7A6-63C2CC8884F1}" dt="2025-10-06T16:05:49.868" v="1922"/>
          <ac:spMkLst>
            <pc:docMk/>
            <pc:sldMk cId="3277670164" sldId="491"/>
            <ac:spMk id="158" creationId="{7ACA7C39-9583-8C4F-8DE4-308FF7185F9A}"/>
          </ac:spMkLst>
        </pc:spChg>
        <pc:spChg chg="mod">
          <ac:chgData name="Chris Alvin" userId="1477fe7d-12c1-4dcd-b708-f1331679ff1c" providerId="ADAL" clId="{977EEFC1-1CBA-418C-B7A6-63C2CC8884F1}" dt="2025-10-06T16:05:55.792" v="1926"/>
          <ac:spMkLst>
            <pc:docMk/>
            <pc:sldMk cId="3277670164" sldId="491"/>
            <ac:spMk id="159" creationId="{3F075C9F-09C4-A2D2-2DAE-F019BBF51380}"/>
          </ac:spMkLst>
        </pc:spChg>
        <pc:spChg chg="mod">
          <ac:chgData name="Chris Alvin" userId="1477fe7d-12c1-4dcd-b708-f1331679ff1c" providerId="ADAL" clId="{977EEFC1-1CBA-418C-B7A6-63C2CC8884F1}" dt="2025-10-06T16:05:50.961" v="1923"/>
          <ac:spMkLst>
            <pc:docMk/>
            <pc:sldMk cId="3277670164" sldId="491"/>
            <ac:spMk id="161" creationId="{AECD11CC-8EB3-650D-3F14-58530B81EE15}"/>
          </ac:spMkLst>
        </pc:spChg>
        <pc:spChg chg="mod">
          <ac:chgData name="Chris Alvin" userId="1477fe7d-12c1-4dcd-b708-f1331679ff1c" providerId="ADAL" clId="{977EEFC1-1CBA-418C-B7A6-63C2CC8884F1}" dt="2025-10-06T16:05:57.337" v="1927"/>
          <ac:spMkLst>
            <pc:docMk/>
            <pc:sldMk cId="3277670164" sldId="491"/>
            <ac:spMk id="162" creationId="{64C8DAEC-E65F-6C5B-9A89-622ABBBC50AB}"/>
          </ac:spMkLst>
        </pc:spChg>
      </pc:sldChg>
      <pc:sldChg chg="modSp add del modTransition">
        <pc:chgData name="Chris Alvin" userId="1477fe7d-12c1-4dcd-b708-f1331679ff1c" providerId="ADAL" clId="{977EEFC1-1CBA-418C-B7A6-63C2CC8884F1}" dt="2025-09-22T15:16:24.523" v="53" actId="47"/>
        <pc:sldMkLst>
          <pc:docMk/>
          <pc:sldMk cId="0" sldId="492"/>
        </pc:sldMkLst>
      </pc:sldChg>
      <pc:sldChg chg="addSp delSp modSp add mod modAnim">
        <pc:chgData name="Chris Alvin" userId="1477fe7d-12c1-4dcd-b708-f1331679ff1c" providerId="ADAL" clId="{977EEFC1-1CBA-418C-B7A6-63C2CC8884F1}" dt="2025-10-03T15:48:54.552" v="1257"/>
        <pc:sldMkLst>
          <pc:docMk/>
          <pc:sldMk cId="2232458964" sldId="492"/>
        </pc:sldMkLst>
        <pc:spChg chg="mod">
          <ac:chgData name="Chris Alvin" userId="1477fe7d-12c1-4dcd-b708-f1331679ff1c" providerId="ADAL" clId="{977EEFC1-1CBA-418C-B7A6-63C2CC8884F1}" dt="2025-10-03T15:25:23.836" v="1032" actId="20577"/>
          <ac:spMkLst>
            <pc:docMk/>
            <pc:sldMk cId="2232458964" sldId="492"/>
            <ac:spMk id="4" creationId="{68A90070-9B35-DA27-934F-77C6B7496242}"/>
          </ac:spMkLst>
        </pc:spChg>
        <pc:spChg chg="add mod">
          <ac:chgData name="Chris Alvin" userId="1477fe7d-12c1-4dcd-b708-f1331679ff1c" providerId="ADAL" clId="{977EEFC1-1CBA-418C-B7A6-63C2CC8884F1}" dt="2025-10-03T15:04:53.874" v="771" actId="1076"/>
          <ac:spMkLst>
            <pc:docMk/>
            <pc:sldMk cId="2232458964" sldId="492"/>
            <ac:spMk id="5" creationId="{DA1740F1-52A3-B8AA-BC68-C22EAD89E4CE}"/>
          </ac:spMkLst>
        </pc:spChg>
        <pc:spChg chg="add mod">
          <ac:chgData name="Chris Alvin" userId="1477fe7d-12c1-4dcd-b708-f1331679ff1c" providerId="ADAL" clId="{977EEFC1-1CBA-418C-B7A6-63C2CC8884F1}" dt="2025-10-03T15:27:56.527" v="1054" actId="1076"/>
          <ac:spMkLst>
            <pc:docMk/>
            <pc:sldMk cId="2232458964" sldId="492"/>
            <ac:spMk id="14" creationId="{846DD108-8FC5-C304-37D6-FED5B748298C}"/>
          </ac:spMkLst>
        </pc:spChg>
        <pc:spChg chg="add mod">
          <ac:chgData name="Chris Alvin" userId="1477fe7d-12c1-4dcd-b708-f1331679ff1c" providerId="ADAL" clId="{977EEFC1-1CBA-418C-B7A6-63C2CC8884F1}" dt="2025-10-03T15:27:39.751" v="1050" actId="1076"/>
          <ac:spMkLst>
            <pc:docMk/>
            <pc:sldMk cId="2232458964" sldId="492"/>
            <ac:spMk id="45" creationId="{5D6C017A-80C6-A032-15CA-FEA924E73C84}"/>
          </ac:spMkLst>
        </pc:spChg>
        <pc:spChg chg="add mod">
          <ac:chgData name="Chris Alvin" userId="1477fe7d-12c1-4dcd-b708-f1331679ff1c" providerId="ADAL" clId="{977EEFC1-1CBA-418C-B7A6-63C2CC8884F1}" dt="2025-10-03T15:13:41.050" v="884" actId="6549"/>
          <ac:spMkLst>
            <pc:docMk/>
            <pc:sldMk cId="2232458964" sldId="492"/>
            <ac:spMk id="56" creationId="{93E44267-6773-8BC5-85CC-9B3F2B5979F6}"/>
          </ac:spMkLst>
        </pc:spChg>
        <pc:spChg chg="add mod">
          <ac:chgData name="Chris Alvin" userId="1477fe7d-12c1-4dcd-b708-f1331679ff1c" providerId="ADAL" clId="{977EEFC1-1CBA-418C-B7A6-63C2CC8884F1}" dt="2025-10-03T15:26:08.391" v="1035" actId="1076"/>
          <ac:spMkLst>
            <pc:docMk/>
            <pc:sldMk cId="2232458964" sldId="492"/>
            <ac:spMk id="70" creationId="{294653B4-A092-25C9-AB33-94DA45B6F582}"/>
          </ac:spMkLst>
        </pc:spChg>
        <pc:spChg chg="add mod">
          <ac:chgData name="Chris Alvin" userId="1477fe7d-12c1-4dcd-b708-f1331679ff1c" providerId="ADAL" clId="{977EEFC1-1CBA-418C-B7A6-63C2CC8884F1}" dt="2025-10-03T15:28:18.749" v="1060" actId="1076"/>
          <ac:spMkLst>
            <pc:docMk/>
            <pc:sldMk cId="2232458964" sldId="492"/>
            <ac:spMk id="71" creationId="{26A27FBC-867C-0ECB-A0C6-D69B9379E75F}"/>
          </ac:spMkLst>
        </pc:spChg>
        <pc:spChg chg="add mod">
          <ac:chgData name="Chris Alvin" userId="1477fe7d-12c1-4dcd-b708-f1331679ff1c" providerId="ADAL" clId="{977EEFC1-1CBA-418C-B7A6-63C2CC8884F1}" dt="2025-10-03T15:28:57.550" v="1070" actId="1076"/>
          <ac:spMkLst>
            <pc:docMk/>
            <pc:sldMk cId="2232458964" sldId="492"/>
            <ac:spMk id="78" creationId="{847E394C-373E-845A-CB12-D3A85FA2F053}"/>
          </ac:spMkLst>
        </pc:spChg>
        <pc:spChg chg="add mod">
          <ac:chgData name="Chris Alvin" userId="1477fe7d-12c1-4dcd-b708-f1331679ff1c" providerId="ADAL" clId="{977EEFC1-1CBA-418C-B7A6-63C2CC8884F1}" dt="2025-10-03T15:28:46.529" v="1067" actId="1076"/>
          <ac:spMkLst>
            <pc:docMk/>
            <pc:sldMk cId="2232458964" sldId="492"/>
            <ac:spMk id="80" creationId="{D910432A-FA41-77CF-99DA-A4CBA432B53F}"/>
          </ac:spMkLst>
        </pc:spChg>
        <pc:spChg chg="add mod">
          <ac:chgData name="Chris Alvin" userId="1477fe7d-12c1-4dcd-b708-f1331679ff1c" providerId="ADAL" clId="{977EEFC1-1CBA-418C-B7A6-63C2CC8884F1}" dt="2025-10-03T15:27:56.527" v="1054" actId="1076"/>
          <ac:spMkLst>
            <pc:docMk/>
            <pc:sldMk cId="2232458964" sldId="492"/>
            <ac:spMk id="82" creationId="{EEF60082-EB68-BA76-121D-AE0A0180CBE5}"/>
          </ac:spMkLst>
        </pc:spChg>
        <pc:spChg chg="add mod">
          <ac:chgData name="Chris Alvin" userId="1477fe7d-12c1-4dcd-b708-f1331679ff1c" providerId="ADAL" clId="{977EEFC1-1CBA-418C-B7A6-63C2CC8884F1}" dt="2025-10-03T15:27:39.751" v="1050" actId="1076"/>
          <ac:spMkLst>
            <pc:docMk/>
            <pc:sldMk cId="2232458964" sldId="492"/>
            <ac:spMk id="86" creationId="{F78CA501-277B-EC9B-91A1-4C9853A22420}"/>
          </ac:spMkLst>
        </pc:spChg>
        <pc:spChg chg="add mod">
          <ac:chgData name="Chris Alvin" userId="1477fe7d-12c1-4dcd-b708-f1331679ff1c" providerId="ADAL" clId="{977EEFC1-1CBA-418C-B7A6-63C2CC8884F1}" dt="2025-10-03T15:27:39.751" v="1050" actId="1076"/>
          <ac:spMkLst>
            <pc:docMk/>
            <pc:sldMk cId="2232458964" sldId="492"/>
            <ac:spMk id="90" creationId="{5B80084F-875C-4C4C-90E6-3D29D1839F00}"/>
          </ac:spMkLst>
        </pc:spChg>
        <pc:spChg chg="add mod">
          <ac:chgData name="Chris Alvin" userId="1477fe7d-12c1-4dcd-b708-f1331679ff1c" providerId="ADAL" clId="{977EEFC1-1CBA-418C-B7A6-63C2CC8884F1}" dt="2025-10-03T15:27:56.527" v="1054" actId="1076"/>
          <ac:spMkLst>
            <pc:docMk/>
            <pc:sldMk cId="2232458964" sldId="492"/>
            <ac:spMk id="91" creationId="{874A086C-C57B-6C6F-FB75-5B6E23FF69A0}"/>
          </ac:spMkLst>
        </pc:spChg>
        <pc:spChg chg="add mod">
          <ac:chgData name="Chris Alvin" userId="1477fe7d-12c1-4dcd-b708-f1331679ff1c" providerId="ADAL" clId="{977EEFC1-1CBA-418C-B7A6-63C2CC8884F1}" dt="2025-10-03T15:27:21.568" v="1048" actId="1076"/>
          <ac:spMkLst>
            <pc:docMk/>
            <pc:sldMk cId="2232458964" sldId="492"/>
            <ac:spMk id="94" creationId="{6C527B38-2B7E-7320-9511-F9CB6B529AD7}"/>
          </ac:spMkLst>
        </pc:spChg>
        <pc:spChg chg="add mod">
          <ac:chgData name="Chris Alvin" userId="1477fe7d-12c1-4dcd-b708-f1331679ff1c" providerId="ADAL" clId="{977EEFC1-1CBA-418C-B7A6-63C2CC8884F1}" dt="2025-10-03T15:27:21.568" v="1048" actId="1076"/>
          <ac:spMkLst>
            <pc:docMk/>
            <pc:sldMk cId="2232458964" sldId="492"/>
            <ac:spMk id="95" creationId="{519E3499-9E75-4733-0E56-6C4A44528608}"/>
          </ac:spMkLst>
        </pc:spChg>
        <pc:spChg chg="add mod">
          <ac:chgData name="Chris Alvin" userId="1477fe7d-12c1-4dcd-b708-f1331679ff1c" providerId="ADAL" clId="{977EEFC1-1CBA-418C-B7A6-63C2CC8884F1}" dt="2025-10-03T15:28:20.801" v="1061" actId="1076"/>
          <ac:spMkLst>
            <pc:docMk/>
            <pc:sldMk cId="2232458964" sldId="492"/>
            <ac:spMk id="96" creationId="{4AC8256A-6350-AAD3-EF9A-394EA22616EF}"/>
          </ac:spMkLst>
        </pc:spChg>
        <pc:spChg chg="add mod">
          <ac:chgData name="Chris Alvin" userId="1477fe7d-12c1-4dcd-b708-f1331679ff1c" providerId="ADAL" clId="{977EEFC1-1CBA-418C-B7A6-63C2CC8884F1}" dt="2025-10-03T15:28:23.388" v="1062" actId="1076"/>
          <ac:spMkLst>
            <pc:docMk/>
            <pc:sldMk cId="2232458964" sldId="492"/>
            <ac:spMk id="97" creationId="{46651407-1D6C-FAD1-EFF2-FB17B0F66EBF}"/>
          </ac:spMkLst>
        </pc:spChg>
        <pc:spChg chg="add mod">
          <ac:chgData name="Chris Alvin" userId="1477fe7d-12c1-4dcd-b708-f1331679ff1c" providerId="ADAL" clId="{977EEFC1-1CBA-418C-B7A6-63C2CC8884F1}" dt="2025-10-03T15:28:25.469" v="1063" actId="1076"/>
          <ac:spMkLst>
            <pc:docMk/>
            <pc:sldMk cId="2232458964" sldId="492"/>
            <ac:spMk id="98" creationId="{18378EA8-50CA-FFAC-67EE-9AD234A14B77}"/>
          </ac:spMkLst>
        </pc:spChg>
        <pc:spChg chg="add mod">
          <ac:chgData name="Chris Alvin" userId="1477fe7d-12c1-4dcd-b708-f1331679ff1c" providerId="ADAL" clId="{977EEFC1-1CBA-418C-B7A6-63C2CC8884F1}" dt="2025-10-03T15:31:11.729" v="1078" actId="1076"/>
          <ac:spMkLst>
            <pc:docMk/>
            <pc:sldMk cId="2232458964" sldId="492"/>
            <ac:spMk id="102" creationId="{E9FE6F8B-8AD7-5FBC-0ADB-BEAAA7793C15}"/>
          </ac:spMkLst>
        </pc:spChg>
        <pc:spChg chg="add mod">
          <ac:chgData name="Chris Alvin" userId="1477fe7d-12c1-4dcd-b708-f1331679ff1c" providerId="ADAL" clId="{977EEFC1-1CBA-418C-B7A6-63C2CC8884F1}" dt="2025-10-03T15:30:51.537" v="1075" actId="1076"/>
          <ac:spMkLst>
            <pc:docMk/>
            <pc:sldMk cId="2232458964" sldId="492"/>
            <ac:spMk id="104" creationId="{F19E5552-4240-D607-531F-206EF0C92BDD}"/>
          </ac:spMkLst>
        </pc:spChg>
        <pc:spChg chg="add mod">
          <ac:chgData name="Chris Alvin" userId="1477fe7d-12c1-4dcd-b708-f1331679ff1c" providerId="ADAL" clId="{977EEFC1-1CBA-418C-B7A6-63C2CC8884F1}" dt="2025-10-03T15:31:47.688" v="1086" actId="1076"/>
          <ac:spMkLst>
            <pc:docMk/>
            <pc:sldMk cId="2232458964" sldId="492"/>
            <ac:spMk id="109" creationId="{96BA0B41-B067-2D14-9DEC-DEC84E3C01CD}"/>
          </ac:spMkLst>
        </pc:spChg>
        <pc:spChg chg="add mod">
          <ac:chgData name="Chris Alvin" userId="1477fe7d-12c1-4dcd-b708-f1331679ff1c" providerId="ADAL" clId="{977EEFC1-1CBA-418C-B7A6-63C2CC8884F1}" dt="2025-10-03T15:31:39.449" v="1084" actId="1076"/>
          <ac:spMkLst>
            <pc:docMk/>
            <pc:sldMk cId="2232458964" sldId="492"/>
            <ac:spMk id="113" creationId="{BA60E287-712D-D743-429C-2E8BE8461B80}"/>
          </ac:spMkLst>
        </pc:spChg>
        <pc:spChg chg="add mod">
          <ac:chgData name="Chris Alvin" userId="1477fe7d-12c1-4dcd-b708-f1331679ff1c" providerId="ADAL" clId="{977EEFC1-1CBA-418C-B7A6-63C2CC8884F1}" dt="2025-10-03T15:30:33.153" v="1071" actId="1076"/>
          <ac:spMkLst>
            <pc:docMk/>
            <pc:sldMk cId="2232458964" sldId="492"/>
            <ac:spMk id="126" creationId="{AE19CB69-8D66-B09D-B10B-B4749E487423}"/>
          </ac:spMkLst>
        </pc:spChg>
        <pc:spChg chg="add mod">
          <ac:chgData name="Chris Alvin" userId="1477fe7d-12c1-4dcd-b708-f1331679ff1c" providerId="ADAL" clId="{977EEFC1-1CBA-418C-B7A6-63C2CC8884F1}" dt="2025-10-03T15:30:33.153" v="1071" actId="1076"/>
          <ac:spMkLst>
            <pc:docMk/>
            <pc:sldMk cId="2232458964" sldId="492"/>
            <ac:spMk id="128" creationId="{A6BEED1F-C139-9327-B1FB-299A5F5B427E}"/>
          </ac:spMkLst>
        </pc:spChg>
        <pc:spChg chg="add mod">
          <ac:chgData name="Chris Alvin" userId="1477fe7d-12c1-4dcd-b708-f1331679ff1c" providerId="ADAL" clId="{977EEFC1-1CBA-418C-B7A6-63C2CC8884F1}" dt="2025-10-03T15:30:33.153" v="1071" actId="1076"/>
          <ac:spMkLst>
            <pc:docMk/>
            <pc:sldMk cId="2232458964" sldId="492"/>
            <ac:spMk id="129" creationId="{70AB7BB1-3ECB-B11F-67A2-EDA2E86669B5}"/>
          </ac:spMkLst>
        </pc:spChg>
        <pc:spChg chg="add mod">
          <ac:chgData name="Chris Alvin" userId="1477fe7d-12c1-4dcd-b708-f1331679ff1c" providerId="ADAL" clId="{977EEFC1-1CBA-418C-B7A6-63C2CC8884F1}" dt="2025-10-03T15:31:42.613" v="1085" actId="1076"/>
          <ac:spMkLst>
            <pc:docMk/>
            <pc:sldMk cId="2232458964" sldId="492"/>
            <ac:spMk id="132" creationId="{875AF377-D1FA-0003-4F73-E25660797F1F}"/>
          </ac:spMkLst>
        </pc:spChg>
        <pc:spChg chg="add mod">
          <ac:chgData name="Chris Alvin" userId="1477fe7d-12c1-4dcd-b708-f1331679ff1c" providerId="ADAL" clId="{977EEFC1-1CBA-418C-B7A6-63C2CC8884F1}" dt="2025-10-03T15:31:25.296" v="1080" actId="1076"/>
          <ac:spMkLst>
            <pc:docMk/>
            <pc:sldMk cId="2232458964" sldId="492"/>
            <ac:spMk id="140" creationId="{8CD01DD9-1386-8E63-ABBB-9D8D6C5A519F}"/>
          </ac:spMkLst>
        </pc:spChg>
        <pc:spChg chg="add mod">
          <ac:chgData name="Chris Alvin" userId="1477fe7d-12c1-4dcd-b708-f1331679ff1c" providerId="ADAL" clId="{977EEFC1-1CBA-418C-B7A6-63C2CC8884F1}" dt="2025-10-03T15:31:28.845" v="1081" actId="1076"/>
          <ac:spMkLst>
            <pc:docMk/>
            <pc:sldMk cId="2232458964" sldId="492"/>
            <ac:spMk id="144" creationId="{2AB0C9F4-E165-5FEA-AF52-690401242174}"/>
          </ac:spMkLst>
        </pc:spChg>
        <pc:spChg chg="add mod">
          <ac:chgData name="Chris Alvin" userId="1477fe7d-12c1-4dcd-b708-f1331679ff1c" providerId="ADAL" clId="{977EEFC1-1CBA-418C-B7A6-63C2CC8884F1}" dt="2025-10-03T15:31:18.079" v="1079" actId="1076"/>
          <ac:spMkLst>
            <pc:docMk/>
            <pc:sldMk cId="2232458964" sldId="492"/>
            <ac:spMk id="145" creationId="{97B3CE94-3DC6-80E8-1B99-6B30F425511B}"/>
          </ac:spMkLst>
        </pc:spChg>
        <pc:spChg chg="add mod">
          <ac:chgData name="Chris Alvin" userId="1477fe7d-12c1-4dcd-b708-f1331679ff1c" providerId="ADAL" clId="{977EEFC1-1CBA-418C-B7A6-63C2CC8884F1}" dt="2025-10-03T15:31:18.079" v="1079" actId="1076"/>
          <ac:spMkLst>
            <pc:docMk/>
            <pc:sldMk cId="2232458964" sldId="492"/>
            <ac:spMk id="147" creationId="{52437834-4151-7919-2DAE-A5933375BE7D}"/>
          </ac:spMkLst>
        </pc:spChg>
        <pc:spChg chg="add mod">
          <ac:chgData name="Chris Alvin" userId="1477fe7d-12c1-4dcd-b708-f1331679ff1c" providerId="ADAL" clId="{977EEFC1-1CBA-418C-B7A6-63C2CC8884F1}" dt="2025-10-03T15:31:25.296" v="1080" actId="1076"/>
          <ac:spMkLst>
            <pc:docMk/>
            <pc:sldMk cId="2232458964" sldId="492"/>
            <ac:spMk id="149" creationId="{55A24DAF-C8A3-6500-B531-8DA3611EBEDB}"/>
          </ac:spMkLst>
        </pc:spChg>
        <pc:spChg chg="add mod">
          <ac:chgData name="Chris Alvin" userId="1477fe7d-12c1-4dcd-b708-f1331679ff1c" providerId="ADAL" clId="{977EEFC1-1CBA-418C-B7A6-63C2CC8884F1}" dt="2025-10-03T15:48:48.953" v="1256" actId="20577"/>
          <ac:spMkLst>
            <pc:docMk/>
            <pc:sldMk cId="2232458964" sldId="492"/>
            <ac:spMk id="150" creationId="{1DA15F53-A9A1-613E-D3FC-215C353EA70E}"/>
          </ac:spMkLst>
        </pc:spChg>
        <pc:spChg chg="add mod">
          <ac:chgData name="Chris Alvin" userId="1477fe7d-12c1-4dcd-b708-f1331679ff1c" providerId="ADAL" clId="{977EEFC1-1CBA-418C-B7A6-63C2CC8884F1}" dt="2025-10-03T15:31:18.079" v="1079" actId="1076"/>
          <ac:spMkLst>
            <pc:docMk/>
            <pc:sldMk cId="2232458964" sldId="492"/>
            <ac:spMk id="156" creationId="{3F373E80-BBA1-B3BB-C9B1-8A3E3CB8BA1A}"/>
          </ac:spMkLst>
        </pc:spChg>
        <pc:spChg chg="add mod">
          <ac:chgData name="Chris Alvin" userId="1477fe7d-12c1-4dcd-b708-f1331679ff1c" providerId="ADAL" clId="{977EEFC1-1CBA-418C-B7A6-63C2CC8884F1}" dt="2025-10-03T15:31:18.079" v="1079" actId="1076"/>
          <ac:spMkLst>
            <pc:docMk/>
            <pc:sldMk cId="2232458964" sldId="492"/>
            <ac:spMk id="157" creationId="{9B28B306-7242-9119-4007-FAB20F9E62F2}"/>
          </ac:spMkLst>
        </pc:spChg>
        <pc:spChg chg="add mod">
          <ac:chgData name="Chris Alvin" userId="1477fe7d-12c1-4dcd-b708-f1331679ff1c" providerId="ADAL" clId="{977EEFC1-1CBA-418C-B7A6-63C2CC8884F1}" dt="2025-10-03T15:30:51.537" v="1075" actId="1076"/>
          <ac:spMkLst>
            <pc:docMk/>
            <pc:sldMk cId="2232458964" sldId="492"/>
            <ac:spMk id="161" creationId="{C70BC4FA-0959-D249-2966-82E868687F43}"/>
          </ac:spMkLst>
        </pc:spChg>
        <pc:spChg chg="add mod">
          <ac:chgData name="Chris Alvin" userId="1477fe7d-12c1-4dcd-b708-f1331679ff1c" providerId="ADAL" clId="{977EEFC1-1CBA-418C-B7A6-63C2CC8884F1}" dt="2025-10-03T15:31:36.734" v="1083" actId="1076"/>
          <ac:spMkLst>
            <pc:docMk/>
            <pc:sldMk cId="2232458964" sldId="492"/>
            <ac:spMk id="164" creationId="{8115EE51-AB00-6CA0-2AC9-C7D03225375C}"/>
          </ac:spMkLst>
        </pc:spChg>
        <pc:spChg chg="add mod">
          <ac:chgData name="Chris Alvin" userId="1477fe7d-12c1-4dcd-b708-f1331679ff1c" providerId="ADAL" clId="{977EEFC1-1CBA-418C-B7A6-63C2CC8884F1}" dt="2025-10-03T15:30:51.537" v="1075" actId="1076"/>
          <ac:spMkLst>
            <pc:docMk/>
            <pc:sldMk cId="2232458964" sldId="492"/>
            <ac:spMk id="165" creationId="{6061CD5F-EE46-116D-6F9B-0CE9ABA138BB}"/>
          </ac:spMkLst>
        </pc:spChg>
        <pc:spChg chg="add mod">
          <ac:chgData name="Chris Alvin" userId="1477fe7d-12c1-4dcd-b708-f1331679ff1c" providerId="ADAL" clId="{977EEFC1-1CBA-418C-B7A6-63C2CC8884F1}" dt="2025-10-03T15:31:34.413" v="1082" actId="1076"/>
          <ac:spMkLst>
            <pc:docMk/>
            <pc:sldMk cId="2232458964" sldId="492"/>
            <ac:spMk id="166" creationId="{2738F89B-E4C8-B7ED-1520-303A02984EDD}"/>
          </ac:spMkLst>
        </pc:spChg>
        <pc:spChg chg="add mod">
          <ac:chgData name="Chris Alvin" userId="1477fe7d-12c1-4dcd-b708-f1331679ff1c" providerId="ADAL" clId="{977EEFC1-1CBA-418C-B7A6-63C2CC8884F1}" dt="2025-10-03T15:30:51.537" v="1075" actId="1076"/>
          <ac:spMkLst>
            <pc:docMk/>
            <pc:sldMk cId="2232458964" sldId="492"/>
            <ac:spMk id="167" creationId="{6018EEAF-2604-3D8B-F0DA-131D7F32B45D}"/>
          </ac:spMkLst>
        </pc:spChg>
        <pc:spChg chg="add mod">
          <ac:chgData name="Chris Alvin" userId="1477fe7d-12c1-4dcd-b708-f1331679ff1c" providerId="ADAL" clId="{977EEFC1-1CBA-418C-B7A6-63C2CC8884F1}" dt="2025-10-03T15:48:54.552" v="1257"/>
          <ac:spMkLst>
            <pc:docMk/>
            <pc:sldMk cId="2232458964" sldId="492"/>
            <ac:spMk id="168" creationId="{8B65AE60-2E85-7E1B-145E-AA9B62FDFD82}"/>
          </ac:spMkLst>
        </pc:spChg>
        <pc:spChg chg="add mod">
          <ac:chgData name="Chris Alvin" userId="1477fe7d-12c1-4dcd-b708-f1331679ff1c" providerId="ADAL" clId="{977EEFC1-1CBA-418C-B7A6-63C2CC8884F1}" dt="2025-10-03T15:43:42.404" v="1230" actId="1076"/>
          <ac:spMkLst>
            <pc:docMk/>
            <pc:sldMk cId="2232458964" sldId="492"/>
            <ac:spMk id="193" creationId="{4F77E068-7674-6867-429C-B5C561E37483}"/>
          </ac:spMkLst>
        </pc:spChg>
        <pc:picChg chg="add mod">
          <ac:chgData name="Chris Alvin" userId="1477fe7d-12c1-4dcd-b708-f1331679ff1c" providerId="ADAL" clId="{977EEFC1-1CBA-418C-B7A6-63C2CC8884F1}" dt="2025-10-03T15:30:51.537" v="1075" actId="1076"/>
          <ac:picMkLst>
            <pc:docMk/>
            <pc:sldMk cId="2232458964" sldId="492"/>
            <ac:picMk id="176" creationId="{89FC780C-6C8F-432D-9A9D-9CB6D08053A2}"/>
          </ac:picMkLst>
        </pc:picChg>
        <pc:picChg chg="add mod">
          <ac:chgData name="Chris Alvin" userId="1477fe7d-12c1-4dcd-b708-f1331679ff1c" providerId="ADAL" clId="{977EEFC1-1CBA-418C-B7A6-63C2CC8884F1}" dt="2025-10-03T15:26:22.173" v="1039" actId="1076"/>
          <ac:picMkLst>
            <pc:docMk/>
            <pc:sldMk cId="2232458964" sldId="492"/>
            <ac:picMk id="177" creationId="{6C33C2AB-EB85-CF66-B1CE-C5590F28F326}"/>
          </ac:picMkLst>
        </pc:picChg>
        <pc:picChg chg="add mod">
          <ac:chgData name="Chris Alvin" userId="1477fe7d-12c1-4dcd-b708-f1331679ff1c" providerId="ADAL" clId="{977EEFC1-1CBA-418C-B7A6-63C2CC8884F1}" dt="2025-10-03T15:42:42.293" v="1204" actId="1076"/>
          <ac:picMkLst>
            <pc:docMk/>
            <pc:sldMk cId="2232458964" sldId="492"/>
            <ac:picMk id="192" creationId="{33952C12-A4F0-EF52-4A3B-F601905E3A90}"/>
          </ac:picMkLst>
        </pc:picChg>
        <pc:cxnChg chg="add mod">
          <ac:chgData name="Chris Alvin" userId="1477fe7d-12c1-4dcd-b708-f1331679ff1c" providerId="ADAL" clId="{977EEFC1-1CBA-418C-B7A6-63C2CC8884F1}" dt="2025-10-03T15:27:56.527" v="1054" actId="1076"/>
          <ac:cxnSpMkLst>
            <pc:docMk/>
            <pc:sldMk cId="2232458964" sldId="492"/>
            <ac:cxnSpMk id="16" creationId="{8FBEA435-F5A1-1AD2-D450-34F2BC5535C5}"/>
          </ac:cxnSpMkLst>
        </pc:cxnChg>
        <pc:cxnChg chg="add mod">
          <ac:chgData name="Chris Alvin" userId="1477fe7d-12c1-4dcd-b708-f1331679ff1c" providerId="ADAL" clId="{977EEFC1-1CBA-418C-B7A6-63C2CC8884F1}" dt="2025-10-03T15:27:39.751" v="1050" actId="1076"/>
          <ac:cxnSpMkLst>
            <pc:docMk/>
            <pc:sldMk cId="2232458964" sldId="492"/>
            <ac:cxnSpMk id="46" creationId="{A652D0C7-F3FE-CDEA-CAD3-459AA52CBBFF}"/>
          </ac:cxnSpMkLst>
        </pc:cxnChg>
        <pc:cxnChg chg="add mod">
          <ac:chgData name="Chris Alvin" userId="1477fe7d-12c1-4dcd-b708-f1331679ff1c" providerId="ADAL" clId="{977EEFC1-1CBA-418C-B7A6-63C2CC8884F1}" dt="2025-10-03T15:27:24.903" v="1049" actId="14100"/>
          <ac:cxnSpMkLst>
            <pc:docMk/>
            <pc:sldMk cId="2232458964" sldId="492"/>
            <ac:cxnSpMk id="55" creationId="{95799EE9-E494-C311-67B4-E9830C7423AF}"/>
          </ac:cxnSpMkLst>
        </pc:cxnChg>
        <pc:cxnChg chg="add mod">
          <ac:chgData name="Chris Alvin" userId="1477fe7d-12c1-4dcd-b708-f1331679ff1c" providerId="ADAL" clId="{977EEFC1-1CBA-418C-B7A6-63C2CC8884F1}" dt="2025-10-03T15:04:53.874" v="771" actId="1076"/>
          <ac:cxnSpMkLst>
            <pc:docMk/>
            <pc:sldMk cId="2232458964" sldId="492"/>
            <ac:cxnSpMk id="57" creationId="{BA04E1CD-7810-7118-6A8E-95E407AE4090}"/>
          </ac:cxnSpMkLst>
        </pc:cxnChg>
        <pc:cxnChg chg="add mod">
          <ac:chgData name="Chris Alvin" userId="1477fe7d-12c1-4dcd-b708-f1331679ff1c" providerId="ADAL" clId="{977EEFC1-1CBA-418C-B7A6-63C2CC8884F1}" dt="2025-10-03T15:28:53.767" v="1069" actId="14100"/>
          <ac:cxnSpMkLst>
            <pc:docMk/>
            <pc:sldMk cId="2232458964" sldId="492"/>
            <ac:cxnSpMk id="62" creationId="{25DC1A72-AB34-E99E-86FA-48D6971A8708}"/>
          </ac:cxnSpMkLst>
        </pc:cxnChg>
        <pc:cxnChg chg="add mod">
          <ac:chgData name="Chris Alvin" userId="1477fe7d-12c1-4dcd-b708-f1331679ff1c" providerId="ADAL" clId="{977EEFC1-1CBA-418C-B7A6-63C2CC8884F1}" dt="2025-10-03T15:27:39.751" v="1050" actId="1076"/>
          <ac:cxnSpMkLst>
            <pc:docMk/>
            <pc:sldMk cId="2232458964" sldId="492"/>
            <ac:cxnSpMk id="83" creationId="{5051DEA4-786F-2D95-74AC-133B6726E597}"/>
          </ac:cxnSpMkLst>
        </pc:cxnChg>
        <pc:cxnChg chg="add mod">
          <ac:chgData name="Chris Alvin" userId="1477fe7d-12c1-4dcd-b708-f1331679ff1c" providerId="ADAL" clId="{977EEFC1-1CBA-418C-B7A6-63C2CC8884F1}" dt="2025-10-03T15:27:56.527" v="1054" actId="1076"/>
          <ac:cxnSpMkLst>
            <pc:docMk/>
            <pc:sldMk cId="2232458964" sldId="492"/>
            <ac:cxnSpMk id="92" creationId="{4BAF2F9B-144F-1436-B97A-C9D9BDB9F3DA}"/>
          </ac:cxnSpMkLst>
        </pc:cxnChg>
        <pc:cxnChg chg="mod">
          <ac:chgData name="Chris Alvin" userId="1477fe7d-12c1-4dcd-b708-f1331679ff1c" providerId="ADAL" clId="{977EEFC1-1CBA-418C-B7A6-63C2CC8884F1}" dt="2025-10-03T15:16:52.633" v="917" actId="1076"/>
          <ac:cxnSpMkLst>
            <pc:docMk/>
            <pc:sldMk cId="2232458964" sldId="492"/>
            <ac:cxnSpMk id="103" creationId="{00ABAFCD-53A9-F731-7F43-A9DE46F2508B}"/>
          </ac:cxnSpMkLst>
        </pc:cxnChg>
        <pc:cxnChg chg="mod">
          <ac:chgData name="Chris Alvin" userId="1477fe7d-12c1-4dcd-b708-f1331679ff1c" providerId="ADAL" clId="{977EEFC1-1CBA-418C-B7A6-63C2CC8884F1}" dt="2025-10-03T15:30:51.537" v="1075" actId="1076"/>
          <ac:cxnSpMkLst>
            <pc:docMk/>
            <pc:sldMk cId="2232458964" sldId="492"/>
            <ac:cxnSpMk id="105" creationId="{CC88E45B-B7B6-4A44-CF6D-8F7383A6860E}"/>
          </ac:cxnSpMkLst>
        </pc:cxnChg>
        <pc:cxnChg chg="mod">
          <ac:chgData name="Chris Alvin" userId="1477fe7d-12c1-4dcd-b708-f1331679ff1c" providerId="ADAL" clId="{977EEFC1-1CBA-418C-B7A6-63C2CC8884F1}" dt="2025-10-03T15:30:33.153" v="1071" actId="1076"/>
          <ac:cxnSpMkLst>
            <pc:docMk/>
            <pc:sldMk cId="2232458964" sldId="492"/>
            <ac:cxnSpMk id="108" creationId="{99F6C778-0802-F4B7-D45D-A6D9B2567E56}"/>
          </ac:cxnSpMkLst>
        </pc:cxnChg>
        <pc:cxnChg chg="add mod">
          <ac:chgData name="Chris Alvin" userId="1477fe7d-12c1-4dcd-b708-f1331679ff1c" providerId="ADAL" clId="{977EEFC1-1CBA-418C-B7A6-63C2CC8884F1}" dt="2025-10-03T15:30:33.153" v="1071" actId="1076"/>
          <ac:cxnSpMkLst>
            <pc:docMk/>
            <pc:sldMk cId="2232458964" sldId="492"/>
            <ac:cxnSpMk id="127" creationId="{3A06380D-3FC6-D2D7-CFF9-C68EABF7FA3A}"/>
          </ac:cxnSpMkLst>
        </pc:cxnChg>
        <pc:cxnChg chg="add mod">
          <ac:chgData name="Chris Alvin" userId="1477fe7d-12c1-4dcd-b708-f1331679ff1c" providerId="ADAL" clId="{977EEFC1-1CBA-418C-B7A6-63C2CC8884F1}" dt="2025-10-03T15:31:25.296" v="1080" actId="1076"/>
          <ac:cxnSpMkLst>
            <pc:docMk/>
            <pc:sldMk cId="2232458964" sldId="492"/>
            <ac:cxnSpMk id="141" creationId="{F411DF43-951C-D4B8-83CA-C9D528682878}"/>
          </ac:cxnSpMkLst>
        </pc:cxnChg>
        <pc:cxnChg chg="add mod">
          <ac:chgData name="Chris Alvin" userId="1477fe7d-12c1-4dcd-b708-f1331679ff1c" providerId="ADAL" clId="{977EEFC1-1CBA-418C-B7A6-63C2CC8884F1}" dt="2025-10-03T15:31:18.079" v="1079" actId="1076"/>
          <ac:cxnSpMkLst>
            <pc:docMk/>
            <pc:sldMk cId="2232458964" sldId="492"/>
            <ac:cxnSpMk id="142" creationId="{6C52F7E7-8F19-6243-61A7-F6A4F325B465}"/>
          </ac:cxnSpMkLst>
        </pc:cxnChg>
        <pc:cxnChg chg="add mod">
          <ac:chgData name="Chris Alvin" userId="1477fe7d-12c1-4dcd-b708-f1331679ff1c" providerId="ADAL" clId="{977EEFC1-1CBA-418C-B7A6-63C2CC8884F1}" dt="2025-10-03T15:31:25.296" v="1080" actId="1076"/>
          <ac:cxnSpMkLst>
            <pc:docMk/>
            <pc:sldMk cId="2232458964" sldId="492"/>
            <ac:cxnSpMk id="151" creationId="{53BE25E9-8C10-25DA-5D53-6B81944B117D}"/>
          </ac:cxnSpMkLst>
        </pc:cxnChg>
        <pc:cxnChg chg="add mod">
          <ac:chgData name="Chris Alvin" userId="1477fe7d-12c1-4dcd-b708-f1331679ff1c" providerId="ADAL" clId="{977EEFC1-1CBA-418C-B7A6-63C2CC8884F1}" dt="2025-10-03T15:31:18.079" v="1079" actId="1076"/>
          <ac:cxnSpMkLst>
            <pc:docMk/>
            <pc:sldMk cId="2232458964" sldId="492"/>
            <ac:cxnSpMk id="158" creationId="{7C4D452F-C30D-96FC-1ACF-1D440A935BEB}"/>
          </ac:cxnSpMkLst>
        </pc:cxnChg>
        <pc:cxnChg chg="mod">
          <ac:chgData name="Chris Alvin" userId="1477fe7d-12c1-4dcd-b708-f1331679ff1c" providerId="ADAL" clId="{977EEFC1-1CBA-418C-B7A6-63C2CC8884F1}" dt="2025-10-03T15:30:46.237" v="1074" actId="1076"/>
          <ac:cxnSpMkLst>
            <pc:docMk/>
            <pc:sldMk cId="2232458964" sldId="492"/>
            <ac:cxnSpMk id="162" creationId="{B02DA457-EA92-DDB6-811A-65E557A53812}"/>
          </ac:cxnSpMkLst>
        </pc:cxnChg>
        <pc:cxnChg chg="mod">
          <ac:chgData name="Chris Alvin" userId="1477fe7d-12c1-4dcd-b708-f1331679ff1c" providerId="ADAL" clId="{977EEFC1-1CBA-418C-B7A6-63C2CC8884F1}" dt="2025-10-03T15:22:24.189" v="1000" actId="14100"/>
          <ac:cxnSpMkLst>
            <pc:docMk/>
            <pc:sldMk cId="2232458964" sldId="492"/>
            <ac:cxnSpMk id="163" creationId="{60B07D02-ECC6-558E-9B27-AC4A87802FE7}"/>
          </ac:cxnSpMkLst>
        </pc:cxnChg>
        <pc:cxnChg chg="add mod">
          <ac:chgData name="Chris Alvin" userId="1477fe7d-12c1-4dcd-b708-f1331679ff1c" providerId="ADAL" clId="{977EEFC1-1CBA-418C-B7A6-63C2CC8884F1}" dt="2025-10-03T15:30:51.537" v="1075" actId="1076"/>
          <ac:cxnSpMkLst>
            <pc:docMk/>
            <pc:sldMk cId="2232458964" sldId="492"/>
            <ac:cxnSpMk id="169" creationId="{2DDC7DD4-4F86-E52B-A121-DC93C56E6D72}"/>
          </ac:cxnSpMkLst>
        </pc:cxnChg>
        <pc:cxnChg chg="add mod">
          <ac:chgData name="Chris Alvin" userId="1477fe7d-12c1-4dcd-b708-f1331679ff1c" providerId="ADAL" clId="{977EEFC1-1CBA-418C-B7A6-63C2CC8884F1}" dt="2025-10-03T15:30:46.237" v="1074" actId="1076"/>
          <ac:cxnSpMkLst>
            <pc:docMk/>
            <pc:sldMk cId="2232458964" sldId="492"/>
            <ac:cxnSpMk id="172" creationId="{B4AC6DF2-1151-BB7D-27D7-EBF70592D979}"/>
          </ac:cxnSpMkLst>
        </pc:cxnChg>
      </pc:sldChg>
    </pc:docChg>
  </pc:docChgLst>
  <pc:docChgLst>
    <pc:chgData name="Chris Alvin" userId="1477fe7d-12c1-4dcd-b708-f1331679ff1c" providerId="ADAL" clId="{CD4E6785-2078-44A9-ABE8-359FB6C675D7}"/>
    <pc:docChg chg="undo custSel addSld delSld modSld addSection modSection">
      <pc:chgData name="Chris Alvin" userId="1477fe7d-12c1-4dcd-b708-f1331679ff1c" providerId="ADAL" clId="{CD4E6785-2078-44A9-ABE8-359FB6C675D7}" dt="2023-09-25T16:03:23.948" v="3191" actId="14734"/>
      <pc:docMkLst>
        <pc:docMk/>
      </pc:docMkLst>
      <pc:sldChg chg="modSp mod">
        <pc:chgData name="Chris Alvin" userId="1477fe7d-12c1-4dcd-b708-f1331679ff1c" providerId="ADAL" clId="{CD4E6785-2078-44A9-ABE8-359FB6C675D7}" dt="2023-09-14T17:53:22.270" v="1" actId="1076"/>
        <pc:sldMkLst>
          <pc:docMk/>
          <pc:sldMk cId="340332717" sldId="452"/>
        </pc:sldMkLst>
      </pc:sldChg>
      <pc:sldChg chg="addSp delSp modSp mod modAnim">
        <pc:chgData name="Chris Alvin" userId="1477fe7d-12c1-4dcd-b708-f1331679ff1c" providerId="ADAL" clId="{CD4E6785-2078-44A9-ABE8-359FB6C675D7}" dt="2023-09-15T13:02:54.451" v="891" actId="21"/>
        <pc:sldMkLst>
          <pc:docMk/>
          <pc:sldMk cId="2561750512" sldId="453"/>
        </pc:sldMkLst>
      </pc:sldChg>
      <pc:sldChg chg="modSp mod">
        <pc:chgData name="Chris Alvin" userId="1477fe7d-12c1-4dcd-b708-f1331679ff1c" providerId="ADAL" clId="{CD4E6785-2078-44A9-ABE8-359FB6C675D7}" dt="2023-09-14T18:02:49.545" v="228" actId="20577"/>
        <pc:sldMkLst>
          <pc:docMk/>
          <pc:sldMk cId="205019521" sldId="454"/>
        </pc:sldMkLst>
      </pc:sldChg>
      <pc:sldChg chg="modSp mod">
        <pc:chgData name="Chris Alvin" userId="1477fe7d-12c1-4dcd-b708-f1331679ff1c" providerId="ADAL" clId="{CD4E6785-2078-44A9-ABE8-359FB6C675D7}" dt="2023-09-14T18:00:05.600" v="196" actId="20577"/>
        <pc:sldMkLst>
          <pc:docMk/>
          <pc:sldMk cId="895025596" sldId="455"/>
        </pc:sldMkLst>
      </pc:sldChg>
      <pc:sldChg chg="modAnim">
        <pc:chgData name="Chris Alvin" userId="1477fe7d-12c1-4dcd-b708-f1331679ff1c" providerId="ADAL" clId="{CD4E6785-2078-44A9-ABE8-359FB6C675D7}" dt="2023-09-14T17:54:21.186" v="5"/>
        <pc:sldMkLst>
          <pc:docMk/>
          <pc:sldMk cId="2812581051" sldId="456"/>
        </pc:sldMkLst>
      </pc:sldChg>
      <pc:sldChg chg="modAnim">
        <pc:chgData name="Chris Alvin" userId="1477fe7d-12c1-4dcd-b708-f1331679ff1c" providerId="ADAL" clId="{CD4E6785-2078-44A9-ABE8-359FB6C675D7}" dt="2023-09-15T12:19:17.691" v="658"/>
        <pc:sldMkLst>
          <pc:docMk/>
          <pc:sldMk cId="1066464949" sldId="458"/>
        </pc:sldMkLst>
      </pc:sldChg>
      <pc:sldChg chg="modSp mod">
        <pc:chgData name="Chris Alvin" userId="1477fe7d-12c1-4dcd-b708-f1331679ff1c" providerId="ADAL" clId="{CD4E6785-2078-44A9-ABE8-359FB6C675D7}" dt="2023-09-15T12:19:48.947" v="660" actId="1076"/>
        <pc:sldMkLst>
          <pc:docMk/>
          <pc:sldMk cId="2625430326" sldId="460"/>
        </pc:sldMkLst>
      </pc:sldChg>
      <pc:sldChg chg="addSp delSp modSp modAnim">
        <pc:chgData name="Chris Alvin" userId="1477fe7d-12c1-4dcd-b708-f1331679ff1c" providerId="ADAL" clId="{CD4E6785-2078-44A9-ABE8-359FB6C675D7}" dt="2023-09-15T12:23:09.210" v="673" actId="165"/>
        <pc:sldMkLst>
          <pc:docMk/>
          <pc:sldMk cId="491794072" sldId="461"/>
        </pc:sldMkLst>
      </pc:sldChg>
      <pc:sldChg chg="addSp delSp modSp mod">
        <pc:chgData name="Chris Alvin" userId="1477fe7d-12c1-4dcd-b708-f1331679ff1c" providerId="ADAL" clId="{CD4E6785-2078-44A9-ABE8-359FB6C675D7}" dt="2023-09-15T12:25:02.592" v="694" actId="1076"/>
        <pc:sldMkLst>
          <pc:docMk/>
          <pc:sldMk cId="2275880320" sldId="462"/>
        </pc:sldMkLst>
      </pc:sldChg>
      <pc:sldChg chg="addSp delSp modSp modAnim">
        <pc:chgData name="Chris Alvin" userId="1477fe7d-12c1-4dcd-b708-f1331679ff1c" providerId="ADAL" clId="{CD4E6785-2078-44A9-ABE8-359FB6C675D7}" dt="2023-09-15T13:03:01.727" v="893"/>
        <pc:sldMkLst>
          <pc:docMk/>
          <pc:sldMk cId="2431534461" sldId="463"/>
        </pc:sldMkLst>
      </pc:sldChg>
      <pc:sldChg chg="addSp modSp mod modAnim">
        <pc:chgData name="Chris Alvin" userId="1477fe7d-12c1-4dcd-b708-f1331679ff1c" providerId="ADAL" clId="{CD4E6785-2078-44A9-ABE8-359FB6C675D7}" dt="2023-09-15T13:03:18.842" v="896" actId="1076"/>
        <pc:sldMkLst>
          <pc:docMk/>
          <pc:sldMk cId="2630519163" sldId="464"/>
        </pc:sldMkLst>
      </pc:sldChg>
      <pc:sldChg chg="modSp del mod">
        <pc:chgData name="Chris Alvin" userId="1477fe7d-12c1-4dcd-b708-f1331679ff1c" providerId="ADAL" clId="{CD4E6785-2078-44A9-ABE8-359FB6C675D7}" dt="2023-09-15T14:58:33.348" v="2272" actId="47"/>
        <pc:sldMkLst>
          <pc:docMk/>
          <pc:sldMk cId="3264393311" sldId="465"/>
        </pc:sldMkLst>
      </pc:sldChg>
      <pc:sldChg chg="addSp delSp modSp add mod delAnim modAnim">
        <pc:chgData name="Chris Alvin" userId="1477fe7d-12c1-4dcd-b708-f1331679ff1c" providerId="ADAL" clId="{CD4E6785-2078-44A9-ABE8-359FB6C675D7}" dt="2023-09-15T12:11:33.731" v="654"/>
        <pc:sldMkLst>
          <pc:docMk/>
          <pc:sldMk cId="3163421995" sldId="466"/>
        </pc:sldMkLst>
      </pc:sldChg>
      <pc:sldChg chg="addSp delSp modSp add mod modAnim">
        <pc:chgData name="Chris Alvin" userId="1477fe7d-12c1-4dcd-b708-f1331679ff1c" providerId="ADAL" clId="{CD4E6785-2078-44A9-ABE8-359FB6C675D7}" dt="2023-09-15T12:33:40.660" v="821"/>
        <pc:sldMkLst>
          <pc:docMk/>
          <pc:sldMk cId="3683945049" sldId="467"/>
        </pc:sldMkLst>
      </pc:sldChg>
      <pc:sldChg chg="addSp delSp modSp add mod delAnim">
        <pc:chgData name="Chris Alvin" userId="1477fe7d-12c1-4dcd-b708-f1331679ff1c" providerId="ADAL" clId="{CD4E6785-2078-44A9-ABE8-359FB6C675D7}" dt="2023-09-15T13:37:29.478" v="1559" actId="1076"/>
        <pc:sldMkLst>
          <pc:docMk/>
          <pc:sldMk cId="2440365902" sldId="468"/>
        </pc:sldMkLst>
      </pc:sldChg>
      <pc:sldChg chg="modSp add mod">
        <pc:chgData name="Chris Alvin" userId="1477fe7d-12c1-4dcd-b708-f1331679ff1c" providerId="ADAL" clId="{CD4E6785-2078-44A9-ABE8-359FB6C675D7}" dt="2023-09-15T13:40:14.672" v="1671" actId="20577"/>
        <pc:sldMkLst>
          <pc:docMk/>
          <pc:sldMk cId="1469416666" sldId="469"/>
        </pc:sldMkLst>
      </pc:sldChg>
      <pc:sldChg chg="modSp add del mod">
        <pc:chgData name="Chris Alvin" userId="1477fe7d-12c1-4dcd-b708-f1331679ff1c" providerId="ADAL" clId="{CD4E6785-2078-44A9-ABE8-359FB6C675D7}" dt="2023-09-15T13:35:18.919" v="1476" actId="47"/>
        <pc:sldMkLst>
          <pc:docMk/>
          <pc:sldMk cId="3965937607" sldId="469"/>
        </pc:sldMkLst>
      </pc:sldChg>
      <pc:sldChg chg="addSp delSp modSp add mod modAnim">
        <pc:chgData name="Chris Alvin" userId="1477fe7d-12c1-4dcd-b708-f1331679ff1c" providerId="ADAL" clId="{CD4E6785-2078-44A9-ABE8-359FB6C675D7}" dt="2023-09-15T13:54:09.815" v="2245" actId="1076"/>
        <pc:sldMkLst>
          <pc:docMk/>
          <pc:sldMk cId="287001842" sldId="470"/>
        </pc:sldMkLst>
      </pc:sldChg>
      <pc:sldChg chg="addSp delSp modSp add mod modAnim">
        <pc:chgData name="Chris Alvin" userId="1477fe7d-12c1-4dcd-b708-f1331679ff1c" providerId="ADAL" clId="{CD4E6785-2078-44A9-ABE8-359FB6C675D7}" dt="2023-09-21T12:06:03.995" v="2989"/>
        <pc:sldMkLst>
          <pc:docMk/>
          <pc:sldMk cId="4111445587" sldId="471"/>
        </pc:sldMkLst>
      </pc:sldChg>
      <pc:sldChg chg="addSp delSp modSp new mod modAnim">
        <pc:chgData name="Chris Alvin" userId="1477fe7d-12c1-4dcd-b708-f1331679ff1c" providerId="ADAL" clId="{CD4E6785-2078-44A9-ABE8-359FB6C675D7}" dt="2023-09-25T16:03:23.948" v="3191" actId="14734"/>
        <pc:sldMkLst>
          <pc:docMk/>
          <pc:sldMk cId="2547813473" sldId="472"/>
        </pc:sldMkLst>
      </pc:sldChg>
    </pc:docChg>
  </pc:docChgLst>
  <pc:docChgLst>
    <pc:chgData name="Chris Alvin" userId="1477fe7d-12c1-4dcd-b708-f1331679ff1c" providerId="ADAL" clId="{45F9C439-45B9-4AFF-9C50-25532634ECD6}"/>
    <pc:docChg chg="undo redo custSel addSld delSld modSld sldOrd addSection delSection modSection">
      <pc:chgData name="Chris Alvin" userId="1477fe7d-12c1-4dcd-b708-f1331679ff1c" providerId="ADAL" clId="{45F9C439-45B9-4AFF-9C50-25532634ECD6}" dt="2023-02-17T18:50:50.237" v="9614" actId="1076"/>
      <pc:docMkLst>
        <pc:docMk/>
      </pc:docMkLst>
      <pc:sldChg chg="modSp mod">
        <pc:chgData name="Chris Alvin" userId="1477fe7d-12c1-4dcd-b708-f1331679ff1c" providerId="ADAL" clId="{45F9C439-45B9-4AFF-9C50-25532634ECD6}" dt="2023-02-13T16:21:22.538" v="87" actId="20577"/>
        <pc:sldMkLst>
          <pc:docMk/>
          <pc:sldMk cId="923078003" sldId="265"/>
        </pc:sldMkLst>
      </pc:sldChg>
      <pc:sldChg chg="del">
        <pc:chgData name="Chris Alvin" userId="1477fe7d-12c1-4dcd-b708-f1331679ff1c" providerId="ADAL" clId="{45F9C439-45B9-4AFF-9C50-25532634ECD6}" dt="2023-02-10T16:21:18.450" v="8" actId="47"/>
        <pc:sldMkLst>
          <pc:docMk/>
          <pc:sldMk cId="391318054" sldId="384"/>
        </pc:sldMkLst>
      </pc:sldChg>
      <pc:sldChg chg="del">
        <pc:chgData name="Chris Alvin" userId="1477fe7d-12c1-4dcd-b708-f1331679ff1c" providerId="ADAL" clId="{45F9C439-45B9-4AFF-9C50-25532634ECD6}" dt="2023-02-10T16:22:06.013" v="49" actId="47"/>
        <pc:sldMkLst>
          <pc:docMk/>
          <pc:sldMk cId="3438041948" sldId="412"/>
        </pc:sldMkLst>
      </pc:sldChg>
      <pc:sldChg chg="del">
        <pc:chgData name="Chris Alvin" userId="1477fe7d-12c1-4dcd-b708-f1331679ff1c" providerId="ADAL" clId="{45F9C439-45B9-4AFF-9C50-25532634ECD6}" dt="2023-02-10T16:21:16.856" v="5" actId="47"/>
        <pc:sldMkLst>
          <pc:docMk/>
          <pc:sldMk cId="2647307980" sldId="413"/>
        </pc:sldMkLst>
      </pc:sldChg>
      <pc:sldChg chg="del">
        <pc:chgData name="Chris Alvin" userId="1477fe7d-12c1-4dcd-b708-f1331679ff1c" providerId="ADAL" clId="{45F9C439-45B9-4AFF-9C50-25532634ECD6}" dt="2023-02-10T16:21:17.840" v="6" actId="47"/>
        <pc:sldMkLst>
          <pc:docMk/>
          <pc:sldMk cId="4217215699" sldId="414"/>
        </pc:sldMkLst>
      </pc:sldChg>
      <pc:sldChg chg="del">
        <pc:chgData name="Chris Alvin" userId="1477fe7d-12c1-4dcd-b708-f1331679ff1c" providerId="ADAL" clId="{45F9C439-45B9-4AFF-9C50-25532634ECD6}" dt="2023-02-10T16:21:18.153" v="7" actId="47"/>
        <pc:sldMkLst>
          <pc:docMk/>
          <pc:sldMk cId="3512906967" sldId="415"/>
        </pc:sldMkLst>
      </pc:sldChg>
      <pc:sldChg chg="del">
        <pc:chgData name="Chris Alvin" userId="1477fe7d-12c1-4dcd-b708-f1331679ff1c" providerId="ADAL" clId="{45F9C439-45B9-4AFF-9C50-25532634ECD6}" dt="2023-02-10T16:21:18.840" v="9" actId="47"/>
        <pc:sldMkLst>
          <pc:docMk/>
          <pc:sldMk cId="3896870578" sldId="416"/>
        </pc:sldMkLst>
      </pc:sldChg>
      <pc:sldChg chg="del">
        <pc:chgData name="Chris Alvin" userId="1477fe7d-12c1-4dcd-b708-f1331679ff1c" providerId="ADAL" clId="{45F9C439-45B9-4AFF-9C50-25532634ECD6}" dt="2023-02-10T16:21:19.254" v="10" actId="47"/>
        <pc:sldMkLst>
          <pc:docMk/>
          <pc:sldMk cId="838234516" sldId="417"/>
        </pc:sldMkLst>
      </pc:sldChg>
      <pc:sldChg chg="del">
        <pc:chgData name="Chris Alvin" userId="1477fe7d-12c1-4dcd-b708-f1331679ff1c" providerId="ADAL" clId="{45F9C439-45B9-4AFF-9C50-25532634ECD6}" dt="2023-02-10T16:21:19.768" v="11" actId="47"/>
        <pc:sldMkLst>
          <pc:docMk/>
          <pc:sldMk cId="1709967535" sldId="418"/>
        </pc:sldMkLst>
      </pc:sldChg>
      <pc:sldChg chg="del">
        <pc:chgData name="Chris Alvin" userId="1477fe7d-12c1-4dcd-b708-f1331679ff1c" providerId="ADAL" clId="{45F9C439-45B9-4AFF-9C50-25532634ECD6}" dt="2023-02-10T16:21:20.211" v="12" actId="47"/>
        <pc:sldMkLst>
          <pc:docMk/>
          <pc:sldMk cId="3411988326" sldId="420"/>
        </pc:sldMkLst>
      </pc:sldChg>
      <pc:sldChg chg="del">
        <pc:chgData name="Chris Alvin" userId="1477fe7d-12c1-4dcd-b708-f1331679ff1c" providerId="ADAL" clId="{45F9C439-45B9-4AFF-9C50-25532634ECD6}" dt="2023-02-10T16:21:20.721" v="13" actId="47"/>
        <pc:sldMkLst>
          <pc:docMk/>
          <pc:sldMk cId="2904741533" sldId="421"/>
        </pc:sldMkLst>
      </pc:sldChg>
      <pc:sldChg chg="del">
        <pc:chgData name="Chris Alvin" userId="1477fe7d-12c1-4dcd-b708-f1331679ff1c" providerId="ADAL" clId="{45F9C439-45B9-4AFF-9C50-25532634ECD6}" dt="2023-02-10T16:21:22.279" v="16" actId="47"/>
        <pc:sldMkLst>
          <pc:docMk/>
          <pc:sldMk cId="1874451103" sldId="422"/>
        </pc:sldMkLst>
      </pc:sldChg>
      <pc:sldChg chg="del">
        <pc:chgData name="Chris Alvin" userId="1477fe7d-12c1-4dcd-b708-f1331679ff1c" providerId="ADAL" clId="{45F9C439-45B9-4AFF-9C50-25532634ECD6}" dt="2023-02-10T16:21:21.244" v="14" actId="47"/>
        <pc:sldMkLst>
          <pc:docMk/>
          <pc:sldMk cId="2416422594" sldId="423"/>
        </pc:sldMkLst>
      </pc:sldChg>
      <pc:sldChg chg="del">
        <pc:chgData name="Chris Alvin" userId="1477fe7d-12c1-4dcd-b708-f1331679ff1c" providerId="ADAL" clId="{45F9C439-45B9-4AFF-9C50-25532634ECD6}" dt="2023-02-10T16:21:21.817" v="15" actId="47"/>
        <pc:sldMkLst>
          <pc:docMk/>
          <pc:sldMk cId="194462727" sldId="424"/>
        </pc:sldMkLst>
      </pc:sldChg>
      <pc:sldChg chg="del">
        <pc:chgData name="Chris Alvin" userId="1477fe7d-12c1-4dcd-b708-f1331679ff1c" providerId="ADAL" clId="{45F9C439-45B9-4AFF-9C50-25532634ECD6}" dt="2023-02-10T16:21:22.823" v="17" actId="47"/>
        <pc:sldMkLst>
          <pc:docMk/>
          <pc:sldMk cId="685845028" sldId="425"/>
        </pc:sldMkLst>
      </pc:sldChg>
      <pc:sldChg chg="del">
        <pc:chgData name="Chris Alvin" userId="1477fe7d-12c1-4dcd-b708-f1331679ff1c" providerId="ADAL" clId="{45F9C439-45B9-4AFF-9C50-25532634ECD6}" dt="2023-02-10T16:21:23.563" v="18" actId="47"/>
        <pc:sldMkLst>
          <pc:docMk/>
          <pc:sldMk cId="4053914439" sldId="426"/>
        </pc:sldMkLst>
      </pc:sldChg>
      <pc:sldChg chg="del">
        <pc:chgData name="Chris Alvin" userId="1477fe7d-12c1-4dcd-b708-f1331679ff1c" providerId="ADAL" clId="{45F9C439-45B9-4AFF-9C50-25532634ECD6}" dt="2023-02-10T16:21:24.270" v="19" actId="47"/>
        <pc:sldMkLst>
          <pc:docMk/>
          <pc:sldMk cId="1852302099" sldId="427"/>
        </pc:sldMkLst>
      </pc:sldChg>
      <pc:sldChg chg="del">
        <pc:chgData name="Chris Alvin" userId="1477fe7d-12c1-4dcd-b708-f1331679ff1c" providerId="ADAL" clId="{45F9C439-45B9-4AFF-9C50-25532634ECD6}" dt="2023-02-10T16:21:34.862" v="32" actId="47"/>
        <pc:sldMkLst>
          <pc:docMk/>
          <pc:sldMk cId="983874230" sldId="428"/>
        </pc:sldMkLst>
      </pc:sldChg>
      <pc:sldChg chg="del">
        <pc:chgData name="Chris Alvin" userId="1477fe7d-12c1-4dcd-b708-f1331679ff1c" providerId="ADAL" clId="{45F9C439-45B9-4AFF-9C50-25532634ECD6}" dt="2023-02-10T16:21:25.104" v="20" actId="47"/>
        <pc:sldMkLst>
          <pc:docMk/>
          <pc:sldMk cId="951537855" sldId="429"/>
        </pc:sldMkLst>
      </pc:sldChg>
      <pc:sldChg chg="del">
        <pc:chgData name="Chris Alvin" userId="1477fe7d-12c1-4dcd-b708-f1331679ff1c" providerId="ADAL" clId="{45F9C439-45B9-4AFF-9C50-25532634ECD6}" dt="2023-02-10T16:21:25.764" v="21" actId="47"/>
        <pc:sldMkLst>
          <pc:docMk/>
          <pc:sldMk cId="2386048125" sldId="430"/>
        </pc:sldMkLst>
      </pc:sldChg>
      <pc:sldChg chg="del">
        <pc:chgData name="Chris Alvin" userId="1477fe7d-12c1-4dcd-b708-f1331679ff1c" providerId="ADAL" clId="{45F9C439-45B9-4AFF-9C50-25532634ECD6}" dt="2023-02-10T16:21:26.691" v="22" actId="47"/>
        <pc:sldMkLst>
          <pc:docMk/>
          <pc:sldMk cId="4225807808" sldId="431"/>
        </pc:sldMkLst>
      </pc:sldChg>
      <pc:sldChg chg="del">
        <pc:chgData name="Chris Alvin" userId="1477fe7d-12c1-4dcd-b708-f1331679ff1c" providerId="ADAL" clId="{45F9C439-45B9-4AFF-9C50-25532634ECD6}" dt="2023-02-10T16:21:27.274" v="23" actId="47"/>
        <pc:sldMkLst>
          <pc:docMk/>
          <pc:sldMk cId="1538466050" sldId="432"/>
        </pc:sldMkLst>
      </pc:sldChg>
      <pc:sldChg chg="del">
        <pc:chgData name="Chris Alvin" userId="1477fe7d-12c1-4dcd-b708-f1331679ff1c" providerId="ADAL" clId="{45F9C439-45B9-4AFF-9C50-25532634ECD6}" dt="2023-02-10T16:21:28.196" v="24" actId="47"/>
        <pc:sldMkLst>
          <pc:docMk/>
          <pc:sldMk cId="2989945718" sldId="433"/>
        </pc:sldMkLst>
      </pc:sldChg>
      <pc:sldChg chg="del">
        <pc:chgData name="Chris Alvin" userId="1477fe7d-12c1-4dcd-b708-f1331679ff1c" providerId="ADAL" clId="{45F9C439-45B9-4AFF-9C50-25532634ECD6}" dt="2023-02-10T16:21:29.593" v="26" actId="47"/>
        <pc:sldMkLst>
          <pc:docMk/>
          <pc:sldMk cId="794965798" sldId="434"/>
        </pc:sldMkLst>
      </pc:sldChg>
      <pc:sldChg chg="del">
        <pc:chgData name="Chris Alvin" userId="1477fe7d-12c1-4dcd-b708-f1331679ff1c" providerId="ADAL" clId="{45F9C439-45B9-4AFF-9C50-25532634ECD6}" dt="2023-02-10T16:21:28.967" v="25" actId="47"/>
        <pc:sldMkLst>
          <pc:docMk/>
          <pc:sldMk cId="487976493" sldId="435"/>
        </pc:sldMkLst>
      </pc:sldChg>
      <pc:sldChg chg="del">
        <pc:chgData name="Chris Alvin" userId="1477fe7d-12c1-4dcd-b708-f1331679ff1c" providerId="ADAL" clId="{45F9C439-45B9-4AFF-9C50-25532634ECD6}" dt="2023-02-10T16:21:29.989" v="27" actId="47"/>
        <pc:sldMkLst>
          <pc:docMk/>
          <pc:sldMk cId="1773151392" sldId="436"/>
        </pc:sldMkLst>
      </pc:sldChg>
      <pc:sldChg chg="del">
        <pc:chgData name="Chris Alvin" userId="1477fe7d-12c1-4dcd-b708-f1331679ff1c" providerId="ADAL" clId="{45F9C439-45B9-4AFF-9C50-25532634ECD6}" dt="2023-02-10T16:21:30.724" v="28" actId="47"/>
        <pc:sldMkLst>
          <pc:docMk/>
          <pc:sldMk cId="337613871" sldId="437"/>
        </pc:sldMkLst>
      </pc:sldChg>
      <pc:sldChg chg="del">
        <pc:chgData name="Chris Alvin" userId="1477fe7d-12c1-4dcd-b708-f1331679ff1c" providerId="ADAL" clId="{45F9C439-45B9-4AFF-9C50-25532634ECD6}" dt="2023-02-10T16:21:31.821" v="29" actId="47"/>
        <pc:sldMkLst>
          <pc:docMk/>
          <pc:sldMk cId="805066083" sldId="438"/>
        </pc:sldMkLst>
      </pc:sldChg>
      <pc:sldChg chg="del">
        <pc:chgData name="Chris Alvin" userId="1477fe7d-12c1-4dcd-b708-f1331679ff1c" providerId="ADAL" clId="{45F9C439-45B9-4AFF-9C50-25532634ECD6}" dt="2023-02-10T16:21:32.220" v="30" actId="47"/>
        <pc:sldMkLst>
          <pc:docMk/>
          <pc:sldMk cId="1735955495" sldId="440"/>
        </pc:sldMkLst>
      </pc:sldChg>
      <pc:sldChg chg="del">
        <pc:chgData name="Chris Alvin" userId="1477fe7d-12c1-4dcd-b708-f1331679ff1c" providerId="ADAL" clId="{45F9C439-45B9-4AFF-9C50-25532634ECD6}" dt="2023-02-10T16:21:33.423" v="31" actId="47"/>
        <pc:sldMkLst>
          <pc:docMk/>
          <pc:sldMk cId="3695902764" sldId="441"/>
        </pc:sldMkLst>
      </pc:sldChg>
      <pc:sldChg chg="del">
        <pc:chgData name="Chris Alvin" userId="1477fe7d-12c1-4dcd-b708-f1331679ff1c" providerId="ADAL" clId="{45F9C439-45B9-4AFF-9C50-25532634ECD6}" dt="2023-02-10T16:21:35.337" v="33" actId="47"/>
        <pc:sldMkLst>
          <pc:docMk/>
          <pc:sldMk cId="1630114591" sldId="442"/>
        </pc:sldMkLst>
      </pc:sldChg>
      <pc:sldChg chg="del">
        <pc:chgData name="Chris Alvin" userId="1477fe7d-12c1-4dcd-b708-f1331679ff1c" providerId="ADAL" clId="{45F9C439-45B9-4AFF-9C50-25532634ECD6}" dt="2023-02-10T16:21:36" v="34" actId="47"/>
        <pc:sldMkLst>
          <pc:docMk/>
          <pc:sldMk cId="509980055" sldId="443"/>
        </pc:sldMkLst>
      </pc:sldChg>
      <pc:sldChg chg="del">
        <pc:chgData name="Chris Alvin" userId="1477fe7d-12c1-4dcd-b708-f1331679ff1c" providerId="ADAL" clId="{45F9C439-45B9-4AFF-9C50-25532634ECD6}" dt="2023-02-10T16:21:36.900" v="35" actId="47"/>
        <pc:sldMkLst>
          <pc:docMk/>
          <pc:sldMk cId="510134461" sldId="444"/>
        </pc:sldMkLst>
      </pc:sldChg>
      <pc:sldChg chg="del">
        <pc:chgData name="Chris Alvin" userId="1477fe7d-12c1-4dcd-b708-f1331679ff1c" providerId="ADAL" clId="{45F9C439-45B9-4AFF-9C50-25532634ECD6}" dt="2023-02-10T16:21:37.578" v="36" actId="47"/>
        <pc:sldMkLst>
          <pc:docMk/>
          <pc:sldMk cId="3412279252" sldId="445"/>
        </pc:sldMkLst>
      </pc:sldChg>
      <pc:sldChg chg="del">
        <pc:chgData name="Chris Alvin" userId="1477fe7d-12c1-4dcd-b708-f1331679ff1c" providerId="ADAL" clId="{45F9C439-45B9-4AFF-9C50-25532634ECD6}" dt="2023-02-10T16:21:37.987" v="37" actId="47"/>
        <pc:sldMkLst>
          <pc:docMk/>
          <pc:sldMk cId="2975604400" sldId="446"/>
        </pc:sldMkLst>
      </pc:sldChg>
      <pc:sldChg chg="del">
        <pc:chgData name="Chris Alvin" userId="1477fe7d-12c1-4dcd-b708-f1331679ff1c" providerId="ADAL" clId="{45F9C439-45B9-4AFF-9C50-25532634ECD6}" dt="2023-02-10T16:21:38.402" v="38" actId="47"/>
        <pc:sldMkLst>
          <pc:docMk/>
          <pc:sldMk cId="2695040735" sldId="447"/>
        </pc:sldMkLst>
      </pc:sldChg>
      <pc:sldChg chg="del">
        <pc:chgData name="Chris Alvin" userId="1477fe7d-12c1-4dcd-b708-f1331679ff1c" providerId="ADAL" clId="{45F9C439-45B9-4AFF-9C50-25532634ECD6}" dt="2023-02-10T16:21:41.117" v="41" actId="47"/>
        <pc:sldMkLst>
          <pc:docMk/>
          <pc:sldMk cId="697557206" sldId="448"/>
        </pc:sldMkLst>
      </pc:sldChg>
      <pc:sldChg chg="del">
        <pc:chgData name="Chris Alvin" userId="1477fe7d-12c1-4dcd-b708-f1331679ff1c" providerId="ADAL" clId="{45F9C439-45B9-4AFF-9C50-25532634ECD6}" dt="2023-02-10T16:21:39.159" v="39" actId="47"/>
        <pc:sldMkLst>
          <pc:docMk/>
          <pc:sldMk cId="1927457586" sldId="449"/>
        </pc:sldMkLst>
      </pc:sldChg>
      <pc:sldChg chg="del">
        <pc:chgData name="Chris Alvin" userId="1477fe7d-12c1-4dcd-b708-f1331679ff1c" providerId="ADAL" clId="{45F9C439-45B9-4AFF-9C50-25532634ECD6}" dt="2023-02-10T16:21:39.564" v="40" actId="47"/>
        <pc:sldMkLst>
          <pc:docMk/>
          <pc:sldMk cId="1978078960" sldId="451"/>
        </pc:sldMkLst>
      </pc:sldChg>
      <pc:sldChg chg="addSp delSp modSp add del mod ord delAnim modAnim">
        <pc:chgData name="Chris Alvin" userId="1477fe7d-12c1-4dcd-b708-f1331679ff1c" providerId="ADAL" clId="{45F9C439-45B9-4AFF-9C50-25532634ECD6}" dt="2023-02-14T14:13:05.190" v="3065" actId="14100"/>
        <pc:sldMkLst>
          <pc:docMk/>
          <pc:sldMk cId="340332717" sldId="452"/>
        </pc:sldMkLst>
      </pc:sldChg>
      <pc:sldChg chg="addSp delSp modSp add mod delAnim modAnim">
        <pc:chgData name="Chris Alvin" userId="1477fe7d-12c1-4dcd-b708-f1331679ff1c" providerId="ADAL" clId="{45F9C439-45B9-4AFF-9C50-25532634ECD6}" dt="2023-02-14T14:18:37.204" v="3272" actId="1076"/>
        <pc:sldMkLst>
          <pc:docMk/>
          <pc:sldMk cId="2561750512" sldId="453"/>
        </pc:sldMkLst>
      </pc:sldChg>
      <pc:sldChg chg="addSp delSp modSp add mod addAnim delAnim modAnim">
        <pc:chgData name="Chris Alvin" userId="1477fe7d-12c1-4dcd-b708-f1331679ff1c" providerId="ADAL" clId="{45F9C439-45B9-4AFF-9C50-25532634ECD6}" dt="2023-02-14T14:42:52.862" v="3747" actId="14100"/>
        <pc:sldMkLst>
          <pc:docMk/>
          <pc:sldMk cId="205019521" sldId="454"/>
        </pc:sldMkLst>
      </pc:sldChg>
      <pc:sldChg chg="addSp modSp add mod modAnim">
        <pc:chgData name="Chris Alvin" userId="1477fe7d-12c1-4dcd-b708-f1331679ff1c" providerId="ADAL" clId="{45F9C439-45B9-4AFF-9C50-25532634ECD6}" dt="2023-02-14T14:14:55.201" v="3147" actId="20577"/>
        <pc:sldMkLst>
          <pc:docMk/>
          <pc:sldMk cId="895025596" sldId="455"/>
        </pc:sldMkLst>
      </pc:sldChg>
      <pc:sldChg chg="add del">
        <pc:chgData name="Chris Alvin" userId="1477fe7d-12c1-4dcd-b708-f1331679ff1c" providerId="ADAL" clId="{45F9C439-45B9-4AFF-9C50-25532634ECD6}" dt="2023-02-14T14:06:31.702" v="2481"/>
        <pc:sldMkLst>
          <pc:docMk/>
          <pc:sldMk cId="97912161" sldId="456"/>
        </pc:sldMkLst>
      </pc:sldChg>
      <pc:sldChg chg="addSp delSp modSp add mod delAnim modAnim">
        <pc:chgData name="Chris Alvin" userId="1477fe7d-12c1-4dcd-b708-f1331679ff1c" providerId="ADAL" clId="{45F9C439-45B9-4AFF-9C50-25532634ECD6}" dt="2023-02-14T14:12:52.260" v="3064" actId="14100"/>
        <pc:sldMkLst>
          <pc:docMk/>
          <pc:sldMk cId="2812581051" sldId="456"/>
        </pc:sldMkLst>
      </pc:sldChg>
      <pc:sldChg chg="addSp delSp modSp add mod">
        <pc:chgData name="Chris Alvin" userId="1477fe7d-12c1-4dcd-b708-f1331679ff1c" providerId="ADAL" clId="{45F9C439-45B9-4AFF-9C50-25532634ECD6}" dt="2023-02-14T18:38:15.446" v="4694" actId="20577"/>
        <pc:sldMkLst>
          <pc:docMk/>
          <pc:sldMk cId="946723440" sldId="457"/>
        </pc:sldMkLst>
      </pc:sldChg>
      <pc:sldChg chg="addSp delSp modSp add mod modAnim">
        <pc:chgData name="Chris Alvin" userId="1477fe7d-12c1-4dcd-b708-f1331679ff1c" providerId="ADAL" clId="{45F9C439-45B9-4AFF-9C50-25532634ECD6}" dt="2023-02-14T17:58:41.112" v="4640" actId="1076"/>
        <pc:sldMkLst>
          <pc:docMk/>
          <pc:sldMk cId="1066464949" sldId="458"/>
        </pc:sldMkLst>
      </pc:sldChg>
      <pc:sldChg chg="modSp add mod">
        <pc:chgData name="Chris Alvin" userId="1477fe7d-12c1-4dcd-b708-f1331679ff1c" providerId="ADAL" clId="{45F9C439-45B9-4AFF-9C50-25532634ECD6}" dt="2023-02-15T16:27:45.034" v="4714" actId="20577"/>
        <pc:sldMkLst>
          <pc:docMk/>
          <pc:sldMk cId="2829270210" sldId="459"/>
        </pc:sldMkLst>
      </pc:sldChg>
      <pc:sldChg chg="addSp delSp modSp add mod modAnim">
        <pc:chgData name="Chris Alvin" userId="1477fe7d-12c1-4dcd-b708-f1331679ff1c" providerId="ADAL" clId="{45F9C439-45B9-4AFF-9C50-25532634ECD6}" dt="2023-02-17T17:40:10.610" v="8533" actId="207"/>
        <pc:sldMkLst>
          <pc:docMk/>
          <pc:sldMk cId="2625430326" sldId="460"/>
        </pc:sldMkLst>
      </pc:sldChg>
      <pc:sldChg chg="addSp delSp modSp add mod delAnim modAnim">
        <pc:chgData name="Chris Alvin" userId="1477fe7d-12c1-4dcd-b708-f1331679ff1c" providerId="ADAL" clId="{45F9C439-45B9-4AFF-9C50-25532634ECD6}" dt="2023-02-16T14:37:27.402" v="6837" actId="2085"/>
        <pc:sldMkLst>
          <pc:docMk/>
          <pc:sldMk cId="491794072" sldId="461"/>
        </pc:sldMkLst>
      </pc:sldChg>
      <pc:sldChg chg="add del">
        <pc:chgData name="Chris Alvin" userId="1477fe7d-12c1-4dcd-b708-f1331679ff1c" providerId="ADAL" clId="{45F9C439-45B9-4AFF-9C50-25532634ECD6}" dt="2023-02-16T14:04:23.982" v="6002"/>
        <pc:sldMkLst>
          <pc:docMk/>
          <pc:sldMk cId="2225554617" sldId="462"/>
        </pc:sldMkLst>
      </pc:sldChg>
      <pc:sldChg chg="addSp delSp modSp add mod delAnim">
        <pc:chgData name="Chris Alvin" userId="1477fe7d-12c1-4dcd-b708-f1331679ff1c" providerId="ADAL" clId="{45F9C439-45B9-4AFF-9C50-25532634ECD6}" dt="2023-02-16T16:58:49.690" v="7999" actId="2085"/>
        <pc:sldMkLst>
          <pc:docMk/>
          <pc:sldMk cId="2275880320" sldId="462"/>
        </pc:sldMkLst>
      </pc:sldChg>
      <pc:sldChg chg="addSp delSp modSp add mod ord addAnim delAnim modAnim">
        <pc:chgData name="Chris Alvin" userId="1477fe7d-12c1-4dcd-b708-f1331679ff1c" providerId="ADAL" clId="{45F9C439-45B9-4AFF-9C50-25532634ECD6}" dt="2023-02-17T17:52:08.100" v="8786"/>
        <pc:sldMkLst>
          <pc:docMk/>
          <pc:sldMk cId="2431534461" sldId="463"/>
        </pc:sldMkLst>
      </pc:sldChg>
      <pc:sldChg chg="addSp delSp modSp add mod delAnim modAnim">
        <pc:chgData name="Chris Alvin" userId="1477fe7d-12c1-4dcd-b708-f1331679ff1c" providerId="ADAL" clId="{45F9C439-45B9-4AFF-9C50-25532634ECD6}" dt="2023-02-17T18:49:12.375" v="9584"/>
        <pc:sldMkLst>
          <pc:docMk/>
          <pc:sldMk cId="2630519163" sldId="464"/>
        </pc:sldMkLst>
      </pc:sldChg>
      <pc:sldChg chg="addSp delSp modSp add mod addAnim delAnim">
        <pc:chgData name="Chris Alvin" userId="1477fe7d-12c1-4dcd-b708-f1331679ff1c" providerId="ADAL" clId="{45F9C439-45B9-4AFF-9C50-25532634ECD6}" dt="2023-02-17T18:50:50.237" v="9614" actId="1076"/>
        <pc:sldMkLst>
          <pc:docMk/>
          <pc:sldMk cId="3264393311" sldId="465"/>
        </pc:sldMkLst>
      </pc:sldChg>
    </pc:docChg>
  </pc:docChgLst>
  <pc:docChgLst>
    <pc:chgData name="Chris Alvin" userId="1477fe7d-12c1-4dcd-b708-f1331679ff1c" providerId="ADAL" clId="{C67E9C4B-07DC-4698-9654-FA9FD7AC4833}"/>
    <pc:docChg chg="undo custSel modSld">
      <pc:chgData name="Chris Alvin" userId="1477fe7d-12c1-4dcd-b708-f1331679ff1c" providerId="ADAL" clId="{C67E9C4B-07DC-4698-9654-FA9FD7AC4833}" dt="2025-06-23T15:01:41.362" v="123" actId="1076"/>
      <pc:docMkLst>
        <pc:docMk/>
      </pc:docMkLst>
      <pc:sldChg chg="addSp modSp mod modAnim">
        <pc:chgData name="Chris Alvin" userId="1477fe7d-12c1-4dcd-b708-f1331679ff1c" providerId="ADAL" clId="{C67E9C4B-07DC-4698-9654-FA9FD7AC4833}" dt="2025-06-23T15:01:41.362" v="123" actId="1076"/>
        <pc:sldMkLst>
          <pc:docMk/>
          <pc:sldMk cId="923078003" sldId="265"/>
        </pc:sldMkLst>
      </pc:sldChg>
    </pc:docChg>
  </pc:docChgLst>
  <pc:docChgLst>
    <pc:chgData name="Chris Alvin" userId="1477fe7d-12c1-4dcd-b708-f1331679ff1c" providerId="ADAL" clId="{9B39F218-E738-456F-A36E-DFF6DE7867BF}"/>
    <pc:docChg chg="modSld">
      <pc:chgData name="Chris Alvin" userId="1477fe7d-12c1-4dcd-b708-f1331679ff1c" providerId="ADAL" clId="{9B39F218-E738-456F-A36E-DFF6DE7867BF}" dt="2024-10-29T16:34:21.364" v="9"/>
      <pc:docMkLst>
        <pc:docMk/>
      </pc:docMkLst>
      <pc:sldChg chg="modSp">
        <pc:chgData name="Chris Alvin" userId="1477fe7d-12c1-4dcd-b708-f1331679ff1c" providerId="ADAL" clId="{9B39F218-E738-456F-A36E-DFF6DE7867BF}" dt="2024-10-16T19:48:27.351" v="2" actId="207"/>
        <pc:sldMkLst>
          <pc:docMk/>
          <pc:sldMk cId="491794072" sldId="461"/>
        </pc:sldMkLst>
      </pc:sldChg>
      <pc:sldChg chg="modSp">
        <pc:chgData name="Chris Alvin" userId="1477fe7d-12c1-4dcd-b708-f1331679ff1c" providerId="ADAL" clId="{9B39F218-E738-456F-A36E-DFF6DE7867BF}" dt="2024-10-29T16:34:21.364" v="9"/>
        <pc:sldMkLst>
          <pc:docMk/>
          <pc:sldMk cId="3403764859" sldId="470"/>
        </pc:sldMkLst>
      </pc:sldChg>
    </pc:docChg>
  </pc:docChgLst>
  <pc:docChgLst>
    <pc:chgData name="Chris Alvin" userId="1477fe7d-12c1-4dcd-b708-f1331679ff1c" providerId="ADAL" clId="{BC225FC2-7A10-42DA-A6F0-C49FC2A13F04}"/>
    <pc:docChg chg="custSel addSld modSld">
      <pc:chgData name="Chris Alvin" userId="1477fe7d-12c1-4dcd-b708-f1331679ff1c" providerId="ADAL" clId="{BC225FC2-7A10-42DA-A6F0-C49FC2A13F04}" dt="2025-05-14T18:51:38.898" v="61" actId="478"/>
      <pc:docMkLst>
        <pc:docMk/>
      </pc:docMkLst>
      <pc:sldChg chg="modSp mod">
        <pc:chgData name="Chris Alvin" userId="1477fe7d-12c1-4dcd-b708-f1331679ff1c" providerId="ADAL" clId="{BC225FC2-7A10-42DA-A6F0-C49FC2A13F04}" dt="2025-05-14T18:38:58.880" v="9" actId="20577"/>
        <pc:sldMkLst>
          <pc:docMk/>
          <pc:sldMk cId="923078003" sldId="265"/>
        </pc:sldMkLst>
      </pc:sldChg>
      <pc:sldChg chg="addSp delSp modSp mod">
        <pc:chgData name="Chris Alvin" userId="1477fe7d-12c1-4dcd-b708-f1331679ff1c" providerId="ADAL" clId="{BC225FC2-7A10-42DA-A6F0-C49FC2A13F04}" dt="2025-05-14T18:50:38.747" v="47" actId="1076"/>
        <pc:sldMkLst>
          <pc:docMk/>
          <pc:sldMk cId="340332717" sldId="452"/>
        </pc:sldMkLst>
      </pc:sldChg>
      <pc:sldChg chg="delSp modSp mod delAnim">
        <pc:chgData name="Chris Alvin" userId="1477fe7d-12c1-4dcd-b708-f1331679ff1c" providerId="ADAL" clId="{BC225FC2-7A10-42DA-A6F0-C49FC2A13F04}" dt="2025-05-14T18:51:38.898" v="61" actId="478"/>
        <pc:sldMkLst>
          <pc:docMk/>
          <pc:sldMk cId="3675226483" sldId="475"/>
        </pc:sldMkLst>
      </pc:sldChg>
      <pc:sldChg chg="addSp delSp modSp new mod">
        <pc:chgData name="Chris Alvin" userId="1477fe7d-12c1-4dcd-b708-f1331679ff1c" providerId="ADAL" clId="{BC225FC2-7A10-42DA-A6F0-C49FC2A13F04}" dt="2025-05-14T18:51:15.120" v="53" actId="1076"/>
        <pc:sldMkLst>
          <pc:docMk/>
          <pc:sldMk cId="1269146278" sldId="478"/>
        </pc:sldMkLst>
      </pc:sldChg>
    </pc:docChg>
  </pc:docChgLst>
  <pc:docChgLst>
    <pc:chgData name="Chris Alvin" userId="1477fe7d-12c1-4dcd-b708-f1331679ff1c" providerId="ADAL" clId="{4B165ABE-695E-4129-9679-619837F5F4D1}"/>
    <pc:docChg chg="undo redo custSel addSld delSld modSld sldOrd addSection delSection modSection">
      <pc:chgData name="Chris Alvin" userId="1477fe7d-12c1-4dcd-b708-f1331679ff1c" providerId="ADAL" clId="{4B165ABE-695E-4129-9679-619837F5F4D1}" dt="2022-10-19T13:32:52.058" v="21898" actId="20577"/>
      <pc:docMkLst>
        <pc:docMk/>
      </pc:docMkLst>
      <pc:sldChg chg="modSp mod">
        <pc:chgData name="Chris Alvin" userId="1477fe7d-12c1-4dcd-b708-f1331679ff1c" providerId="ADAL" clId="{4B165ABE-695E-4129-9679-619837F5F4D1}" dt="2022-10-07T13:11:27.043" v="12" actId="27636"/>
        <pc:sldMkLst>
          <pc:docMk/>
          <pc:sldMk cId="923078003" sldId="265"/>
        </pc:sldMkLst>
      </pc:sldChg>
      <pc:sldChg chg="delSp modSp mod delAnim">
        <pc:chgData name="Chris Alvin" userId="1477fe7d-12c1-4dcd-b708-f1331679ff1c" providerId="ADAL" clId="{4B165ABE-695E-4129-9679-619837F5F4D1}" dt="2022-10-07T14:30:26.315" v="4163" actId="14100"/>
        <pc:sldMkLst>
          <pc:docMk/>
          <pc:sldMk cId="391318054" sldId="384"/>
        </pc:sldMkLst>
      </pc:sldChg>
      <pc:sldChg chg="del">
        <pc:chgData name="Chris Alvin" userId="1477fe7d-12c1-4dcd-b708-f1331679ff1c" providerId="ADAL" clId="{4B165ABE-695E-4129-9679-619837F5F4D1}" dt="2022-10-07T14:58:06.484" v="5186" actId="47"/>
        <pc:sldMkLst>
          <pc:docMk/>
          <pc:sldMk cId="624965940" sldId="389"/>
        </pc:sldMkLst>
      </pc:sldChg>
      <pc:sldChg chg="del">
        <pc:chgData name="Chris Alvin" userId="1477fe7d-12c1-4dcd-b708-f1331679ff1c" providerId="ADAL" clId="{4B165ABE-695E-4129-9679-619837F5F4D1}" dt="2022-10-07T14:35:58.522" v="4395" actId="47"/>
        <pc:sldMkLst>
          <pc:docMk/>
          <pc:sldMk cId="2642901510" sldId="400"/>
        </pc:sldMkLst>
      </pc:sldChg>
      <pc:sldChg chg="del">
        <pc:chgData name="Chris Alvin" userId="1477fe7d-12c1-4dcd-b708-f1331679ff1c" providerId="ADAL" clId="{4B165ABE-695E-4129-9679-619837F5F4D1}" dt="2022-10-07T14:27:44.807" v="4002" actId="47"/>
        <pc:sldMkLst>
          <pc:docMk/>
          <pc:sldMk cId="1190477593" sldId="401"/>
        </pc:sldMkLst>
      </pc:sldChg>
      <pc:sldChg chg="del">
        <pc:chgData name="Chris Alvin" userId="1477fe7d-12c1-4dcd-b708-f1331679ff1c" providerId="ADAL" clId="{4B165ABE-695E-4129-9679-619837F5F4D1}" dt="2022-10-07T14:58:06.911" v="5187" actId="47"/>
        <pc:sldMkLst>
          <pc:docMk/>
          <pc:sldMk cId="4148152925" sldId="402"/>
        </pc:sldMkLst>
      </pc:sldChg>
      <pc:sldChg chg="del">
        <pc:chgData name="Chris Alvin" userId="1477fe7d-12c1-4dcd-b708-f1331679ff1c" providerId="ADAL" clId="{4B165ABE-695E-4129-9679-619837F5F4D1}" dt="2022-10-07T14:58:10.467" v="5190" actId="47"/>
        <pc:sldMkLst>
          <pc:docMk/>
          <pc:sldMk cId="145455095" sldId="403"/>
        </pc:sldMkLst>
      </pc:sldChg>
      <pc:sldChg chg="del">
        <pc:chgData name="Chris Alvin" userId="1477fe7d-12c1-4dcd-b708-f1331679ff1c" providerId="ADAL" clId="{4B165ABE-695E-4129-9679-619837F5F4D1}" dt="2022-10-07T14:58:08.760" v="5188" actId="47"/>
        <pc:sldMkLst>
          <pc:docMk/>
          <pc:sldMk cId="570887813" sldId="404"/>
        </pc:sldMkLst>
      </pc:sldChg>
      <pc:sldChg chg="del">
        <pc:chgData name="Chris Alvin" userId="1477fe7d-12c1-4dcd-b708-f1331679ff1c" providerId="ADAL" clId="{4B165ABE-695E-4129-9679-619837F5F4D1}" dt="2022-10-07T14:58:09.488" v="5189" actId="47"/>
        <pc:sldMkLst>
          <pc:docMk/>
          <pc:sldMk cId="1744450834" sldId="405"/>
        </pc:sldMkLst>
      </pc:sldChg>
      <pc:sldChg chg="del">
        <pc:chgData name="Chris Alvin" userId="1477fe7d-12c1-4dcd-b708-f1331679ff1c" providerId="ADAL" clId="{4B165ABE-695E-4129-9679-619837F5F4D1}" dt="2022-10-07T14:58:11.008" v="5191" actId="47"/>
        <pc:sldMkLst>
          <pc:docMk/>
          <pc:sldMk cId="4172849560" sldId="406"/>
        </pc:sldMkLst>
      </pc:sldChg>
      <pc:sldChg chg="del">
        <pc:chgData name="Chris Alvin" userId="1477fe7d-12c1-4dcd-b708-f1331679ff1c" providerId="ADAL" clId="{4B165ABE-695E-4129-9679-619837F5F4D1}" dt="2022-10-07T14:58:11.700" v="5192" actId="47"/>
        <pc:sldMkLst>
          <pc:docMk/>
          <pc:sldMk cId="3991863321" sldId="407"/>
        </pc:sldMkLst>
      </pc:sldChg>
      <pc:sldChg chg="del">
        <pc:chgData name="Chris Alvin" userId="1477fe7d-12c1-4dcd-b708-f1331679ff1c" providerId="ADAL" clId="{4B165ABE-695E-4129-9679-619837F5F4D1}" dt="2022-10-07T14:58:12.249" v="5193" actId="47"/>
        <pc:sldMkLst>
          <pc:docMk/>
          <pc:sldMk cId="972778874" sldId="408"/>
        </pc:sldMkLst>
      </pc:sldChg>
      <pc:sldChg chg="del">
        <pc:chgData name="Chris Alvin" userId="1477fe7d-12c1-4dcd-b708-f1331679ff1c" providerId="ADAL" clId="{4B165ABE-695E-4129-9679-619837F5F4D1}" dt="2022-10-07T14:58:13.209" v="5195" actId="47"/>
        <pc:sldMkLst>
          <pc:docMk/>
          <pc:sldMk cId="3441013154" sldId="409"/>
        </pc:sldMkLst>
      </pc:sldChg>
      <pc:sldChg chg="del">
        <pc:chgData name="Chris Alvin" userId="1477fe7d-12c1-4dcd-b708-f1331679ff1c" providerId="ADAL" clId="{4B165ABE-695E-4129-9679-619837F5F4D1}" dt="2022-10-07T14:58:12.663" v="5194" actId="47"/>
        <pc:sldMkLst>
          <pc:docMk/>
          <pc:sldMk cId="3629496262" sldId="410"/>
        </pc:sldMkLst>
      </pc:sldChg>
      <pc:sldChg chg="addSp modSp add del mod">
        <pc:chgData name="Chris Alvin" userId="1477fe7d-12c1-4dcd-b708-f1331679ff1c" providerId="ADAL" clId="{4B165ABE-695E-4129-9679-619837F5F4D1}" dt="2022-10-07T14:20:46.867" v="3893" actId="47"/>
        <pc:sldMkLst>
          <pc:docMk/>
          <pc:sldMk cId="2047362384" sldId="411"/>
        </pc:sldMkLst>
      </pc:sldChg>
      <pc:sldChg chg="addSp delSp modSp add mod modAnim">
        <pc:chgData name="Chris Alvin" userId="1477fe7d-12c1-4dcd-b708-f1331679ff1c" providerId="ADAL" clId="{4B165ABE-695E-4129-9679-619837F5F4D1}" dt="2022-10-07T14:00:11.936" v="2976" actId="1076"/>
        <pc:sldMkLst>
          <pc:docMk/>
          <pc:sldMk cId="3438041948" sldId="412"/>
        </pc:sldMkLst>
      </pc:sldChg>
      <pc:sldChg chg="addSp delSp modSp add mod modAnim">
        <pc:chgData name="Chris Alvin" userId="1477fe7d-12c1-4dcd-b708-f1331679ff1c" providerId="ADAL" clId="{4B165ABE-695E-4129-9679-619837F5F4D1}" dt="2022-10-11T12:29:22.268" v="20862" actId="1076"/>
        <pc:sldMkLst>
          <pc:docMk/>
          <pc:sldMk cId="2647307980" sldId="413"/>
        </pc:sldMkLst>
      </pc:sldChg>
      <pc:sldChg chg="addSp delSp modSp add mod">
        <pc:chgData name="Chris Alvin" userId="1477fe7d-12c1-4dcd-b708-f1331679ff1c" providerId="ADAL" clId="{4B165ABE-695E-4129-9679-619837F5F4D1}" dt="2022-10-11T12:32:20.464" v="20991" actId="20577"/>
        <pc:sldMkLst>
          <pc:docMk/>
          <pc:sldMk cId="4217215699" sldId="414"/>
        </pc:sldMkLst>
      </pc:sldChg>
      <pc:sldChg chg="addSp delSp modSp add mod delAnim modAnim">
        <pc:chgData name="Chris Alvin" userId="1477fe7d-12c1-4dcd-b708-f1331679ff1c" providerId="ADAL" clId="{4B165ABE-695E-4129-9679-619837F5F4D1}" dt="2022-10-17T12:21:08.822" v="21623"/>
        <pc:sldMkLst>
          <pc:docMk/>
          <pc:sldMk cId="3512906967" sldId="415"/>
        </pc:sldMkLst>
      </pc:sldChg>
      <pc:sldChg chg="addSp delSp modSp add mod modAnim">
        <pc:chgData name="Chris Alvin" userId="1477fe7d-12c1-4dcd-b708-f1331679ff1c" providerId="ADAL" clId="{4B165ABE-695E-4129-9679-619837F5F4D1}" dt="2022-10-11T12:34:01.235" v="20997" actId="5793"/>
        <pc:sldMkLst>
          <pc:docMk/>
          <pc:sldMk cId="3896870578" sldId="416"/>
        </pc:sldMkLst>
      </pc:sldChg>
      <pc:sldChg chg="addSp delSp modSp add mod modAnim">
        <pc:chgData name="Chris Alvin" userId="1477fe7d-12c1-4dcd-b708-f1331679ff1c" providerId="ADAL" clId="{4B165ABE-695E-4129-9679-619837F5F4D1}" dt="2022-10-12T15:00:44.729" v="21540" actId="20577"/>
        <pc:sldMkLst>
          <pc:docMk/>
          <pc:sldMk cId="838234516" sldId="417"/>
        </pc:sldMkLst>
      </pc:sldChg>
      <pc:sldChg chg="addSp modSp add mod modAnim">
        <pc:chgData name="Chris Alvin" userId="1477fe7d-12c1-4dcd-b708-f1331679ff1c" providerId="ADAL" clId="{4B165ABE-695E-4129-9679-619837F5F4D1}" dt="2022-10-11T12:37:39.868" v="21012" actId="1076"/>
        <pc:sldMkLst>
          <pc:docMk/>
          <pc:sldMk cId="1709967535" sldId="418"/>
        </pc:sldMkLst>
      </pc:sldChg>
      <pc:sldChg chg="add del">
        <pc:chgData name="Chris Alvin" userId="1477fe7d-12c1-4dcd-b708-f1331679ff1c" providerId="ADAL" clId="{4B165ABE-695E-4129-9679-619837F5F4D1}" dt="2022-10-11T12:38:02.752" v="21013" actId="47"/>
        <pc:sldMkLst>
          <pc:docMk/>
          <pc:sldMk cId="1863865834" sldId="419"/>
        </pc:sldMkLst>
      </pc:sldChg>
      <pc:sldChg chg="addSp delSp modSp add mod delAnim modAnim">
        <pc:chgData name="Chris Alvin" userId="1477fe7d-12c1-4dcd-b708-f1331679ff1c" providerId="ADAL" clId="{4B165ABE-695E-4129-9679-619837F5F4D1}" dt="2022-10-11T12:38:48.771" v="21024"/>
        <pc:sldMkLst>
          <pc:docMk/>
          <pc:sldMk cId="3411988326" sldId="420"/>
        </pc:sldMkLst>
      </pc:sldChg>
      <pc:sldChg chg="addSp delSp modSp add mod delAnim modAnim">
        <pc:chgData name="Chris Alvin" userId="1477fe7d-12c1-4dcd-b708-f1331679ff1c" providerId="ADAL" clId="{4B165ABE-695E-4129-9679-619837F5F4D1}" dt="2022-10-11T12:42:38.273" v="21055" actId="1076"/>
        <pc:sldMkLst>
          <pc:docMk/>
          <pc:sldMk cId="2904741533" sldId="421"/>
        </pc:sldMkLst>
      </pc:sldChg>
      <pc:sldChg chg="addSp delSp modSp add mod modAnim">
        <pc:chgData name="Chris Alvin" userId="1477fe7d-12c1-4dcd-b708-f1331679ff1c" providerId="ADAL" clId="{4B165ABE-695E-4129-9679-619837F5F4D1}" dt="2022-10-11T12:46:06.584" v="21133"/>
        <pc:sldMkLst>
          <pc:docMk/>
          <pc:sldMk cId="1874451103" sldId="422"/>
        </pc:sldMkLst>
      </pc:sldChg>
      <pc:sldChg chg="addSp delSp modSp add mod delAnim modAnim">
        <pc:chgData name="Chris Alvin" userId="1477fe7d-12c1-4dcd-b708-f1331679ff1c" providerId="ADAL" clId="{4B165ABE-695E-4129-9679-619837F5F4D1}" dt="2022-10-11T12:43:47.803" v="21059" actId="2085"/>
        <pc:sldMkLst>
          <pc:docMk/>
          <pc:sldMk cId="2416422594" sldId="423"/>
        </pc:sldMkLst>
      </pc:sldChg>
      <pc:sldChg chg="addSp delSp modSp add mod modAnim">
        <pc:chgData name="Chris Alvin" userId="1477fe7d-12c1-4dcd-b708-f1331679ff1c" providerId="ADAL" clId="{4B165ABE-695E-4129-9679-619837F5F4D1}" dt="2022-10-11T12:45:35.633" v="21131"/>
        <pc:sldMkLst>
          <pc:docMk/>
          <pc:sldMk cId="194462727" sldId="424"/>
        </pc:sldMkLst>
      </pc:sldChg>
      <pc:sldChg chg="addSp delSp modSp add mod delAnim modAnim">
        <pc:chgData name="Chris Alvin" userId="1477fe7d-12c1-4dcd-b708-f1331679ff1c" providerId="ADAL" clId="{4B165ABE-695E-4129-9679-619837F5F4D1}" dt="2022-10-11T12:47:56.254" v="21138"/>
        <pc:sldMkLst>
          <pc:docMk/>
          <pc:sldMk cId="685845028" sldId="425"/>
        </pc:sldMkLst>
      </pc:sldChg>
      <pc:sldChg chg="addSp delSp modSp add mod">
        <pc:chgData name="Chris Alvin" userId="1477fe7d-12c1-4dcd-b708-f1331679ff1c" providerId="ADAL" clId="{4B165ABE-695E-4129-9679-619837F5F4D1}" dt="2022-10-11T12:48:21.990" v="21142" actId="1076"/>
        <pc:sldMkLst>
          <pc:docMk/>
          <pc:sldMk cId="4053914439" sldId="426"/>
        </pc:sldMkLst>
      </pc:sldChg>
      <pc:sldChg chg="addSp delSp modSp add mod modAnim">
        <pc:chgData name="Chris Alvin" userId="1477fe7d-12c1-4dcd-b708-f1331679ff1c" providerId="ADAL" clId="{4B165ABE-695E-4129-9679-619837F5F4D1}" dt="2022-10-14T17:05:48.064" v="21598" actId="6549"/>
        <pc:sldMkLst>
          <pc:docMk/>
          <pc:sldMk cId="1852302099" sldId="427"/>
        </pc:sldMkLst>
      </pc:sldChg>
      <pc:sldChg chg="addSp delSp modSp add mod ord">
        <pc:chgData name="Chris Alvin" userId="1477fe7d-12c1-4dcd-b708-f1331679ff1c" providerId="ADAL" clId="{4B165ABE-695E-4129-9679-619837F5F4D1}" dt="2022-10-11T13:17:51.262" v="21392" actId="207"/>
        <pc:sldMkLst>
          <pc:docMk/>
          <pc:sldMk cId="983874230" sldId="428"/>
        </pc:sldMkLst>
      </pc:sldChg>
      <pc:sldChg chg="new del">
        <pc:chgData name="Chris Alvin" userId="1477fe7d-12c1-4dcd-b708-f1331679ff1c" providerId="ADAL" clId="{4B165ABE-695E-4129-9679-619837F5F4D1}" dt="2022-10-07T19:47:03.048" v="9400" actId="47"/>
        <pc:sldMkLst>
          <pc:docMk/>
          <pc:sldMk cId="3301753665" sldId="428"/>
        </pc:sldMkLst>
      </pc:sldChg>
      <pc:sldChg chg="addSp delSp modSp add mod">
        <pc:chgData name="Chris Alvin" userId="1477fe7d-12c1-4dcd-b708-f1331679ff1c" providerId="ADAL" clId="{4B165ABE-695E-4129-9679-619837F5F4D1}" dt="2022-10-11T12:51:21.726" v="21161" actId="20577"/>
        <pc:sldMkLst>
          <pc:docMk/>
          <pc:sldMk cId="951537855" sldId="429"/>
        </pc:sldMkLst>
      </pc:sldChg>
      <pc:sldChg chg="add del">
        <pc:chgData name="Chris Alvin" userId="1477fe7d-12c1-4dcd-b708-f1331679ff1c" providerId="ADAL" clId="{4B165ABE-695E-4129-9679-619837F5F4D1}" dt="2022-10-07T19:48:20.655" v="9403" actId="47"/>
        <pc:sldMkLst>
          <pc:docMk/>
          <pc:sldMk cId="3607303680" sldId="429"/>
        </pc:sldMkLst>
      </pc:sldChg>
      <pc:sldChg chg="addSp modSp add mod modAnim">
        <pc:chgData name="Chris Alvin" userId="1477fe7d-12c1-4dcd-b708-f1331679ff1c" providerId="ADAL" clId="{4B165ABE-695E-4129-9679-619837F5F4D1}" dt="2022-10-11T12:54:59.186" v="21184" actId="1076"/>
        <pc:sldMkLst>
          <pc:docMk/>
          <pc:sldMk cId="2386048125" sldId="430"/>
        </pc:sldMkLst>
      </pc:sldChg>
      <pc:sldChg chg="delSp add del mod">
        <pc:chgData name="Chris Alvin" userId="1477fe7d-12c1-4dcd-b708-f1331679ff1c" providerId="ADAL" clId="{4B165ABE-695E-4129-9679-619837F5F4D1}" dt="2022-10-09T18:26:23.767" v="10726" actId="47"/>
        <pc:sldMkLst>
          <pc:docMk/>
          <pc:sldMk cId="1561756750" sldId="431"/>
        </pc:sldMkLst>
      </pc:sldChg>
      <pc:sldChg chg="addSp delSp modSp add mod modAnim">
        <pc:chgData name="Chris Alvin" userId="1477fe7d-12c1-4dcd-b708-f1331679ff1c" providerId="ADAL" clId="{4B165ABE-695E-4129-9679-619837F5F4D1}" dt="2022-10-11T12:56:58.666" v="21205"/>
        <pc:sldMkLst>
          <pc:docMk/>
          <pc:sldMk cId="4225807808" sldId="431"/>
        </pc:sldMkLst>
      </pc:sldChg>
      <pc:sldChg chg="addSp delSp modSp add mod delAnim modAnim">
        <pc:chgData name="Chris Alvin" userId="1477fe7d-12c1-4dcd-b708-f1331679ff1c" providerId="ADAL" clId="{4B165ABE-695E-4129-9679-619837F5F4D1}" dt="2022-10-09T18:48:31.737" v="11577"/>
        <pc:sldMkLst>
          <pc:docMk/>
          <pc:sldMk cId="1538466050" sldId="432"/>
        </pc:sldMkLst>
      </pc:sldChg>
      <pc:sldChg chg="addSp delSp modSp add mod delAnim">
        <pc:chgData name="Chris Alvin" userId="1477fe7d-12c1-4dcd-b708-f1331679ff1c" providerId="ADAL" clId="{4B165ABE-695E-4129-9679-619837F5F4D1}" dt="2022-10-11T13:00:44.270" v="21243" actId="2085"/>
        <pc:sldMkLst>
          <pc:docMk/>
          <pc:sldMk cId="2989945718" sldId="433"/>
        </pc:sldMkLst>
      </pc:sldChg>
      <pc:sldChg chg="addSp delSp modSp add mod delAnim">
        <pc:chgData name="Chris Alvin" userId="1477fe7d-12c1-4dcd-b708-f1331679ff1c" providerId="ADAL" clId="{4B165ABE-695E-4129-9679-619837F5F4D1}" dt="2022-10-10T17:09:07.332" v="20799" actId="692"/>
        <pc:sldMkLst>
          <pc:docMk/>
          <pc:sldMk cId="794965798" sldId="434"/>
        </pc:sldMkLst>
      </pc:sldChg>
      <pc:sldChg chg="addSp delSp modSp add mod modAnim">
        <pc:chgData name="Chris Alvin" userId="1477fe7d-12c1-4dcd-b708-f1331679ff1c" providerId="ADAL" clId="{4B165ABE-695E-4129-9679-619837F5F4D1}" dt="2022-10-11T12:59:47.182" v="21241" actId="20577"/>
        <pc:sldMkLst>
          <pc:docMk/>
          <pc:sldMk cId="487976493" sldId="435"/>
        </pc:sldMkLst>
      </pc:sldChg>
      <pc:sldChg chg="addSp delSp modSp add mod modAnim">
        <pc:chgData name="Chris Alvin" userId="1477fe7d-12c1-4dcd-b708-f1331679ff1c" providerId="ADAL" clId="{4B165ABE-695E-4129-9679-619837F5F4D1}" dt="2022-10-14T15:19:43.997" v="21558" actId="20577"/>
        <pc:sldMkLst>
          <pc:docMk/>
          <pc:sldMk cId="1773151392" sldId="436"/>
        </pc:sldMkLst>
      </pc:sldChg>
      <pc:sldChg chg="addSp delSp modSp add mod modAnim">
        <pc:chgData name="Chris Alvin" userId="1477fe7d-12c1-4dcd-b708-f1331679ff1c" providerId="ADAL" clId="{4B165ABE-695E-4129-9679-619837F5F4D1}" dt="2022-10-11T13:08:08.525" v="21340" actId="20577"/>
        <pc:sldMkLst>
          <pc:docMk/>
          <pc:sldMk cId="337613871" sldId="437"/>
        </pc:sldMkLst>
      </pc:sldChg>
      <pc:sldChg chg="addSp delSp modSp add mod modAnim">
        <pc:chgData name="Chris Alvin" userId="1477fe7d-12c1-4dcd-b708-f1331679ff1c" providerId="ADAL" clId="{4B165ABE-695E-4129-9679-619837F5F4D1}" dt="2022-10-11T13:07:47.007" v="21330"/>
        <pc:sldMkLst>
          <pc:docMk/>
          <pc:sldMk cId="805066083" sldId="438"/>
        </pc:sldMkLst>
      </pc:sldChg>
      <pc:sldChg chg="delSp modSp add del mod">
        <pc:chgData name="Chris Alvin" userId="1477fe7d-12c1-4dcd-b708-f1331679ff1c" providerId="ADAL" clId="{4B165ABE-695E-4129-9679-619837F5F4D1}" dt="2022-10-17T12:38:42.384" v="21890" actId="47"/>
        <pc:sldMkLst>
          <pc:docMk/>
          <pc:sldMk cId="949772552" sldId="439"/>
        </pc:sldMkLst>
      </pc:sldChg>
      <pc:sldChg chg="new del">
        <pc:chgData name="Chris Alvin" userId="1477fe7d-12c1-4dcd-b708-f1331679ff1c" providerId="ADAL" clId="{4B165ABE-695E-4129-9679-619837F5F4D1}" dt="2022-10-10T13:48:20.964" v="14276" actId="680"/>
        <pc:sldMkLst>
          <pc:docMk/>
          <pc:sldMk cId="1814837129" sldId="439"/>
        </pc:sldMkLst>
      </pc:sldChg>
      <pc:sldChg chg="addSp delSp modSp add mod modAnim">
        <pc:chgData name="Chris Alvin" userId="1477fe7d-12c1-4dcd-b708-f1331679ff1c" providerId="ADAL" clId="{4B165ABE-695E-4129-9679-619837F5F4D1}" dt="2022-10-17T12:23:38.158" v="21632" actId="20577"/>
        <pc:sldMkLst>
          <pc:docMk/>
          <pc:sldMk cId="1735955495" sldId="440"/>
        </pc:sldMkLst>
      </pc:sldChg>
      <pc:sldChg chg="addSp delSp modSp add mod modAnim">
        <pc:chgData name="Chris Alvin" userId="1477fe7d-12c1-4dcd-b708-f1331679ff1c" providerId="ADAL" clId="{4B165ABE-695E-4129-9679-619837F5F4D1}" dt="2022-10-11T13:16:54.057" v="21389"/>
        <pc:sldMkLst>
          <pc:docMk/>
          <pc:sldMk cId="3695902764" sldId="441"/>
        </pc:sldMkLst>
      </pc:sldChg>
      <pc:sldChg chg="addSp delSp modSp add mod ord addAnim delAnim modAnim">
        <pc:chgData name="Chris Alvin" userId="1477fe7d-12c1-4dcd-b708-f1331679ff1c" providerId="ADAL" clId="{4B165ABE-695E-4129-9679-619837F5F4D1}" dt="2022-10-11T13:20:39.629" v="21480" actId="20577"/>
        <pc:sldMkLst>
          <pc:docMk/>
          <pc:sldMk cId="1630114591" sldId="442"/>
        </pc:sldMkLst>
      </pc:sldChg>
      <pc:sldChg chg="addSp delSp modSp add mod modAnim">
        <pc:chgData name="Chris Alvin" userId="1477fe7d-12c1-4dcd-b708-f1331679ff1c" providerId="ADAL" clId="{4B165ABE-695E-4129-9679-619837F5F4D1}" dt="2022-10-14T14:05:47.910" v="21542" actId="14100"/>
        <pc:sldMkLst>
          <pc:docMk/>
          <pc:sldMk cId="509980055" sldId="443"/>
        </pc:sldMkLst>
      </pc:sldChg>
      <pc:sldChg chg="add del">
        <pc:chgData name="Chris Alvin" userId="1477fe7d-12c1-4dcd-b708-f1331679ff1c" providerId="ADAL" clId="{4B165ABE-695E-4129-9679-619837F5F4D1}" dt="2022-10-10T14:44:50.691" v="16751" actId="47"/>
        <pc:sldMkLst>
          <pc:docMk/>
          <pc:sldMk cId="3913906008" sldId="443"/>
        </pc:sldMkLst>
      </pc:sldChg>
      <pc:sldChg chg="addSp delSp modSp add mod delAnim modAnim">
        <pc:chgData name="Chris Alvin" userId="1477fe7d-12c1-4dcd-b708-f1331679ff1c" providerId="ADAL" clId="{4B165ABE-695E-4129-9679-619837F5F4D1}" dt="2022-10-17T12:33:06.128" v="21888" actId="20577"/>
        <pc:sldMkLst>
          <pc:docMk/>
          <pc:sldMk cId="510134461" sldId="444"/>
        </pc:sldMkLst>
      </pc:sldChg>
      <pc:sldChg chg="addSp delSp modSp add mod delAnim modAnim">
        <pc:chgData name="Chris Alvin" userId="1477fe7d-12c1-4dcd-b708-f1331679ff1c" providerId="ADAL" clId="{4B165ABE-695E-4129-9679-619837F5F4D1}" dt="2022-10-11T13:38:41.797" v="21499" actId="20577"/>
        <pc:sldMkLst>
          <pc:docMk/>
          <pc:sldMk cId="3412279252" sldId="445"/>
        </pc:sldMkLst>
      </pc:sldChg>
      <pc:sldChg chg="addSp delSp modSp add mod delAnim modAnim">
        <pc:chgData name="Chris Alvin" userId="1477fe7d-12c1-4dcd-b708-f1331679ff1c" providerId="ADAL" clId="{4B165ABE-695E-4129-9679-619837F5F4D1}" dt="2022-10-19T13:32:52.058" v="21898" actId="20577"/>
        <pc:sldMkLst>
          <pc:docMk/>
          <pc:sldMk cId="2975604400" sldId="446"/>
        </pc:sldMkLst>
      </pc:sldChg>
      <pc:sldChg chg="addSp delSp modSp add mod">
        <pc:chgData name="Chris Alvin" userId="1477fe7d-12c1-4dcd-b708-f1331679ff1c" providerId="ADAL" clId="{4B165ABE-695E-4129-9679-619837F5F4D1}" dt="2022-10-11T13:39:55.825" v="21510" actId="1076"/>
        <pc:sldMkLst>
          <pc:docMk/>
          <pc:sldMk cId="2695040735" sldId="447"/>
        </pc:sldMkLst>
      </pc:sldChg>
      <pc:sldChg chg="addSp delSp modSp add mod delAnim modAnim">
        <pc:chgData name="Chris Alvin" userId="1477fe7d-12c1-4dcd-b708-f1331679ff1c" providerId="ADAL" clId="{4B165ABE-695E-4129-9679-619837F5F4D1}" dt="2022-10-11T15:15:56.088" v="21534" actId="692"/>
        <pc:sldMkLst>
          <pc:docMk/>
          <pc:sldMk cId="697557206" sldId="448"/>
        </pc:sldMkLst>
      </pc:sldChg>
      <pc:sldChg chg="addSp delSp modSp add mod modAnim">
        <pc:chgData name="Chris Alvin" userId="1477fe7d-12c1-4dcd-b708-f1331679ff1c" providerId="ADAL" clId="{4B165ABE-695E-4129-9679-619837F5F4D1}" dt="2022-10-11T13:41:29.726" v="21520" actId="1076"/>
        <pc:sldMkLst>
          <pc:docMk/>
          <pc:sldMk cId="1927457586" sldId="449"/>
        </pc:sldMkLst>
      </pc:sldChg>
      <pc:sldChg chg="addSp delSp modSp add del mod">
        <pc:chgData name="Chris Alvin" userId="1477fe7d-12c1-4dcd-b708-f1331679ff1c" providerId="ADAL" clId="{4B165ABE-695E-4129-9679-619837F5F4D1}" dt="2022-10-10T16:37:28.479" v="19780" actId="47"/>
        <pc:sldMkLst>
          <pc:docMk/>
          <pc:sldMk cId="1449559243" sldId="450"/>
        </pc:sldMkLst>
      </pc:sldChg>
      <pc:sldChg chg="addSp delSp modSp add mod modAnim">
        <pc:chgData name="Chris Alvin" userId="1477fe7d-12c1-4dcd-b708-f1331679ff1c" providerId="ADAL" clId="{4B165ABE-695E-4129-9679-619837F5F4D1}" dt="2022-10-11T14:21:35.275" v="21524" actId="2085"/>
        <pc:sldMkLst>
          <pc:docMk/>
          <pc:sldMk cId="1978078960" sldId="451"/>
        </pc:sldMkLst>
      </pc:sldChg>
      <pc:sldChg chg="addSp delSp modSp add mod delAnim modAnim">
        <pc:chgData name="Chris Alvin" userId="1477fe7d-12c1-4dcd-b708-f1331679ff1c" providerId="ADAL" clId="{4B165ABE-695E-4129-9679-619837F5F4D1}" dt="2022-10-17T12:35:18.085" v="21889" actId="20577"/>
        <pc:sldMkLst>
          <pc:docMk/>
          <pc:sldMk cId="340332717" sldId="452"/>
        </pc:sldMkLst>
      </pc:sldChg>
    </pc:docChg>
  </pc:docChgLst>
  <pc:docChgLst>
    <pc:chgData name="Chris Alvin" userId="1477fe7d-12c1-4dcd-b708-f1331679ff1c" providerId="ADAL" clId="{D0484E7B-F24A-430F-B77C-80B00364CCD4}"/>
    <pc:docChg chg="undo redo custSel addSld delSld modSld">
      <pc:chgData name="Chris Alvin" userId="1477fe7d-12c1-4dcd-b708-f1331679ff1c" providerId="ADAL" clId="{D0484E7B-F24A-430F-B77C-80B00364CCD4}" dt="2025-06-23T14:31:51.481" v="6629" actId="6549"/>
      <pc:docMkLst>
        <pc:docMk/>
      </pc:docMkLst>
      <pc:sldChg chg="del">
        <pc:chgData name="Chris Alvin" userId="1477fe7d-12c1-4dcd-b708-f1331679ff1c" providerId="ADAL" clId="{D0484E7B-F24A-430F-B77C-80B00364CCD4}" dt="2025-06-22T13:44:58.930" v="1567" actId="2696"/>
        <pc:sldMkLst>
          <pc:docMk/>
          <pc:sldMk cId="0" sldId="268"/>
        </pc:sldMkLst>
      </pc:sldChg>
      <pc:sldChg chg="modSp add mod">
        <pc:chgData name="Chris Alvin" userId="1477fe7d-12c1-4dcd-b708-f1331679ff1c" providerId="ADAL" clId="{D0484E7B-F24A-430F-B77C-80B00364CCD4}" dt="2025-06-22T14:00:43.645" v="1820" actId="6549"/>
        <pc:sldMkLst>
          <pc:docMk/>
          <pc:sldMk cId="3172173525" sldId="268"/>
        </pc:sldMkLst>
      </pc:sldChg>
      <pc:sldChg chg="addSp modSp mod">
        <pc:chgData name="Chris Alvin" userId="1477fe7d-12c1-4dcd-b708-f1331679ff1c" providerId="ADAL" clId="{D0484E7B-F24A-430F-B77C-80B00364CCD4}" dt="2025-06-22T13:46:53.254" v="1586" actId="1076"/>
        <pc:sldMkLst>
          <pc:docMk/>
          <pc:sldMk cId="0" sldId="274"/>
        </pc:sldMkLst>
      </pc:sldChg>
      <pc:sldChg chg="del">
        <pc:chgData name="Chris Alvin" userId="1477fe7d-12c1-4dcd-b708-f1331679ff1c" providerId="ADAL" clId="{D0484E7B-F24A-430F-B77C-80B00364CCD4}" dt="2025-06-22T13:45:20.706" v="1569" actId="2696"/>
        <pc:sldMkLst>
          <pc:docMk/>
          <pc:sldMk cId="0" sldId="276"/>
        </pc:sldMkLst>
      </pc:sldChg>
      <pc:sldChg chg="add">
        <pc:chgData name="Chris Alvin" userId="1477fe7d-12c1-4dcd-b708-f1331679ff1c" providerId="ADAL" clId="{D0484E7B-F24A-430F-B77C-80B00364CCD4}" dt="2025-06-22T13:45:24.242" v="1570"/>
        <pc:sldMkLst>
          <pc:docMk/>
          <pc:sldMk cId="506109907" sldId="276"/>
        </pc:sldMkLst>
      </pc:sldChg>
      <pc:sldChg chg="addSp delSp modSp new mod">
        <pc:chgData name="Chris Alvin" userId="1477fe7d-12c1-4dcd-b708-f1331679ff1c" providerId="ADAL" clId="{D0484E7B-F24A-430F-B77C-80B00364CCD4}" dt="2025-06-22T13:09:51.300" v="908" actId="1076"/>
        <pc:sldMkLst>
          <pc:docMk/>
          <pc:sldMk cId="486172090" sldId="479"/>
        </pc:sldMkLst>
      </pc:sldChg>
      <pc:sldChg chg="addSp delSp modSp new mod">
        <pc:chgData name="Chris Alvin" userId="1477fe7d-12c1-4dcd-b708-f1331679ff1c" providerId="ADAL" clId="{D0484E7B-F24A-430F-B77C-80B00364CCD4}" dt="2025-06-22T12:37:03.502" v="266" actId="20577"/>
        <pc:sldMkLst>
          <pc:docMk/>
          <pc:sldMk cId="3654021863" sldId="480"/>
        </pc:sldMkLst>
      </pc:sldChg>
      <pc:sldChg chg="addSp delSp modSp add mod modAnim">
        <pc:chgData name="Chris Alvin" userId="1477fe7d-12c1-4dcd-b708-f1331679ff1c" providerId="ADAL" clId="{D0484E7B-F24A-430F-B77C-80B00364CCD4}" dt="2025-06-22T13:58:20.502" v="1772" actId="1076"/>
        <pc:sldMkLst>
          <pc:docMk/>
          <pc:sldMk cId="2218820003" sldId="481"/>
        </pc:sldMkLst>
      </pc:sldChg>
      <pc:sldChg chg="addSp delSp modSp add mod">
        <pc:chgData name="Chris Alvin" userId="1477fe7d-12c1-4dcd-b708-f1331679ff1c" providerId="ADAL" clId="{D0484E7B-F24A-430F-B77C-80B00364CCD4}" dt="2025-06-22T14:30:32.653" v="2332" actId="1076"/>
        <pc:sldMkLst>
          <pc:docMk/>
          <pc:sldMk cId="2626349092" sldId="482"/>
        </pc:sldMkLst>
      </pc:sldChg>
      <pc:sldChg chg="addSp delSp modSp add mod">
        <pc:chgData name="Chris Alvin" userId="1477fe7d-12c1-4dcd-b708-f1331679ff1c" providerId="ADAL" clId="{D0484E7B-F24A-430F-B77C-80B00364CCD4}" dt="2025-06-22T14:03:02.810" v="1918" actId="1076"/>
        <pc:sldMkLst>
          <pc:docMk/>
          <pc:sldMk cId="245542126" sldId="483"/>
        </pc:sldMkLst>
      </pc:sldChg>
      <pc:sldChg chg="addSp delSp modSp add mod">
        <pc:chgData name="Chris Alvin" userId="1477fe7d-12c1-4dcd-b708-f1331679ff1c" providerId="ADAL" clId="{D0484E7B-F24A-430F-B77C-80B00364CCD4}" dt="2025-06-22T13:44:16.078" v="1566" actId="1076"/>
        <pc:sldMkLst>
          <pc:docMk/>
          <pc:sldMk cId="823554029" sldId="484"/>
        </pc:sldMkLst>
      </pc:sldChg>
      <pc:sldChg chg="addSp delSp modSp add mod">
        <pc:chgData name="Chris Alvin" userId="1477fe7d-12c1-4dcd-b708-f1331679ff1c" providerId="ADAL" clId="{D0484E7B-F24A-430F-B77C-80B00364CCD4}" dt="2025-06-22T14:13:43.332" v="2124" actId="20577"/>
        <pc:sldMkLst>
          <pc:docMk/>
          <pc:sldMk cId="817850781" sldId="485"/>
        </pc:sldMkLst>
      </pc:sldChg>
      <pc:sldChg chg="addSp delSp modSp add mod">
        <pc:chgData name="Chris Alvin" userId="1477fe7d-12c1-4dcd-b708-f1331679ff1c" providerId="ADAL" clId="{D0484E7B-F24A-430F-B77C-80B00364CCD4}" dt="2025-06-22T14:59:02.777" v="2901" actId="1076"/>
        <pc:sldMkLst>
          <pc:docMk/>
          <pc:sldMk cId="1476642049" sldId="486"/>
        </pc:sldMkLst>
      </pc:sldChg>
      <pc:sldChg chg="addSp delSp modSp add mod delAnim modAnim">
        <pc:chgData name="Chris Alvin" userId="1477fe7d-12c1-4dcd-b708-f1331679ff1c" providerId="ADAL" clId="{D0484E7B-F24A-430F-B77C-80B00364CCD4}" dt="2025-06-22T15:38:08.641" v="3635"/>
        <pc:sldMkLst>
          <pc:docMk/>
          <pc:sldMk cId="1802773778" sldId="487"/>
        </pc:sldMkLst>
      </pc:sldChg>
      <pc:sldChg chg="addSp delSp modSp new mod delAnim modAnim">
        <pc:chgData name="Chris Alvin" userId="1477fe7d-12c1-4dcd-b708-f1331679ff1c" providerId="ADAL" clId="{D0484E7B-F24A-430F-B77C-80B00364CCD4}" dt="2025-06-23T13:16:52.988" v="5094" actId="1076"/>
        <pc:sldMkLst>
          <pc:docMk/>
          <pc:sldMk cId="1652004890" sldId="488"/>
        </pc:sldMkLst>
      </pc:sldChg>
      <pc:sldChg chg="addSp delSp modSp add mod modAnim">
        <pc:chgData name="Chris Alvin" userId="1477fe7d-12c1-4dcd-b708-f1331679ff1c" providerId="ADAL" clId="{D0484E7B-F24A-430F-B77C-80B00364CCD4}" dt="2025-06-23T13:04:01.043" v="4746" actId="1076"/>
        <pc:sldMkLst>
          <pc:docMk/>
          <pc:sldMk cId="4160749648" sldId="489"/>
        </pc:sldMkLst>
      </pc:sldChg>
      <pc:sldChg chg="addSp delSp modSp new mod">
        <pc:chgData name="Chris Alvin" userId="1477fe7d-12c1-4dcd-b708-f1331679ff1c" providerId="ADAL" clId="{D0484E7B-F24A-430F-B77C-80B00364CCD4}" dt="2025-06-23T13:49:42.091" v="5966" actId="1076"/>
        <pc:sldMkLst>
          <pc:docMk/>
          <pc:sldMk cId="1874808737" sldId="490"/>
        </pc:sldMkLst>
      </pc:sldChg>
      <pc:sldChg chg="addSp delSp modSp add mod modAnim">
        <pc:chgData name="Chris Alvin" userId="1477fe7d-12c1-4dcd-b708-f1331679ff1c" providerId="ADAL" clId="{D0484E7B-F24A-430F-B77C-80B00364CCD4}" dt="2025-06-23T14:31:51.481" v="6629" actId="6549"/>
        <pc:sldMkLst>
          <pc:docMk/>
          <pc:sldMk cId="3277670164" sldId="491"/>
        </pc:sldMkLst>
      </pc:sldChg>
      <pc:sldChg chg="delSp new del mod">
        <pc:chgData name="Chris Alvin" userId="1477fe7d-12c1-4dcd-b708-f1331679ff1c" providerId="ADAL" clId="{D0484E7B-F24A-430F-B77C-80B00364CCD4}" dt="2025-06-23T14:13:15.090" v="6196" actId="47"/>
        <pc:sldMkLst>
          <pc:docMk/>
          <pc:sldMk cId="1195751234" sldId="492"/>
        </pc:sldMkLst>
      </pc:sldChg>
    </pc:docChg>
  </pc:docChgLst>
  <pc:docChgLst>
    <pc:chgData name="Chris Alvin" userId="1477fe7d-12c1-4dcd-b708-f1331679ff1c" providerId="ADAL" clId="{7976878A-5B10-4AD8-9C29-79D6743A5929}"/>
    <pc:docChg chg="undo redo custSel addSld delSld modSld sldOrd delSection modSection">
      <pc:chgData name="Chris Alvin" userId="1477fe7d-12c1-4dcd-b708-f1331679ff1c" providerId="ADAL" clId="{7976878A-5B10-4AD8-9C29-79D6743A5929}" dt="2025-05-14T18:14:53.681" v="5710" actId="17853"/>
      <pc:docMkLst>
        <pc:docMk/>
      </pc:docMkLst>
      <pc:sldChg chg="addSp delSp modSp add mod modTransition modClrScheme chgLayout">
        <pc:chgData name="Chris Alvin" userId="1477fe7d-12c1-4dcd-b708-f1331679ff1c" providerId="ADAL" clId="{7976878A-5B10-4AD8-9C29-79D6743A5929}" dt="2025-05-12T19:49:33.757" v="579" actId="1076"/>
        <pc:sldMkLst>
          <pc:docMk/>
          <pc:sldMk cId="0" sldId="259"/>
        </pc:sldMkLst>
      </pc:sldChg>
      <pc:sldChg chg="addSp delSp modSp add mod modTransition delAnim modAnim">
        <pc:chgData name="Chris Alvin" userId="1477fe7d-12c1-4dcd-b708-f1331679ff1c" providerId="ADAL" clId="{7976878A-5B10-4AD8-9C29-79D6743A5929}" dt="2025-05-12T20:39:02.259" v="2254" actId="1076"/>
        <pc:sldMkLst>
          <pc:docMk/>
          <pc:sldMk cId="0" sldId="260"/>
        </pc:sldMkLst>
      </pc:sldChg>
      <pc:sldChg chg="modSp add del mod modTransition">
        <pc:chgData name="Chris Alvin" userId="1477fe7d-12c1-4dcd-b708-f1331679ff1c" providerId="ADAL" clId="{7976878A-5B10-4AD8-9C29-79D6743A5929}" dt="2025-05-12T20:40:50.112" v="2279" actId="47"/>
        <pc:sldMkLst>
          <pc:docMk/>
          <pc:sldMk cId="0" sldId="261"/>
        </pc:sldMkLst>
      </pc:sldChg>
      <pc:sldChg chg="addSp delSp modSp add mod modTransition delAnim modAnim">
        <pc:chgData name="Chris Alvin" userId="1477fe7d-12c1-4dcd-b708-f1331679ff1c" providerId="ADAL" clId="{7976878A-5B10-4AD8-9C29-79D6743A5929}" dt="2025-05-13T19:07:46.983" v="3012" actId="1076"/>
        <pc:sldMkLst>
          <pc:docMk/>
          <pc:sldMk cId="0" sldId="262"/>
        </pc:sldMkLst>
      </pc:sldChg>
      <pc:sldChg chg="addSp delSp modSp add mod modTransition modAnim">
        <pc:chgData name="Chris Alvin" userId="1477fe7d-12c1-4dcd-b708-f1331679ff1c" providerId="ADAL" clId="{7976878A-5B10-4AD8-9C29-79D6743A5929}" dt="2025-05-14T14:15:38.413" v="3768"/>
        <pc:sldMkLst>
          <pc:docMk/>
          <pc:sldMk cId="0" sldId="263"/>
        </pc:sldMkLst>
      </pc:sldChg>
      <pc:sldChg chg="addSp delSp modSp add mod ord modTransition modAnim">
        <pc:chgData name="Chris Alvin" userId="1477fe7d-12c1-4dcd-b708-f1331679ff1c" providerId="ADAL" clId="{7976878A-5B10-4AD8-9C29-79D6743A5929}" dt="2025-05-14T14:13:10.121" v="3767" actId="1076"/>
        <pc:sldMkLst>
          <pc:docMk/>
          <pc:sldMk cId="0" sldId="264"/>
        </pc:sldMkLst>
      </pc:sldChg>
      <pc:sldChg chg="modSp mod">
        <pc:chgData name="Chris Alvin" userId="1477fe7d-12c1-4dcd-b708-f1331679ff1c" providerId="ADAL" clId="{7976878A-5B10-4AD8-9C29-79D6743A5929}" dt="2025-05-12T19:12:25.897" v="21" actId="20577"/>
        <pc:sldMkLst>
          <pc:docMk/>
          <pc:sldMk cId="923078003" sldId="265"/>
        </pc:sldMkLst>
      </pc:sldChg>
      <pc:sldChg chg="addSp delSp modSp add mod modTransition">
        <pc:chgData name="Chris Alvin" userId="1477fe7d-12c1-4dcd-b708-f1331679ff1c" providerId="ADAL" clId="{7976878A-5B10-4AD8-9C29-79D6743A5929}" dt="2025-05-14T14:35:13.639" v="4025" actId="1076"/>
        <pc:sldMkLst>
          <pc:docMk/>
          <pc:sldMk cId="0" sldId="266"/>
        </pc:sldMkLst>
      </pc:sldChg>
      <pc:sldChg chg="addSp delSp modSp add mod modTransition">
        <pc:chgData name="Chris Alvin" userId="1477fe7d-12c1-4dcd-b708-f1331679ff1c" providerId="ADAL" clId="{7976878A-5B10-4AD8-9C29-79D6743A5929}" dt="2025-05-14T16:58:13.475" v="4217" actId="14100"/>
        <pc:sldMkLst>
          <pc:docMk/>
          <pc:sldMk cId="0" sldId="267"/>
        </pc:sldMkLst>
      </pc:sldChg>
      <pc:sldChg chg="addSp delSp modSp add mod modTransition">
        <pc:chgData name="Chris Alvin" userId="1477fe7d-12c1-4dcd-b708-f1331679ff1c" providerId="ADAL" clId="{7976878A-5B10-4AD8-9C29-79D6743A5929}" dt="2025-05-14T17:20:35.203" v="4583" actId="1076"/>
        <pc:sldMkLst>
          <pc:docMk/>
          <pc:sldMk cId="0" sldId="268"/>
        </pc:sldMkLst>
      </pc:sldChg>
      <pc:sldChg chg="add del modTransition">
        <pc:chgData name="Chris Alvin" userId="1477fe7d-12c1-4dcd-b708-f1331679ff1c" providerId="ADAL" clId="{7976878A-5B10-4AD8-9C29-79D6743A5929}" dt="2025-05-14T17:20:38.741" v="4584" actId="47"/>
        <pc:sldMkLst>
          <pc:docMk/>
          <pc:sldMk cId="0" sldId="269"/>
        </pc:sldMkLst>
      </pc:sldChg>
      <pc:sldChg chg="add del modTransition">
        <pc:chgData name="Chris Alvin" userId="1477fe7d-12c1-4dcd-b708-f1331679ff1c" providerId="ADAL" clId="{7976878A-5B10-4AD8-9C29-79D6743A5929}" dt="2025-05-14T17:20:41.064" v="4585" actId="47"/>
        <pc:sldMkLst>
          <pc:docMk/>
          <pc:sldMk cId="0" sldId="270"/>
        </pc:sldMkLst>
      </pc:sldChg>
      <pc:sldChg chg="addSp delSp modSp add del mod modTransition">
        <pc:chgData name="Chris Alvin" userId="1477fe7d-12c1-4dcd-b708-f1331679ff1c" providerId="ADAL" clId="{7976878A-5B10-4AD8-9C29-79D6743A5929}" dt="2025-05-14T17:20:42.650" v="4586" actId="47"/>
        <pc:sldMkLst>
          <pc:docMk/>
          <pc:sldMk cId="0" sldId="271"/>
        </pc:sldMkLst>
      </pc:sldChg>
      <pc:sldChg chg="add del modTransition">
        <pc:chgData name="Chris Alvin" userId="1477fe7d-12c1-4dcd-b708-f1331679ff1c" providerId="ADAL" clId="{7976878A-5B10-4AD8-9C29-79D6743A5929}" dt="2025-05-14T17:20:45.275" v="4587" actId="47"/>
        <pc:sldMkLst>
          <pc:docMk/>
          <pc:sldMk cId="0" sldId="272"/>
        </pc:sldMkLst>
      </pc:sldChg>
      <pc:sldChg chg="addSp delSp modSp add mod modTransition modAnim">
        <pc:chgData name="Chris Alvin" userId="1477fe7d-12c1-4dcd-b708-f1331679ff1c" providerId="ADAL" clId="{7976878A-5B10-4AD8-9C29-79D6743A5929}" dt="2025-05-14T17:48:10.968" v="5162"/>
        <pc:sldMkLst>
          <pc:docMk/>
          <pc:sldMk cId="0" sldId="273"/>
        </pc:sldMkLst>
      </pc:sldChg>
      <pc:sldChg chg="addSp delSp modSp add mod modTransition">
        <pc:chgData name="Chris Alvin" userId="1477fe7d-12c1-4dcd-b708-f1331679ff1c" providerId="ADAL" clId="{7976878A-5B10-4AD8-9C29-79D6743A5929}" dt="2025-05-14T18:07:01.995" v="5558" actId="20577"/>
        <pc:sldMkLst>
          <pc:docMk/>
          <pc:sldMk cId="0" sldId="274"/>
        </pc:sldMkLst>
      </pc:sldChg>
      <pc:sldChg chg="add del modTransition">
        <pc:chgData name="Chris Alvin" userId="1477fe7d-12c1-4dcd-b708-f1331679ff1c" providerId="ADAL" clId="{7976878A-5B10-4AD8-9C29-79D6743A5929}" dt="2025-05-14T18:07:15.132" v="5559" actId="47"/>
        <pc:sldMkLst>
          <pc:docMk/>
          <pc:sldMk cId="0" sldId="275"/>
        </pc:sldMkLst>
      </pc:sldChg>
      <pc:sldChg chg="addSp delSp modSp add mod modTransition">
        <pc:chgData name="Chris Alvin" userId="1477fe7d-12c1-4dcd-b708-f1331679ff1c" providerId="ADAL" clId="{7976878A-5B10-4AD8-9C29-79D6743A5929}" dt="2025-05-14T18:14:39.409" v="5708" actId="1076"/>
        <pc:sldMkLst>
          <pc:docMk/>
          <pc:sldMk cId="0" sldId="276"/>
        </pc:sldMkLst>
      </pc:sldChg>
      <pc:sldChg chg="modSp add del mod modTransition">
        <pc:chgData name="Chris Alvin" userId="1477fe7d-12c1-4dcd-b708-f1331679ff1c" providerId="ADAL" clId="{7976878A-5B10-4AD8-9C29-79D6743A5929}" dt="2025-05-14T18:08:25.205" v="5583" actId="47"/>
        <pc:sldMkLst>
          <pc:docMk/>
          <pc:sldMk cId="0" sldId="277"/>
        </pc:sldMkLst>
      </pc:sldChg>
      <pc:sldChg chg="add del modTransition">
        <pc:chgData name="Chris Alvin" userId="1477fe7d-12c1-4dcd-b708-f1331679ff1c" providerId="ADAL" clId="{7976878A-5B10-4AD8-9C29-79D6743A5929}" dt="2025-05-14T18:08:18.998" v="5580" actId="47"/>
        <pc:sldMkLst>
          <pc:docMk/>
          <pc:sldMk cId="0" sldId="278"/>
        </pc:sldMkLst>
      </pc:sldChg>
      <pc:sldChg chg="add del modTransition">
        <pc:chgData name="Chris Alvin" userId="1477fe7d-12c1-4dcd-b708-f1331679ff1c" providerId="ADAL" clId="{7976878A-5B10-4AD8-9C29-79D6743A5929}" dt="2025-05-14T18:08:20.805" v="5581" actId="47"/>
        <pc:sldMkLst>
          <pc:docMk/>
          <pc:sldMk cId="0" sldId="279"/>
        </pc:sldMkLst>
      </pc:sldChg>
      <pc:sldChg chg="add del modTransition">
        <pc:chgData name="Chris Alvin" userId="1477fe7d-12c1-4dcd-b708-f1331679ff1c" providerId="ADAL" clId="{7976878A-5B10-4AD8-9C29-79D6743A5929}" dt="2025-05-14T18:08:23.341" v="5582" actId="47"/>
        <pc:sldMkLst>
          <pc:docMk/>
          <pc:sldMk cId="0" sldId="280"/>
        </pc:sldMkLst>
      </pc:sldChg>
      <pc:sldChg chg="addSp delSp modSp mod delAnim">
        <pc:chgData name="Chris Alvin" userId="1477fe7d-12c1-4dcd-b708-f1331679ff1c" providerId="ADAL" clId="{7976878A-5B10-4AD8-9C29-79D6743A5929}" dt="2025-05-12T19:36:08.856" v="235" actId="1076"/>
        <pc:sldMkLst>
          <pc:docMk/>
          <pc:sldMk cId="340332717" sldId="452"/>
        </pc:sldMkLst>
      </pc:sldChg>
      <pc:sldChg chg="del">
        <pc:chgData name="Chris Alvin" userId="1477fe7d-12c1-4dcd-b708-f1331679ff1c" providerId="ADAL" clId="{7976878A-5B10-4AD8-9C29-79D6743A5929}" dt="2025-05-14T18:07:43.269" v="5562" actId="47"/>
        <pc:sldMkLst>
          <pc:docMk/>
          <pc:sldMk cId="2561750512" sldId="453"/>
        </pc:sldMkLst>
      </pc:sldChg>
      <pc:sldChg chg="del">
        <pc:chgData name="Chris Alvin" userId="1477fe7d-12c1-4dcd-b708-f1331679ff1c" providerId="ADAL" clId="{7976878A-5B10-4AD8-9C29-79D6743A5929}" dt="2025-05-14T18:07:45.023" v="5565" actId="47"/>
        <pc:sldMkLst>
          <pc:docMk/>
          <pc:sldMk cId="205019521" sldId="454"/>
        </pc:sldMkLst>
      </pc:sldChg>
      <pc:sldChg chg="del">
        <pc:chgData name="Chris Alvin" userId="1477fe7d-12c1-4dcd-b708-f1331679ff1c" providerId="ADAL" clId="{7976878A-5B10-4AD8-9C29-79D6743A5929}" dt="2025-05-14T18:07:43.650" v="5563" actId="47"/>
        <pc:sldMkLst>
          <pc:docMk/>
          <pc:sldMk cId="895025596" sldId="455"/>
        </pc:sldMkLst>
      </pc:sldChg>
      <pc:sldChg chg="del">
        <pc:chgData name="Chris Alvin" userId="1477fe7d-12c1-4dcd-b708-f1331679ff1c" providerId="ADAL" clId="{7976878A-5B10-4AD8-9C29-79D6743A5929}" dt="2025-05-14T18:07:43.002" v="5561" actId="47"/>
        <pc:sldMkLst>
          <pc:docMk/>
          <pc:sldMk cId="2812581051" sldId="456"/>
        </pc:sldMkLst>
      </pc:sldChg>
      <pc:sldChg chg="del">
        <pc:chgData name="Chris Alvin" userId="1477fe7d-12c1-4dcd-b708-f1331679ff1c" providerId="ADAL" clId="{7976878A-5B10-4AD8-9C29-79D6743A5929}" dt="2025-05-14T18:07:45.592" v="5566" actId="47"/>
        <pc:sldMkLst>
          <pc:docMk/>
          <pc:sldMk cId="946723440" sldId="457"/>
        </pc:sldMkLst>
      </pc:sldChg>
      <pc:sldChg chg="del">
        <pc:chgData name="Chris Alvin" userId="1477fe7d-12c1-4dcd-b708-f1331679ff1c" providerId="ADAL" clId="{7976878A-5B10-4AD8-9C29-79D6743A5929}" dt="2025-05-14T18:07:45.668" v="5567" actId="47"/>
        <pc:sldMkLst>
          <pc:docMk/>
          <pc:sldMk cId="1066464949" sldId="458"/>
        </pc:sldMkLst>
      </pc:sldChg>
      <pc:sldChg chg="del">
        <pc:chgData name="Chris Alvin" userId="1477fe7d-12c1-4dcd-b708-f1331679ff1c" providerId="ADAL" clId="{7976878A-5B10-4AD8-9C29-79D6743A5929}" dt="2025-05-14T18:07:45.714" v="5568" actId="47"/>
        <pc:sldMkLst>
          <pc:docMk/>
          <pc:sldMk cId="2829270210" sldId="459"/>
        </pc:sldMkLst>
      </pc:sldChg>
      <pc:sldChg chg="del">
        <pc:chgData name="Chris Alvin" userId="1477fe7d-12c1-4dcd-b708-f1331679ff1c" providerId="ADAL" clId="{7976878A-5B10-4AD8-9C29-79D6743A5929}" dt="2025-05-14T18:07:45.791" v="5569" actId="47"/>
        <pc:sldMkLst>
          <pc:docMk/>
          <pc:sldMk cId="2625430326" sldId="460"/>
        </pc:sldMkLst>
      </pc:sldChg>
      <pc:sldChg chg="del">
        <pc:chgData name="Chris Alvin" userId="1477fe7d-12c1-4dcd-b708-f1331679ff1c" providerId="ADAL" clId="{7976878A-5B10-4AD8-9C29-79D6743A5929}" dt="2025-05-14T18:07:45.905" v="5570" actId="47"/>
        <pc:sldMkLst>
          <pc:docMk/>
          <pc:sldMk cId="491794072" sldId="461"/>
        </pc:sldMkLst>
      </pc:sldChg>
      <pc:sldChg chg="del">
        <pc:chgData name="Chris Alvin" userId="1477fe7d-12c1-4dcd-b708-f1331679ff1c" providerId="ADAL" clId="{7976878A-5B10-4AD8-9C29-79D6743A5929}" dt="2025-05-14T18:07:45.972" v="5571" actId="47"/>
        <pc:sldMkLst>
          <pc:docMk/>
          <pc:sldMk cId="2275880320" sldId="462"/>
        </pc:sldMkLst>
      </pc:sldChg>
      <pc:sldChg chg="del">
        <pc:chgData name="Chris Alvin" userId="1477fe7d-12c1-4dcd-b708-f1331679ff1c" providerId="ADAL" clId="{7976878A-5B10-4AD8-9C29-79D6743A5929}" dt="2025-05-14T18:07:46.998" v="5573" actId="47"/>
        <pc:sldMkLst>
          <pc:docMk/>
          <pc:sldMk cId="2431534461" sldId="463"/>
        </pc:sldMkLst>
      </pc:sldChg>
      <pc:sldChg chg="del">
        <pc:chgData name="Chris Alvin" userId="1477fe7d-12c1-4dcd-b708-f1331679ff1c" providerId="ADAL" clId="{7976878A-5B10-4AD8-9C29-79D6743A5929}" dt="2025-05-14T18:07:47.599" v="5574" actId="47"/>
        <pc:sldMkLst>
          <pc:docMk/>
          <pc:sldMk cId="2630519163" sldId="464"/>
        </pc:sldMkLst>
      </pc:sldChg>
      <pc:sldChg chg="del">
        <pc:chgData name="Chris Alvin" userId="1477fe7d-12c1-4dcd-b708-f1331679ff1c" providerId="ADAL" clId="{7976878A-5B10-4AD8-9C29-79D6743A5929}" dt="2025-05-14T18:07:43.908" v="5564" actId="47"/>
        <pc:sldMkLst>
          <pc:docMk/>
          <pc:sldMk cId="3163421995" sldId="466"/>
        </pc:sldMkLst>
      </pc:sldChg>
      <pc:sldChg chg="del">
        <pc:chgData name="Chris Alvin" userId="1477fe7d-12c1-4dcd-b708-f1331679ff1c" providerId="ADAL" clId="{7976878A-5B10-4AD8-9C29-79D6743A5929}" dt="2025-05-14T18:07:46.216" v="5572" actId="47"/>
        <pc:sldMkLst>
          <pc:docMk/>
          <pc:sldMk cId="3683945049" sldId="467"/>
        </pc:sldMkLst>
      </pc:sldChg>
      <pc:sldChg chg="del">
        <pc:chgData name="Chris Alvin" userId="1477fe7d-12c1-4dcd-b708-f1331679ff1c" providerId="ADAL" clId="{7976878A-5B10-4AD8-9C29-79D6743A5929}" dt="2025-05-14T18:07:49.279" v="5577" actId="47"/>
        <pc:sldMkLst>
          <pc:docMk/>
          <pc:sldMk cId="2440365902" sldId="468"/>
        </pc:sldMkLst>
      </pc:sldChg>
      <pc:sldChg chg="del">
        <pc:chgData name="Chris Alvin" userId="1477fe7d-12c1-4dcd-b708-f1331679ff1c" providerId="ADAL" clId="{7976878A-5B10-4AD8-9C29-79D6743A5929}" dt="2025-05-14T18:07:50.087" v="5578" actId="47"/>
        <pc:sldMkLst>
          <pc:docMk/>
          <pc:sldMk cId="1469416666" sldId="469"/>
        </pc:sldMkLst>
      </pc:sldChg>
      <pc:sldChg chg="del">
        <pc:chgData name="Chris Alvin" userId="1477fe7d-12c1-4dcd-b708-f1331679ff1c" providerId="ADAL" clId="{7976878A-5B10-4AD8-9C29-79D6743A5929}" dt="2025-05-14T18:07:48.101" v="5575" actId="47"/>
        <pc:sldMkLst>
          <pc:docMk/>
          <pc:sldMk cId="3403764859" sldId="470"/>
        </pc:sldMkLst>
      </pc:sldChg>
      <pc:sldChg chg="del">
        <pc:chgData name="Chris Alvin" userId="1477fe7d-12c1-4dcd-b708-f1331679ff1c" providerId="ADAL" clId="{7976878A-5B10-4AD8-9C29-79D6743A5929}" dt="2025-05-14T18:07:48.688" v="5576" actId="47"/>
        <pc:sldMkLst>
          <pc:docMk/>
          <pc:sldMk cId="3129663158" sldId="471"/>
        </pc:sldMkLst>
      </pc:sldChg>
      <pc:sldChg chg="del">
        <pc:chgData name="Chris Alvin" userId="1477fe7d-12c1-4dcd-b708-f1331679ff1c" providerId="ADAL" clId="{7976878A-5B10-4AD8-9C29-79D6743A5929}" dt="2025-05-14T18:07:51.017" v="5579" actId="47"/>
        <pc:sldMkLst>
          <pc:docMk/>
          <pc:sldMk cId="2547813473" sldId="472"/>
        </pc:sldMkLst>
      </pc:sldChg>
      <pc:sldChg chg="addSp delSp modSp new del mod">
        <pc:chgData name="Chris Alvin" userId="1477fe7d-12c1-4dcd-b708-f1331679ff1c" providerId="ADAL" clId="{7976878A-5B10-4AD8-9C29-79D6743A5929}" dt="2025-05-12T19:15:27.047" v="52" actId="680"/>
        <pc:sldMkLst>
          <pc:docMk/>
          <pc:sldMk cId="582585009" sldId="473"/>
        </pc:sldMkLst>
      </pc:sldChg>
      <pc:sldChg chg="delSp new del mod">
        <pc:chgData name="Chris Alvin" userId="1477fe7d-12c1-4dcd-b708-f1331679ff1c" providerId="ADAL" clId="{7976878A-5B10-4AD8-9C29-79D6743A5929}" dt="2025-05-14T18:07:42.447" v="5560" actId="47"/>
        <pc:sldMkLst>
          <pc:docMk/>
          <pc:sldMk cId="2319382303" sldId="473"/>
        </pc:sldMkLst>
      </pc:sldChg>
      <pc:sldChg chg="add del modTransition">
        <pc:chgData name="Chris Alvin" userId="1477fe7d-12c1-4dcd-b708-f1331679ff1c" providerId="ADAL" clId="{7976878A-5B10-4AD8-9C29-79D6743A5929}" dt="2025-05-14T14:16:32.111" v="3769" actId="47"/>
        <pc:sldMkLst>
          <pc:docMk/>
          <pc:sldMk cId="0" sldId="474"/>
        </pc:sldMkLst>
      </pc:sldChg>
      <pc:sldChg chg="delSp modSp add mod">
        <pc:chgData name="Chris Alvin" userId="1477fe7d-12c1-4dcd-b708-f1331679ff1c" providerId="ADAL" clId="{7976878A-5B10-4AD8-9C29-79D6743A5929}" dt="2025-05-12T19:36:18.725" v="236" actId="15"/>
        <pc:sldMkLst>
          <pc:docMk/>
          <pc:sldMk cId="3675226483" sldId="475"/>
        </pc:sldMkLst>
      </pc:sldChg>
      <pc:sldChg chg="addSp delSp modSp new mod">
        <pc:chgData name="Chris Alvin" userId="1477fe7d-12c1-4dcd-b708-f1331679ff1c" providerId="ADAL" clId="{7976878A-5B10-4AD8-9C29-79D6743A5929}" dt="2025-05-13T18:28:49.239" v="2475" actId="1076"/>
        <pc:sldMkLst>
          <pc:docMk/>
          <pc:sldMk cId="4291674975" sldId="476"/>
        </pc:sldMkLst>
      </pc:sldChg>
      <pc:sldChg chg="addSp delSp modSp add mod">
        <pc:chgData name="Chris Alvin" userId="1477fe7d-12c1-4dcd-b708-f1331679ff1c" providerId="ADAL" clId="{7976878A-5B10-4AD8-9C29-79D6743A5929}" dt="2025-05-14T14:41:09.662" v="4086" actId="1076"/>
        <pc:sldMkLst>
          <pc:docMk/>
          <pc:sldMk cId="3021432234" sldId="4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xkcd.com/1134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7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1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110.png"/><Relationship Id="rId5" Type="http://schemas.openxmlformats.org/officeDocument/2006/relationships/image" Target="../media/image33.png"/><Relationship Id="rId10" Type="http://schemas.openxmlformats.org/officeDocument/2006/relationships/image" Target="../media/image100.png"/><Relationship Id="rId4" Type="http://schemas.openxmlformats.org/officeDocument/2006/relationships/image" Target="../media/image32.png"/><Relationship Id="rId9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30.png"/><Relationship Id="rId18" Type="http://schemas.openxmlformats.org/officeDocument/2006/relationships/image" Target="../media/image380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320.png"/><Relationship Id="rId17" Type="http://schemas.openxmlformats.org/officeDocument/2006/relationships/image" Target="../media/image370.png"/><Relationship Id="rId2" Type="http://schemas.openxmlformats.org/officeDocument/2006/relationships/image" Target="../media/image220.png"/><Relationship Id="rId16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0.png"/><Relationship Id="rId5" Type="http://schemas.openxmlformats.org/officeDocument/2006/relationships/image" Target="../media/image250.png"/><Relationship Id="rId15" Type="http://schemas.openxmlformats.org/officeDocument/2006/relationships/image" Target="../media/image350.png"/><Relationship Id="rId10" Type="http://schemas.openxmlformats.org/officeDocument/2006/relationships/image" Target="../media/image300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Relationship Id="rId14" Type="http://schemas.openxmlformats.org/officeDocument/2006/relationships/image" Target="../media/image34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jp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53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12" Type="http://schemas.openxmlformats.org/officeDocument/2006/relationships/image" Target="../media/image81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80.png"/><Relationship Id="rId5" Type="http://schemas.openxmlformats.org/officeDocument/2006/relationships/image" Target="../media/image73.png"/><Relationship Id="rId10" Type="http://schemas.openxmlformats.org/officeDocument/2006/relationships/image" Target="../media/image79.png"/><Relationship Id="rId4" Type="http://schemas.openxmlformats.org/officeDocument/2006/relationships/image" Target="../media/image720.png"/><Relationship Id="rId9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29496"/>
            <a:ext cx="9144000" cy="1307736"/>
          </a:xfrm>
        </p:spPr>
        <p:txBody>
          <a:bodyPr>
            <a:normAutofit/>
          </a:bodyPr>
          <a:lstStyle/>
          <a:p>
            <a:r>
              <a:rPr lang="en-US" dirty="0"/>
              <a:t>Uniformed Search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414247B-FB92-946F-65A0-3B888D616AD0}"/>
              </a:ext>
            </a:extLst>
          </p:cNvPr>
          <p:cNvGrpSpPr/>
          <p:nvPr/>
        </p:nvGrpSpPr>
        <p:grpSpPr>
          <a:xfrm>
            <a:off x="3785118" y="3429000"/>
            <a:ext cx="4621763" cy="3240358"/>
            <a:chOff x="7570237" y="3617642"/>
            <a:chExt cx="4621763" cy="32403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F47D-F22B-20EA-F994-7D594567D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97" b="1233"/>
            <a:stretch>
              <a:fillRect/>
            </a:stretch>
          </p:blipFill>
          <p:spPr>
            <a:xfrm>
              <a:off x="7570237" y="3617642"/>
              <a:ext cx="4621763" cy="324035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F69F10-FD20-1A57-CA43-B5880B46B540}"/>
                </a:ext>
              </a:extLst>
            </p:cNvPr>
            <p:cNvSpPr/>
            <p:nvPr/>
          </p:nvSpPr>
          <p:spPr>
            <a:xfrm>
              <a:off x="10593355" y="5330889"/>
              <a:ext cx="1524000" cy="192833"/>
            </a:xfrm>
            <a:prstGeom prst="rect">
              <a:avLst/>
            </a:prstGeom>
            <a:noFill/>
            <a:ln w="22225">
              <a:solidFill>
                <a:srgbClr val="1306BA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95A61EC-7CE1-EE32-A042-C09EDC1B0B45}"/>
              </a:ext>
            </a:extLst>
          </p:cNvPr>
          <p:cNvSpPr txBox="1"/>
          <p:nvPr/>
        </p:nvSpPr>
        <p:spPr>
          <a:xfrm>
            <a:off x="8332236" y="6296505"/>
            <a:ext cx="1965776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Poppy is into it.</a:t>
            </a:r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A Motivating Example</a:t>
            </a:r>
            <a:endParaRPr lang="en-US" sz="360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0511DB0-E4E5-4083-87B7-9737C0E5856C}"/>
              </a:ext>
            </a:extLst>
          </p:cNvPr>
          <p:cNvSpPr txBox="1">
            <a:spLocks noChangeArrowheads="1"/>
          </p:cNvSpPr>
          <p:nvPr/>
        </p:nvSpPr>
        <p:spPr>
          <a:xfrm>
            <a:off x="596788" y="849730"/>
            <a:ext cx="11206698" cy="865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2400"/>
              </a:spcBef>
              <a:buNone/>
            </a:pPr>
            <a:endParaRPr lang="en-US" alt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98D2F4-CE2E-5FBB-97FD-377A2515D3E2}"/>
              </a:ext>
            </a:extLst>
          </p:cNvPr>
          <p:cNvSpPr txBox="1"/>
          <p:nvPr/>
        </p:nvSpPr>
        <p:spPr>
          <a:xfrm>
            <a:off x="9672735" y="6371644"/>
            <a:ext cx="24259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hlinkClick r:id="rId2"/>
              </a:rPr>
              <a:t>https://xkcd.com/1134/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E808A-E4A7-DA2D-DA4E-FB11D3364C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796"/>
          <a:stretch/>
        </p:blipFill>
        <p:spPr>
          <a:xfrm>
            <a:off x="596788" y="2649697"/>
            <a:ext cx="5284065" cy="1805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DD44CF-1569-4867-7AC7-709AD261E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06"/>
          <a:stretch/>
        </p:blipFill>
        <p:spPr>
          <a:xfrm>
            <a:off x="6428963" y="948082"/>
            <a:ext cx="5284065" cy="535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55E2D0-F10E-2126-980F-1B8F5476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447" y="1803918"/>
            <a:ext cx="8195106" cy="273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4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7A2F-AE1D-510F-0714-E4C35CF9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0DD559CE-21B6-12B5-1C31-A9398941658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Search Example: Jugs</a:t>
            </a:r>
            <a:endParaRPr lang="en-US" sz="3600" dirty="0"/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E3337463-4F08-06FE-6983-60DF76FD96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6233" y="161357"/>
            <a:ext cx="1340226" cy="1529675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01CAF912-D53B-5C00-D70F-D60696326F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6459" y="433507"/>
            <a:ext cx="864052" cy="985373"/>
          </a:xfrm>
          <a:prstGeom prst="rect">
            <a:avLst/>
          </a:prstGeom>
        </p:spPr>
      </p:pic>
      <p:sp>
        <p:nvSpPr>
          <p:cNvPr id="7" name="Title 12">
            <a:extLst>
              <a:ext uri="{FF2B5EF4-FFF2-40B4-BE49-F238E27FC236}">
                <a16:creationId xmlns:a16="http://schemas.microsoft.com/office/drawing/2014/main" id="{D194FB85-4F48-7804-B59A-5FAE0961A845}"/>
              </a:ext>
            </a:extLst>
          </p:cNvPr>
          <p:cNvSpPr txBox="1">
            <a:spLocks/>
          </p:cNvSpPr>
          <p:nvPr/>
        </p:nvSpPr>
        <p:spPr>
          <a:xfrm>
            <a:off x="9531404" y="1341299"/>
            <a:ext cx="867465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0" i="0" dirty="0">
                <a:solidFill>
                  <a:srgbClr val="1306BA"/>
                </a:solidFill>
                <a:latin typeface="+mj-lt"/>
              </a:rPr>
              <a:t>5</a:t>
            </a:r>
            <a:endParaRPr lang="en-US" sz="2800" dirty="0">
              <a:solidFill>
                <a:srgbClr val="1306BA"/>
              </a:solidFill>
            </a:endParaRPr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10292B8A-0084-76CA-AB0E-8248BCEE0450}"/>
              </a:ext>
            </a:extLst>
          </p:cNvPr>
          <p:cNvSpPr txBox="1">
            <a:spLocks/>
          </p:cNvSpPr>
          <p:nvPr/>
        </p:nvSpPr>
        <p:spPr>
          <a:xfrm>
            <a:off x="10766858" y="1341299"/>
            <a:ext cx="867465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0" i="0" dirty="0">
                <a:solidFill>
                  <a:srgbClr val="1306BA"/>
                </a:solidFill>
                <a:latin typeface="+mj-lt"/>
              </a:rPr>
              <a:t>2</a:t>
            </a:r>
            <a:endParaRPr lang="en-US" sz="2800" dirty="0">
              <a:solidFill>
                <a:srgbClr val="1306B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E44390-D94D-3D3D-F00F-F784A0E21F35}"/>
                  </a:ext>
                </a:extLst>
              </p:cNvPr>
              <p:cNvSpPr txBox="1"/>
              <p:nvPr/>
            </p:nvSpPr>
            <p:spPr>
              <a:xfrm>
                <a:off x="633122" y="1450161"/>
                <a:ext cx="81832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State Representation: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(#gallons in 5-gal, #gallons in 3-gal)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E44390-D94D-3D3D-F00F-F784A0E21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22" y="1450161"/>
                <a:ext cx="8183233" cy="400110"/>
              </a:xfrm>
              <a:prstGeom prst="rect">
                <a:avLst/>
              </a:prstGeom>
              <a:blipFill>
                <a:blip r:embed="rId3"/>
                <a:stretch>
                  <a:fillRect l="-820" t="-9091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EBFC353-C395-CDB3-C8DD-0A2EB3537FEC}"/>
              </a:ext>
            </a:extLst>
          </p:cNvPr>
          <p:cNvSpPr txBox="1"/>
          <p:nvPr/>
        </p:nvSpPr>
        <p:spPr>
          <a:xfrm>
            <a:off x="633122" y="926195"/>
            <a:ext cx="695809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Given: </a:t>
            </a:r>
            <a:r>
              <a:rPr lang="en-US" sz="2000" dirty="0"/>
              <a:t>5-gallon jug and 2-gallon jug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C6754F-C62D-A1AF-714C-ACD886C88D7D}"/>
                  </a:ext>
                </a:extLst>
              </p:cNvPr>
              <p:cNvSpPr txBox="1"/>
              <p:nvPr/>
            </p:nvSpPr>
            <p:spPr>
              <a:xfrm>
                <a:off x="633122" y="2506025"/>
                <a:ext cx="213887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Initial State: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5,0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C6754F-C62D-A1AF-714C-ACD886C88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22" y="2506025"/>
                <a:ext cx="2138878" cy="400110"/>
              </a:xfrm>
              <a:prstGeom prst="rect">
                <a:avLst/>
              </a:prstGeom>
              <a:blipFill>
                <a:blip r:embed="rId4"/>
                <a:stretch>
                  <a:fillRect l="-3134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4800A72-9560-1EEF-5454-5E68AADBB0A4}"/>
              </a:ext>
            </a:extLst>
          </p:cNvPr>
          <p:cNvSpPr txBox="1"/>
          <p:nvPr/>
        </p:nvSpPr>
        <p:spPr>
          <a:xfrm>
            <a:off x="633122" y="3031950"/>
            <a:ext cx="141167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Transitions: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C815E5-7E7F-223B-FABE-FFD9171D4F58}"/>
                  </a:ext>
                </a:extLst>
              </p:cNvPr>
              <p:cNvSpPr txBox="1"/>
              <p:nvPr/>
            </p:nvSpPr>
            <p:spPr>
              <a:xfrm>
                <a:off x="7068752" y="3499577"/>
                <a:ext cx="174760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C815E5-7E7F-223B-FABE-FFD9171D4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52" y="3499577"/>
                <a:ext cx="1747603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B04EB98-3EA3-257D-FACF-A28E4DB3467D}"/>
              </a:ext>
            </a:extLst>
          </p:cNvPr>
          <p:cNvSpPr txBox="1"/>
          <p:nvPr/>
        </p:nvSpPr>
        <p:spPr>
          <a:xfrm>
            <a:off x="1125000" y="3499577"/>
            <a:ext cx="23598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dirty="0"/>
              <a:t>Empty the 5-gallon jug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455EAC-03FE-3177-E5FC-BB59CAC98C90}"/>
                  </a:ext>
                </a:extLst>
              </p:cNvPr>
              <p:cNvSpPr txBox="1"/>
              <p:nvPr/>
            </p:nvSpPr>
            <p:spPr>
              <a:xfrm>
                <a:off x="7068752" y="3995591"/>
                <a:ext cx="174760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455EAC-03FE-3177-E5FC-BB59CAC9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52" y="3995591"/>
                <a:ext cx="1747603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82FC6749-2269-26E4-EA2E-B6162EFB95D3}"/>
              </a:ext>
            </a:extLst>
          </p:cNvPr>
          <p:cNvSpPr txBox="1"/>
          <p:nvPr/>
        </p:nvSpPr>
        <p:spPr>
          <a:xfrm>
            <a:off x="1125000" y="3995591"/>
            <a:ext cx="23598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dirty="0"/>
              <a:t>Empty the 2-gallon jug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017357-5D52-126E-28E3-9C2986101914}"/>
                  </a:ext>
                </a:extLst>
              </p:cNvPr>
              <p:cNvSpPr txBox="1"/>
              <p:nvPr/>
            </p:nvSpPr>
            <p:spPr>
              <a:xfrm>
                <a:off x="7102039" y="4463388"/>
                <a:ext cx="375442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+2,0</m:t>
                        </m:r>
                      </m:e>
                    </m:d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017357-5D52-126E-28E3-9C2986101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039" y="4463388"/>
                <a:ext cx="3754420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FC09CF3-5B35-CBF6-D860-4E7C0B95D0B5}"/>
              </a:ext>
            </a:extLst>
          </p:cNvPr>
          <p:cNvSpPr txBox="1"/>
          <p:nvPr/>
        </p:nvSpPr>
        <p:spPr>
          <a:xfrm>
            <a:off x="1124999" y="4494166"/>
            <a:ext cx="357169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Pour 2-gallon jug into 5-gallon jug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716A3B-CD8E-ECF5-14BC-0F99E38BC7D7}"/>
                  </a:ext>
                </a:extLst>
              </p:cNvPr>
              <p:cNvSpPr txBox="1"/>
              <p:nvPr/>
            </p:nvSpPr>
            <p:spPr>
              <a:xfrm>
                <a:off x="7102039" y="4944797"/>
                <a:ext cx="37544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−2,2</m:t>
                        </m:r>
                      </m:e>
                    </m:d>
                  </m:oMath>
                </a14:m>
                <a:r>
                  <a:rPr lang="en-US" sz="2000" dirty="0"/>
                  <a:t> 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716A3B-CD8E-ECF5-14BC-0F99E38BC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039" y="4944797"/>
                <a:ext cx="3754419" cy="400110"/>
              </a:xfrm>
              <a:prstGeom prst="rect">
                <a:avLst/>
              </a:prstGeom>
              <a:blipFill>
                <a:blip r:embed="rId8"/>
                <a:stretch>
                  <a:fillRect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796E00E-FDB0-7F68-70DE-C214A7F01093}"/>
              </a:ext>
            </a:extLst>
          </p:cNvPr>
          <p:cNvSpPr txBox="1"/>
          <p:nvPr/>
        </p:nvSpPr>
        <p:spPr>
          <a:xfrm>
            <a:off x="1124999" y="4944797"/>
            <a:ext cx="357169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Pour 5-gallon jug into 2-gallon jug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B36AD3-8B60-B52F-4D53-BDC4A4170265}"/>
                  </a:ext>
                </a:extLst>
              </p:cNvPr>
              <p:cNvSpPr txBox="1"/>
              <p:nvPr/>
            </p:nvSpPr>
            <p:spPr>
              <a:xfrm>
                <a:off x="7102039" y="5437164"/>
                <a:ext cx="163467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B36AD3-8B60-B52F-4D53-BDC4A4170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039" y="5437164"/>
                <a:ext cx="16346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3FD666D-1898-D607-6582-C19B765B4AA7}"/>
              </a:ext>
            </a:extLst>
          </p:cNvPr>
          <p:cNvSpPr txBox="1"/>
          <p:nvPr/>
        </p:nvSpPr>
        <p:spPr>
          <a:xfrm>
            <a:off x="1124999" y="5437164"/>
            <a:ext cx="461021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Pour 1 gallon from 5-gallon jug into 2-gallon jug</a:t>
            </a:r>
            <a:endParaRPr lang="en-US" sz="1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B0DE76-036F-27E0-4AD6-EDF6B5D01C30}"/>
              </a:ext>
            </a:extLst>
          </p:cNvPr>
          <p:cNvSpPr txBox="1"/>
          <p:nvPr/>
        </p:nvSpPr>
        <p:spPr>
          <a:xfrm>
            <a:off x="633122" y="1978093"/>
            <a:ext cx="250908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Goal: </a:t>
            </a:r>
            <a:r>
              <a:rPr lang="en-US" sz="2000" dirty="0"/>
              <a:t>Acquire 1 gallon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7C416D-557C-D18C-C210-013EE0532872}"/>
                  </a:ext>
                </a:extLst>
              </p:cNvPr>
              <p:cNvSpPr txBox="1"/>
              <p:nvPr/>
            </p:nvSpPr>
            <p:spPr>
              <a:xfrm>
                <a:off x="3484800" y="1976186"/>
                <a:ext cx="725565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Goal States: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∗,1</m:t>
                        </m:r>
                      </m:e>
                    </m:d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∗</m:t>
                        </m:r>
                      </m:e>
                    </m:d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000" dirty="0"/>
                  <a:t> refers to any amount in the jug.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7C416D-557C-D18C-C210-013EE0532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00" y="1976186"/>
                <a:ext cx="7255656" cy="400110"/>
              </a:xfrm>
              <a:prstGeom prst="rect">
                <a:avLst/>
              </a:prstGeom>
              <a:blipFill>
                <a:blip r:embed="rId10"/>
                <a:stretch>
                  <a:fillRect l="-924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4B27FCE6-3554-6407-043B-DD682C0F9702}"/>
              </a:ext>
            </a:extLst>
          </p:cNvPr>
          <p:cNvSpPr txBox="1"/>
          <p:nvPr/>
        </p:nvSpPr>
        <p:spPr>
          <a:xfrm>
            <a:off x="1708025" y="6113461"/>
            <a:ext cx="87759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(These transitions imply you cannot measure or pour a specific amount of water from a jug.)</a:t>
            </a:r>
          </a:p>
        </p:txBody>
      </p:sp>
    </p:spTree>
    <p:extLst>
      <p:ext uri="{BB962C8B-B14F-4D97-AF65-F5344CB8AC3E}">
        <p14:creationId xmlns:p14="http://schemas.microsoft.com/office/powerpoint/2010/main" val="367522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E27E-00A6-D6E9-45E8-5EBEC05A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68A90070-9B35-DA27-934F-77C6B749624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</a:t>
            </a:r>
            <a:r>
              <a:rPr lang="en-US" sz="3600" b="0" i="0" dirty="0">
                <a:latin typeface="+mj-lt"/>
              </a:rPr>
              <a:t>FS </a:t>
            </a:r>
            <a:r>
              <a:rPr lang="en-US" sz="3600" dirty="0"/>
              <a:t>Search of Jugs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1740F1-52A3-B8AA-BC68-C22EAD89E4CE}"/>
                  </a:ext>
                </a:extLst>
              </p:cNvPr>
              <p:cNvSpPr txBox="1"/>
              <p:nvPr/>
            </p:nvSpPr>
            <p:spPr>
              <a:xfrm>
                <a:off x="6798919" y="916454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1740F1-52A3-B8AA-BC68-C22EAD89E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19" y="916454"/>
                <a:ext cx="97123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6DD108-8FC5-C304-37D6-FED5B748298C}"/>
                  </a:ext>
                </a:extLst>
              </p:cNvPr>
              <p:cNvSpPr txBox="1"/>
              <p:nvPr/>
            </p:nvSpPr>
            <p:spPr>
              <a:xfrm>
                <a:off x="3293881" y="2071923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6DD108-8FC5-C304-37D6-FED5B7482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881" y="2071923"/>
                <a:ext cx="97123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BEA435-F5A1-1AD2-D450-34F2BC5535C5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779499" y="1316564"/>
            <a:ext cx="3505038" cy="755359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C017A-80C6-A032-15CA-FEA924E73C84}"/>
                  </a:ext>
                </a:extLst>
              </p:cNvPr>
              <p:cNvSpPr txBox="1"/>
              <p:nvPr/>
            </p:nvSpPr>
            <p:spPr>
              <a:xfrm>
                <a:off x="4588403" y="2071923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6C017A-80C6-A032-15CA-FEA924E73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403" y="2071923"/>
                <a:ext cx="97123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652D0C7-F3FE-CDEA-CAD3-459AA52CBBFF}"/>
              </a:ext>
            </a:extLst>
          </p:cNvPr>
          <p:cNvCxnSpPr>
            <a:cxnSpLocks/>
            <a:stCxn id="5" idx="2"/>
            <a:endCxn id="45" idx="0"/>
          </p:cNvCxnSpPr>
          <p:nvPr/>
        </p:nvCxnSpPr>
        <p:spPr>
          <a:xfrm flipH="1">
            <a:off x="5074021" y="1316564"/>
            <a:ext cx="2210516" cy="755359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5799EE9-E494-C311-67B4-E9830C7423AF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792638" y="1316564"/>
            <a:ext cx="491899" cy="719818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E44267-6773-8BC5-85CC-9B3F2B5979F6}"/>
                  </a:ext>
                </a:extLst>
              </p:cNvPr>
              <p:cNvSpPr txBox="1"/>
              <p:nvPr/>
            </p:nvSpPr>
            <p:spPr>
              <a:xfrm>
                <a:off x="8104129" y="2071923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E44267-6773-8BC5-85CC-9B3F2B597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129" y="2071923"/>
                <a:ext cx="97123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A04E1CD-7810-7118-6A8E-95E407AE4090}"/>
              </a:ext>
            </a:extLst>
          </p:cNvPr>
          <p:cNvCxnSpPr>
            <a:cxnSpLocks/>
            <a:stCxn id="5" idx="2"/>
            <a:endCxn id="56" idx="0"/>
          </p:cNvCxnSpPr>
          <p:nvPr/>
        </p:nvCxnSpPr>
        <p:spPr>
          <a:xfrm>
            <a:off x="7284537" y="1316564"/>
            <a:ext cx="1305210" cy="755359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5DC1A72-AB34-E99E-86FA-48D6971A870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284537" y="1316564"/>
            <a:ext cx="2752993" cy="719346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94653B4-A092-25C9-AB33-94DA45B6F582}"/>
              </a:ext>
            </a:extLst>
          </p:cNvPr>
          <p:cNvSpPr txBox="1"/>
          <p:nvPr/>
        </p:nvSpPr>
        <p:spPr>
          <a:xfrm>
            <a:off x="183563" y="121866"/>
            <a:ext cx="456487" cy="17851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582C83"/>
                </a:solidFill>
              </a:rPr>
              <a:t>T1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582C83"/>
                </a:solidFill>
              </a:rPr>
              <a:t>T2</a:t>
            </a:r>
          </a:p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582C83"/>
                </a:solidFill>
              </a:rPr>
              <a:t>T3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582C83"/>
                </a:solidFill>
              </a:rPr>
              <a:t>T4</a:t>
            </a:r>
          </a:p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582C83"/>
                </a:solidFill>
              </a:rPr>
              <a:t>T5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A27FBC-867C-0ECB-A0C6-D69B9379E75F}"/>
              </a:ext>
            </a:extLst>
          </p:cNvPr>
          <p:cNvSpPr txBox="1"/>
          <p:nvPr/>
        </p:nvSpPr>
        <p:spPr>
          <a:xfrm>
            <a:off x="5003836" y="1490796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7E394C-373E-845A-CB12-D3A85FA2F053}"/>
              </a:ext>
            </a:extLst>
          </p:cNvPr>
          <p:cNvSpPr txBox="1"/>
          <p:nvPr/>
        </p:nvSpPr>
        <p:spPr>
          <a:xfrm>
            <a:off x="8932173" y="1531606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T5</a:t>
            </a:r>
          </a:p>
        </p:txBody>
      </p:sp>
      <p:sp>
        <p:nvSpPr>
          <p:cNvPr id="80" name="Multiplication Sign 79">
            <a:extLst>
              <a:ext uri="{FF2B5EF4-FFF2-40B4-BE49-F238E27FC236}">
                <a16:creationId xmlns:a16="http://schemas.microsoft.com/office/drawing/2014/main" id="{D910432A-FA41-77CF-99DA-A4CBA432B53F}"/>
              </a:ext>
            </a:extLst>
          </p:cNvPr>
          <p:cNvSpPr/>
          <p:nvPr/>
        </p:nvSpPr>
        <p:spPr>
          <a:xfrm>
            <a:off x="9771523" y="1975177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Multiplication Sign 81">
            <a:extLst>
              <a:ext uri="{FF2B5EF4-FFF2-40B4-BE49-F238E27FC236}">
                <a16:creationId xmlns:a16="http://schemas.microsoft.com/office/drawing/2014/main" id="{EEF60082-EB68-BA76-121D-AE0A0180CBE5}"/>
              </a:ext>
            </a:extLst>
          </p:cNvPr>
          <p:cNvSpPr/>
          <p:nvPr/>
        </p:nvSpPr>
        <p:spPr>
          <a:xfrm>
            <a:off x="3513490" y="2603455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051DEA4-786F-2D95-74AC-133B6726E597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5074021" y="2472033"/>
            <a:ext cx="0" cy="161518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Multiplication Sign 85">
            <a:extLst>
              <a:ext uri="{FF2B5EF4-FFF2-40B4-BE49-F238E27FC236}">
                <a16:creationId xmlns:a16="http://schemas.microsoft.com/office/drawing/2014/main" id="{F78CA501-277B-EC9B-91A1-4C9853A22420}"/>
              </a:ext>
            </a:extLst>
          </p:cNvPr>
          <p:cNvSpPr/>
          <p:nvPr/>
        </p:nvSpPr>
        <p:spPr>
          <a:xfrm>
            <a:off x="4808012" y="2603455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80084F-875C-4C4C-90E6-3D29D1839F00}"/>
              </a:ext>
            </a:extLst>
          </p:cNvPr>
          <p:cNvSpPr txBox="1"/>
          <p:nvPr/>
        </p:nvSpPr>
        <p:spPr>
          <a:xfrm>
            <a:off x="4505540" y="3060789"/>
            <a:ext cx="113695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Redundant State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74A086C-C57B-6C6F-FB75-5B6E23FF69A0}"/>
              </a:ext>
            </a:extLst>
          </p:cNvPr>
          <p:cNvSpPr txBox="1"/>
          <p:nvPr/>
        </p:nvSpPr>
        <p:spPr>
          <a:xfrm>
            <a:off x="3208636" y="3060789"/>
            <a:ext cx="113695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No water!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BAF2F9B-144F-1436-B97A-C9D9BDB9F3DA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777115" y="2472033"/>
            <a:ext cx="2384" cy="162302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Multiplication Sign 93">
            <a:extLst>
              <a:ext uri="{FF2B5EF4-FFF2-40B4-BE49-F238E27FC236}">
                <a16:creationId xmlns:a16="http://schemas.microsoft.com/office/drawing/2014/main" id="{6C527B38-2B7E-7320-9511-F9CB6B529AD7}"/>
              </a:ext>
            </a:extLst>
          </p:cNvPr>
          <p:cNvSpPr/>
          <p:nvPr/>
        </p:nvSpPr>
        <p:spPr>
          <a:xfrm>
            <a:off x="6521447" y="1975177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19E3499-9E75-4733-0E56-6C4A44528608}"/>
                  </a:ext>
                </a:extLst>
              </p:cNvPr>
              <p:cNvSpPr txBox="1"/>
              <p:nvPr/>
            </p:nvSpPr>
            <p:spPr>
              <a:xfrm>
                <a:off x="6218975" y="2507192"/>
                <a:ext cx="113695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≰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19E3499-9E75-4733-0E56-6C4A44528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975" y="2507192"/>
                <a:ext cx="1136958" cy="338554"/>
              </a:xfrm>
              <a:prstGeom prst="rect">
                <a:avLst/>
              </a:prstGeom>
              <a:blipFill>
                <a:blip r:embed="rId6"/>
                <a:stretch>
                  <a:fillRect b="-89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4AC8256A-6350-AAD3-EF9A-394EA22616EF}"/>
              </a:ext>
            </a:extLst>
          </p:cNvPr>
          <p:cNvSpPr txBox="1"/>
          <p:nvPr/>
        </p:nvSpPr>
        <p:spPr>
          <a:xfrm>
            <a:off x="5672065" y="1766149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6651407-1D6C-FAD1-EFF2-FB17B0F66EBF}"/>
              </a:ext>
            </a:extLst>
          </p:cNvPr>
          <p:cNvSpPr txBox="1"/>
          <p:nvPr/>
        </p:nvSpPr>
        <p:spPr>
          <a:xfrm>
            <a:off x="6700655" y="1531607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8378EA8-50CA-FFAC-67EE-9AD234A14B77}"/>
              </a:ext>
            </a:extLst>
          </p:cNvPr>
          <p:cNvSpPr txBox="1"/>
          <p:nvPr/>
        </p:nvSpPr>
        <p:spPr>
          <a:xfrm>
            <a:off x="7653716" y="1618203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9FE6F8B-8AD7-5FBC-0ADB-BEAAA7793C15}"/>
                  </a:ext>
                </a:extLst>
              </p:cNvPr>
              <p:cNvSpPr txBox="1"/>
              <p:nvPr/>
            </p:nvSpPr>
            <p:spPr>
              <a:xfrm>
                <a:off x="6254173" y="3900931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9FE6F8B-8AD7-5FBC-0ADB-BEAAA7793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173" y="3900931"/>
                <a:ext cx="97123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0ABAFCD-53A9-F731-7F43-A9DE46F2508B}"/>
              </a:ext>
            </a:extLst>
          </p:cNvPr>
          <p:cNvCxnSpPr>
            <a:cxnSpLocks/>
            <a:stCxn id="56" idx="2"/>
            <a:endCxn id="102" idx="0"/>
          </p:cNvCxnSpPr>
          <p:nvPr/>
        </p:nvCxnSpPr>
        <p:spPr>
          <a:xfrm flipH="1">
            <a:off x="6739791" y="2472033"/>
            <a:ext cx="1849956" cy="1428898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19E5552-4240-D607-531F-206EF0C92BDD}"/>
                  </a:ext>
                </a:extLst>
              </p:cNvPr>
              <p:cNvSpPr txBox="1"/>
              <p:nvPr/>
            </p:nvSpPr>
            <p:spPr>
              <a:xfrm>
                <a:off x="8459112" y="3885542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19E5552-4240-D607-531F-206EF0C92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112" y="3885542"/>
                <a:ext cx="97123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C88E45B-B7B6-4A44-CF6D-8F7383A6860E}"/>
              </a:ext>
            </a:extLst>
          </p:cNvPr>
          <p:cNvCxnSpPr>
            <a:cxnSpLocks/>
            <a:stCxn id="56" idx="2"/>
            <a:endCxn id="104" idx="0"/>
          </p:cNvCxnSpPr>
          <p:nvPr/>
        </p:nvCxnSpPr>
        <p:spPr>
          <a:xfrm>
            <a:off x="8589747" y="2472033"/>
            <a:ext cx="354983" cy="1413509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9F6C778-0802-F4B7-D45D-A6D9B2567E56}"/>
              </a:ext>
            </a:extLst>
          </p:cNvPr>
          <p:cNvCxnSpPr>
            <a:cxnSpLocks/>
            <a:stCxn id="56" idx="2"/>
            <a:endCxn id="126" idx="0"/>
          </p:cNvCxnSpPr>
          <p:nvPr/>
        </p:nvCxnSpPr>
        <p:spPr>
          <a:xfrm>
            <a:off x="8589747" y="2472033"/>
            <a:ext cx="2549747" cy="1422297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BA0B41-B067-2D14-9DEC-DEC84E3C01CD}"/>
              </a:ext>
            </a:extLst>
          </p:cNvPr>
          <p:cNvSpPr txBox="1"/>
          <p:nvPr/>
        </p:nvSpPr>
        <p:spPr>
          <a:xfrm>
            <a:off x="7288110" y="3001683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A60E287-712D-D743-429C-2E8BE8461B80}"/>
              </a:ext>
            </a:extLst>
          </p:cNvPr>
          <p:cNvSpPr txBox="1"/>
          <p:nvPr/>
        </p:nvSpPr>
        <p:spPr>
          <a:xfrm>
            <a:off x="8720382" y="2978972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E19CB69-8D66-B09D-B10B-B4749E487423}"/>
                  </a:ext>
                </a:extLst>
              </p:cNvPr>
              <p:cNvSpPr txBox="1"/>
              <p:nvPr/>
            </p:nvSpPr>
            <p:spPr>
              <a:xfrm>
                <a:off x="10653876" y="3894330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E19CB69-8D66-B09D-B10B-B4749E487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876" y="3894330"/>
                <a:ext cx="97123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A06380D-3FC6-D2D7-CFF9-C68EABF7FA3A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11139494" y="4294440"/>
            <a:ext cx="0" cy="161518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8" name="Multiplication Sign 127">
            <a:extLst>
              <a:ext uri="{FF2B5EF4-FFF2-40B4-BE49-F238E27FC236}">
                <a16:creationId xmlns:a16="http://schemas.microsoft.com/office/drawing/2014/main" id="{A6BEED1F-C139-9327-B1FB-299A5F5B427E}"/>
              </a:ext>
            </a:extLst>
          </p:cNvPr>
          <p:cNvSpPr/>
          <p:nvPr/>
        </p:nvSpPr>
        <p:spPr>
          <a:xfrm>
            <a:off x="10873485" y="4425862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0AB7BB1-3ECB-B11F-67A2-EDA2E86669B5}"/>
              </a:ext>
            </a:extLst>
          </p:cNvPr>
          <p:cNvSpPr txBox="1"/>
          <p:nvPr/>
        </p:nvSpPr>
        <p:spPr>
          <a:xfrm>
            <a:off x="10571013" y="4883196"/>
            <a:ext cx="113695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Redundant State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75AF377-D1FA-0003-4F73-E25660797F1F}"/>
              </a:ext>
            </a:extLst>
          </p:cNvPr>
          <p:cNvSpPr txBox="1"/>
          <p:nvPr/>
        </p:nvSpPr>
        <p:spPr>
          <a:xfrm>
            <a:off x="9809286" y="2952539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CD01DD9-1386-8E63-ABBB-9D8D6C5A519F}"/>
                  </a:ext>
                </a:extLst>
              </p:cNvPr>
              <p:cNvSpPr txBox="1"/>
              <p:nvPr/>
            </p:nvSpPr>
            <p:spPr>
              <a:xfrm>
                <a:off x="4856137" y="4820075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CD01DD9-1386-8E63-ABBB-9D8D6C5A5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137" y="4820075"/>
                <a:ext cx="97123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411DF43-951C-D4B8-83CA-C9D528682878}"/>
              </a:ext>
            </a:extLst>
          </p:cNvPr>
          <p:cNvCxnSpPr>
            <a:cxnSpLocks/>
            <a:stCxn id="102" idx="2"/>
            <a:endCxn id="140" idx="0"/>
          </p:cNvCxnSpPr>
          <p:nvPr/>
        </p:nvCxnSpPr>
        <p:spPr>
          <a:xfrm flipH="1">
            <a:off x="5341755" y="4301041"/>
            <a:ext cx="1398036" cy="519034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C52F7E7-8F19-6243-61A7-F6A4F325B465}"/>
              </a:ext>
            </a:extLst>
          </p:cNvPr>
          <p:cNvCxnSpPr>
            <a:cxnSpLocks/>
            <a:stCxn id="102" idx="2"/>
            <a:endCxn id="145" idx="0"/>
          </p:cNvCxnSpPr>
          <p:nvPr/>
        </p:nvCxnSpPr>
        <p:spPr>
          <a:xfrm>
            <a:off x="6739791" y="4301041"/>
            <a:ext cx="185492" cy="519034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2AB0C9F4-E165-5FEA-AF52-690401242174}"/>
              </a:ext>
            </a:extLst>
          </p:cNvPr>
          <p:cNvSpPr txBox="1"/>
          <p:nvPr/>
        </p:nvSpPr>
        <p:spPr>
          <a:xfrm>
            <a:off x="5713082" y="4317384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7B3CE94-3DC6-80E8-1B99-6B30F425511B}"/>
                  </a:ext>
                </a:extLst>
              </p:cNvPr>
              <p:cNvSpPr txBox="1"/>
              <p:nvPr/>
            </p:nvSpPr>
            <p:spPr>
              <a:xfrm>
                <a:off x="6439665" y="4820075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7B3CE94-3DC6-80E8-1B99-6B30F4255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665" y="4820075"/>
                <a:ext cx="971235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52437834-4151-7919-2DAE-A5933375BE7D}"/>
              </a:ext>
            </a:extLst>
          </p:cNvPr>
          <p:cNvSpPr txBox="1"/>
          <p:nvPr/>
        </p:nvSpPr>
        <p:spPr>
          <a:xfrm>
            <a:off x="6862949" y="4474298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T3</a:t>
            </a:r>
          </a:p>
        </p:txBody>
      </p:sp>
      <p:sp>
        <p:nvSpPr>
          <p:cNvPr id="149" name="Multiplication Sign 148">
            <a:extLst>
              <a:ext uri="{FF2B5EF4-FFF2-40B4-BE49-F238E27FC236}">
                <a16:creationId xmlns:a16="http://schemas.microsoft.com/office/drawing/2014/main" id="{55A24DAF-C8A3-6500-B531-8DA3611EBEDB}"/>
              </a:ext>
            </a:extLst>
          </p:cNvPr>
          <p:cNvSpPr/>
          <p:nvPr/>
        </p:nvSpPr>
        <p:spPr>
          <a:xfrm>
            <a:off x="5073582" y="5349877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DA15F53-A9A1-613E-D3FC-215C353EA70E}"/>
              </a:ext>
            </a:extLst>
          </p:cNvPr>
          <p:cNvSpPr txBox="1"/>
          <p:nvPr/>
        </p:nvSpPr>
        <p:spPr>
          <a:xfrm>
            <a:off x="4768728" y="5807211"/>
            <a:ext cx="113695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No water!</a:t>
            </a:r>
          </a:p>
          <a:p>
            <a:pPr algn="ctr"/>
            <a:r>
              <a:rPr lang="en-US" sz="1600" dirty="0"/>
              <a:t>+ Redundant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3BE25E9-8C10-25DA-5D53-6B81944B117D}"/>
              </a:ext>
            </a:extLst>
          </p:cNvPr>
          <p:cNvCxnSpPr>
            <a:cxnSpLocks/>
            <a:stCxn id="140" idx="2"/>
          </p:cNvCxnSpPr>
          <p:nvPr/>
        </p:nvCxnSpPr>
        <p:spPr>
          <a:xfrm flipH="1">
            <a:off x="5337207" y="5220185"/>
            <a:ext cx="4548" cy="160572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6" name="Multiplication Sign 155">
            <a:extLst>
              <a:ext uri="{FF2B5EF4-FFF2-40B4-BE49-F238E27FC236}">
                <a16:creationId xmlns:a16="http://schemas.microsoft.com/office/drawing/2014/main" id="{3F373E80-BBA1-B3BB-C9B1-8A3E3CB8BA1A}"/>
              </a:ext>
            </a:extLst>
          </p:cNvPr>
          <p:cNvSpPr/>
          <p:nvPr/>
        </p:nvSpPr>
        <p:spPr>
          <a:xfrm>
            <a:off x="6659275" y="5292125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28B306-7242-9119-4007-FAB20F9E62F2}"/>
              </a:ext>
            </a:extLst>
          </p:cNvPr>
          <p:cNvSpPr txBox="1"/>
          <p:nvPr/>
        </p:nvSpPr>
        <p:spPr>
          <a:xfrm>
            <a:off x="6354421" y="5749459"/>
            <a:ext cx="113695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Oscillation: Redundant States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C4D452F-C30D-96FC-1ACF-1D440A935BEB}"/>
              </a:ext>
            </a:extLst>
          </p:cNvPr>
          <p:cNvCxnSpPr>
            <a:cxnSpLocks/>
          </p:cNvCxnSpPr>
          <p:nvPr/>
        </p:nvCxnSpPr>
        <p:spPr>
          <a:xfrm flipH="1">
            <a:off x="6922900" y="5162433"/>
            <a:ext cx="4548" cy="160572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70BC4FA-0959-D249-2966-82E868687F43}"/>
                  </a:ext>
                </a:extLst>
              </p:cNvPr>
              <p:cNvSpPr txBox="1"/>
              <p:nvPr/>
            </p:nvSpPr>
            <p:spPr>
              <a:xfrm>
                <a:off x="7978612" y="4820075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70BC4FA-0959-D249-2966-82E868687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612" y="4820075"/>
                <a:ext cx="97123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02DA457-EA92-DDB6-811A-65E557A53812}"/>
              </a:ext>
            </a:extLst>
          </p:cNvPr>
          <p:cNvCxnSpPr>
            <a:cxnSpLocks/>
            <a:stCxn id="104" idx="2"/>
            <a:endCxn id="161" idx="0"/>
          </p:cNvCxnSpPr>
          <p:nvPr/>
        </p:nvCxnSpPr>
        <p:spPr>
          <a:xfrm flipH="1">
            <a:off x="8464230" y="4285652"/>
            <a:ext cx="480500" cy="534423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0B07D02-ECC6-558E-9B27-AC4A87802FE7}"/>
              </a:ext>
            </a:extLst>
          </p:cNvPr>
          <p:cNvCxnSpPr>
            <a:cxnSpLocks/>
            <a:stCxn id="104" idx="2"/>
            <a:endCxn id="165" idx="0"/>
          </p:cNvCxnSpPr>
          <p:nvPr/>
        </p:nvCxnSpPr>
        <p:spPr>
          <a:xfrm>
            <a:off x="8944730" y="4285652"/>
            <a:ext cx="475443" cy="534423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8115EE51-AB00-6CA0-2AC9-C7D03225375C}"/>
              </a:ext>
            </a:extLst>
          </p:cNvPr>
          <p:cNvSpPr txBox="1"/>
          <p:nvPr/>
        </p:nvSpPr>
        <p:spPr>
          <a:xfrm>
            <a:off x="8381944" y="4327467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061CD5F-EE46-116D-6F9B-0CE9ABA138BB}"/>
                  </a:ext>
                </a:extLst>
              </p:cNvPr>
              <p:cNvSpPr txBox="1"/>
              <p:nvPr/>
            </p:nvSpPr>
            <p:spPr>
              <a:xfrm>
                <a:off x="8934555" y="4820075"/>
                <a:ext cx="971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061CD5F-EE46-116D-6F9B-0CE9ABA13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555" y="4820075"/>
                <a:ext cx="971235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2738F89B-E4C8-B7ED-1520-303A02984EDD}"/>
              </a:ext>
            </a:extLst>
          </p:cNvPr>
          <p:cNvSpPr txBox="1"/>
          <p:nvPr/>
        </p:nvSpPr>
        <p:spPr>
          <a:xfrm>
            <a:off x="9126246" y="4307711"/>
            <a:ext cx="45648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82C83"/>
                </a:solidFill>
              </a:rPr>
              <a:t>T4</a:t>
            </a:r>
          </a:p>
        </p:txBody>
      </p:sp>
      <p:sp>
        <p:nvSpPr>
          <p:cNvPr id="167" name="Multiplication Sign 166">
            <a:extLst>
              <a:ext uri="{FF2B5EF4-FFF2-40B4-BE49-F238E27FC236}">
                <a16:creationId xmlns:a16="http://schemas.microsoft.com/office/drawing/2014/main" id="{6018EEAF-2604-3D8B-F0DA-131D7F32B45D}"/>
              </a:ext>
            </a:extLst>
          </p:cNvPr>
          <p:cNvSpPr/>
          <p:nvPr/>
        </p:nvSpPr>
        <p:spPr>
          <a:xfrm>
            <a:off x="8196057" y="5349877"/>
            <a:ext cx="532015" cy="532015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B65AE60-2E85-7E1B-145E-AA9B62FDFD82}"/>
              </a:ext>
            </a:extLst>
          </p:cNvPr>
          <p:cNvSpPr txBox="1"/>
          <p:nvPr/>
        </p:nvSpPr>
        <p:spPr>
          <a:xfrm>
            <a:off x="7901175" y="5807211"/>
            <a:ext cx="113695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No water!</a:t>
            </a:r>
          </a:p>
          <a:p>
            <a:pPr algn="ctr"/>
            <a:r>
              <a:rPr lang="en-US" sz="1600" dirty="0"/>
              <a:t>+ Redundant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DDC7DD4-4F86-E52B-A121-DC93C56E6D72}"/>
              </a:ext>
            </a:extLst>
          </p:cNvPr>
          <p:cNvCxnSpPr>
            <a:cxnSpLocks/>
            <a:stCxn id="161" idx="2"/>
          </p:cNvCxnSpPr>
          <p:nvPr/>
        </p:nvCxnSpPr>
        <p:spPr>
          <a:xfrm flipH="1">
            <a:off x="8459682" y="5220185"/>
            <a:ext cx="4548" cy="160572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4AC6DF2-1151-BB7D-27D7-EBF70592D979}"/>
              </a:ext>
            </a:extLst>
          </p:cNvPr>
          <p:cNvCxnSpPr>
            <a:cxnSpLocks/>
          </p:cNvCxnSpPr>
          <p:nvPr/>
        </p:nvCxnSpPr>
        <p:spPr>
          <a:xfrm flipH="1">
            <a:off x="9417790" y="5162433"/>
            <a:ext cx="4548" cy="160572"/>
          </a:xfrm>
          <a:prstGeom prst="straightConnector1">
            <a:avLst/>
          </a:prstGeom>
          <a:ln w="19050">
            <a:solidFill>
              <a:srgbClr val="1306BA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6" name="Graphic 175" descr="Checkmark with solid fill">
            <a:extLst>
              <a:ext uri="{FF2B5EF4-FFF2-40B4-BE49-F238E27FC236}">
                <a16:creationId xmlns:a16="http://schemas.microsoft.com/office/drawing/2014/main" id="{89FC780C-6C8F-432D-9A9D-9CB6D08053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33307" y="5307838"/>
            <a:ext cx="574053" cy="574053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6C33C2AB-EB85-CF66-B1CE-C5590F28F3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1772" y="5535725"/>
            <a:ext cx="1415957" cy="1216471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33952C12-A4F0-EF52-4A3B-F601905E3A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4167" y="169523"/>
            <a:ext cx="2723601" cy="1684159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4F77E068-7674-6867-429C-B5C561E37483}"/>
              </a:ext>
            </a:extLst>
          </p:cNvPr>
          <p:cNvSpPr txBox="1"/>
          <p:nvPr/>
        </p:nvSpPr>
        <p:spPr>
          <a:xfrm>
            <a:off x="9279000" y="2442090"/>
            <a:ext cx="1526224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Does not apply</a:t>
            </a:r>
          </a:p>
        </p:txBody>
      </p:sp>
    </p:spTree>
    <p:extLst>
      <p:ext uri="{BB962C8B-B14F-4D97-AF65-F5344CB8AC3E}">
        <p14:creationId xmlns:p14="http://schemas.microsoft.com/office/powerpoint/2010/main" val="223245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5" grpId="0"/>
      <p:bldP spid="56" grpId="0"/>
      <p:bldP spid="71" grpId="0"/>
      <p:bldP spid="78" grpId="0"/>
      <p:bldP spid="80" grpId="0" animBg="1"/>
      <p:bldP spid="82" grpId="0" animBg="1"/>
      <p:bldP spid="86" grpId="0" animBg="1"/>
      <p:bldP spid="90" grpId="0"/>
      <p:bldP spid="91" grpId="0"/>
      <p:bldP spid="94" grpId="0" animBg="1"/>
      <p:bldP spid="95" grpId="0"/>
      <p:bldP spid="96" grpId="0"/>
      <p:bldP spid="97" grpId="0"/>
      <p:bldP spid="98" grpId="0"/>
      <p:bldP spid="102" grpId="0"/>
      <p:bldP spid="104" grpId="0"/>
      <p:bldP spid="109" grpId="0"/>
      <p:bldP spid="113" grpId="0"/>
      <p:bldP spid="126" grpId="0"/>
      <p:bldP spid="128" grpId="0" animBg="1"/>
      <p:bldP spid="129" grpId="0"/>
      <p:bldP spid="132" grpId="0"/>
      <p:bldP spid="140" grpId="0"/>
      <p:bldP spid="144" grpId="0"/>
      <p:bldP spid="145" grpId="0"/>
      <p:bldP spid="147" grpId="0"/>
      <p:bldP spid="149" grpId="0" animBg="1"/>
      <p:bldP spid="150" grpId="0"/>
      <p:bldP spid="156" grpId="0" animBg="1"/>
      <p:bldP spid="157" grpId="0"/>
      <p:bldP spid="161" grpId="0"/>
      <p:bldP spid="164" grpId="0"/>
      <p:bldP spid="165" grpId="0"/>
      <p:bldP spid="166" grpId="0"/>
      <p:bldP spid="167" grpId="0" animBg="1"/>
      <p:bldP spid="168" grpId="0"/>
      <p:bldP spid="1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2">
            <a:extLst>
              <a:ext uri="{FF2B5EF4-FFF2-40B4-BE49-F238E27FC236}">
                <a16:creationId xmlns:a16="http://schemas.microsoft.com/office/drawing/2014/main" id="{87145DA3-63A0-F06A-5A4D-1F462FB5D3DD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>
                <a:latin typeface="+mj-lt"/>
              </a:rPr>
              <a:t>Search is Almost Everywhere AI</a:t>
            </a:r>
            <a:endParaRPr lang="en-US" sz="3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12DCE9-8B0A-265E-614F-599DADD51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93" y="997194"/>
            <a:ext cx="3783622" cy="5341083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US" sz="2000" b="1" dirty="0"/>
              <a:t>Core Search Problems</a:t>
            </a:r>
            <a:r>
              <a:rPr lang="en-US" sz="2000" dirty="0"/>
              <a:t>—These are fundamentally about exploring sequences of actions/choices to reach a goal state.</a:t>
            </a:r>
          </a:p>
          <a:p>
            <a:pPr marL="228600" lvl="1">
              <a:buNone/>
            </a:pPr>
            <a:endParaRPr lang="en-US" sz="2000" b="1" dirty="0"/>
          </a:p>
          <a:p>
            <a:pPr marL="228600" lvl="1"/>
            <a:r>
              <a:rPr lang="en-US" sz="2000" b="1" dirty="0"/>
              <a:t>Game Playing</a:t>
            </a:r>
            <a:r>
              <a:rPr lang="en-US" sz="2000" dirty="0"/>
              <a:t>: How should I move my chess piece?</a:t>
            </a:r>
          </a:p>
          <a:p>
            <a:pPr marL="228600" lvl="1"/>
            <a:r>
              <a:rPr lang="en-US" sz="2000" b="1" dirty="0"/>
              <a:t>Robotics</a:t>
            </a:r>
            <a:r>
              <a:rPr lang="en-US" sz="2000" dirty="0"/>
              <a:t>: How should a robot navigate a room?</a:t>
            </a:r>
          </a:p>
          <a:p>
            <a:pPr marL="228600" lvl="1"/>
            <a:r>
              <a:rPr lang="en-US" sz="2000" b="1" dirty="0"/>
              <a:t>Planning</a:t>
            </a:r>
            <a:r>
              <a:rPr lang="en-US" sz="2000" dirty="0"/>
              <a:t>: How should I schedule tasks?</a:t>
            </a:r>
          </a:p>
          <a:p>
            <a:pPr marL="228600" lvl="1"/>
            <a:r>
              <a:rPr lang="en-US" sz="2000" b="1" dirty="0"/>
              <a:t>Resource Allocation</a:t>
            </a:r>
            <a:r>
              <a:rPr lang="en-US" sz="2000" dirty="0"/>
              <a:t>: How should I assign tasks to processors?</a:t>
            </a:r>
          </a:p>
          <a:p>
            <a:pPr marL="228600" lvl="1"/>
            <a:r>
              <a:rPr lang="en-US" sz="2000" b="1" dirty="0"/>
              <a:t>Automated Theorem Proving</a:t>
            </a:r>
            <a:r>
              <a:rPr lang="en-US" sz="2000" dirty="0"/>
              <a:t>: How do I prove this mathematical statement?</a:t>
            </a:r>
            <a:endParaRPr lang="en-US" sz="20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FA4A99-6738-9C37-FA13-35344C4AE581}"/>
              </a:ext>
            </a:extLst>
          </p:cNvPr>
          <p:cNvSpPr txBox="1">
            <a:spLocks/>
          </p:cNvSpPr>
          <p:nvPr/>
        </p:nvSpPr>
        <p:spPr>
          <a:xfrm>
            <a:off x="8214036" y="997194"/>
            <a:ext cx="3588171" cy="533951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n-US" sz="2000" b="1" dirty="0"/>
              <a:t>Hybrid/Search-Optional Problems—</a:t>
            </a:r>
            <a:r>
              <a:rPr lang="en-US" sz="2000" dirty="0"/>
              <a:t>These can be solved with search or non-search methods. Modern approaches often blend techniques: search for exploration plus learning for evaluation.</a:t>
            </a:r>
            <a:endParaRPr lang="en-US" sz="2000" b="1" dirty="0"/>
          </a:p>
          <a:p>
            <a:pPr marL="228600" lvl="1"/>
            <a:r>
              <a:rPr lang="en-US" sz="2000" b="1" dirty="0"/>
              <a:t>Computer Vision</a:t>
            </a:r>
            <a:r>
              <a:rPr lang="en-US" sz="2000" dirty="0"/>
              <a:t>: How should I recognize objects in this image?</a:t>
            </a:r>
          </a:p>
          <a:p>
            <a:pPr marL="228600" lvl="1"/>
            <a:r>
              <a:rPr lang="en-US" sz="2000" b="1" dirty="0"/>
              <a:t>Web Search</a:t>
            </a:r>
            <a:r>
              <a:rPr lang="en-US" sz="2000" dirty="0"/>
              <a:t>: How should I rank these millions of pages?</a:t>
            </a:r>
          </a:p>
          <a:p>
            <a:pPr marL="228600" lvl="1"/>
            <a:r>
              <a:rPr lang="en-US" sz="2000" b="1" dirty="0"/>
              <a:t>Recommendation Systems</a:t>
            </a:r>
            <a:r>
              <a:rPr lang="en-US" sz="2000" dirty="0"/>
              <a:t>: What movie should I suggest next?</a:t>
            </a:r>
          </a:p>
          <a:p>
            <a:pPr marL="228600" lvl="1"/>
            <a:r>
              <a:rPr lang="en-US" sz="2000" b="1" dirty="0"/>
              <a:t>Drug Discovery</a:t>
            </a:r>
            <a:r>
              <a:rPr lang="en-US" sz="2000" dirty="0"/>
              <a:t>: Which molecular structure will treat this disease?</a:t>
            </a:r>
          </a:p>
          <a:p>
            <a:pPr marL="228600" lvl="1"/>
            <a:endParaRPr lang="en-US" sz="2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9E7A7C-3C58-CCF6-8E74-ACE84FCC1865}"/>
              </a:ext>
            </a:extLst>
          </p:cNvPr>
          <p:cNvSpPr txBox="1">
            <a:spLocks/>
          </p:cNvSpPr>
          <p:nvPr/>
        </p:nvSpPr>
        <p:spPr>
          <a:xfrm>
            <a:off x="4632708" y="998768"/>
            <a:ext cx="3174862" cy="5339509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n-US" sz="2000" b="1" dirty="0"/>
              <a:t>Search-Assisted Problems—</a:t>
            </a:r>
            <a:r>
              <a:rPr lang="en-US" sz="2000" dirty="0"/>
              <a:t>These primarily use other</a:t>
            </a:r>
            <a:r>
              <a:rPr lang="en-US" sz="2000" i="1" dirty="0"/>
              <a:t> </a:t>
            </a:r>
            <a:r>
              <a:rPr lang="en-US" sz="2000" dirty="0"/>
              <a:t>techniques (neural nets, statistical learning) but may incorporate search as a component.</a:t>
            </a:r>
            <a:endParaRPr lang="en-US" sz="2000" b="1" dirty="0"/>
          </a:p>
          <a:p>
            <a:pPr marL="228600" lvl="1"/>
            <a:r>
              <a:rPr lang="en-US" sz="2000" b="1" dirty="0"/>
              <a:t>Natural Language</a:t>
            </a:r>
            <a:r>
              <a:rPr lang="en-US" sz="2000" dirty="0"/>
              <a:t>: How should I parse this sentence? (May use a beam search.)</a:t>
            </a:r>
          </a:p>
          <a:p>
            <a:pPr marL="228600" lvl="1"/>
            <a:r>
              <a:rPr lang="en-US" sz="2000" b="1" dirty="0"/>
              <a:t>Machine Learning</a:t>
            </a:r>
            <a:r>
              <a:rPr lang="en-US" sz="2000" dirty="0"/>
              <a:t>: How should I find optimal parameters? (Gradient descent in ML.)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2">
            <a:extLst>
              <a:ext uri="{FF2B5EF4-FFF2-40B4-BE49-F238E27FC236}">
                <a16:creationId xmlns:a16="http://schemas.microsoft.com/office/drawing/2014/main" id="{83261E70-829E-F9E5-8116-6C1044166D3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Formal Definition of 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E1143-6FC8-3103-7848-9A0365DB6058}"/>
              </a:ext>
            </a:extLst>
          </p:cNvPr>
          <p:cNvSpPr txBox="1"/>
          <p:nvPr/>
        </p:nvSpPr>
        <p:spPr>
          <a:xfrm>
            <a:off x="389146" y="707408"/>
            <a:ext cx="802289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For: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229CF8-B57C-91C1-F0DF-E0A14EBC6888}"/>
                  </a:ext>
                </a:extLst>
              </p:cNvPr>
              <p:cNvSpPr txBox="1"/>
              <p:nvPr/>
            </p:nvSpPr>
            <p:spPr>
              <a:xfrm>
                <a:off x="671676" y="1208211"/>
                <a:ext cx="468475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: State space (set of all possible states)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229CF8-B57C-91C1-F0DF-E0A14EBC6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76" y="1208211"/>
                <a:ext cx="4684750" cy="430887"/>
              </a:xfrm>
              <a:prstGeom prst="rect">
                <a:avLst/>
              </a:prstGeom>
              <a:blipFill>
                <a:blip r:embed="rId2"/>
                <a:stretch>
                  <a:fillRect l="-130" t="-9859" r="-1430" b="-28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5F266-1286-9FE7-8FEE-2DABD6E3EB3A}"/>
                  </a:ext>
                </a:extLst>
              </p:cNvPr>
              <p:cNvSpPr txBox="1"/>
              <p:nvPr/>
            </p:nvSpPr>
            <p:spPr>
              <a:xfrm>
                <a:off x="5640211" y="1222568"/>
                <a:ext cx="2390729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: Initial State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5F266-1286-9FE7-8FEE-2DABD6E3E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211" y="1222568"/>
                <a:ext cx="2390729" cy="430887"/>
              </a:xfrm>
              <a:prstGeom prst="rect">
                <a:avLst/>
              </a:prstGeom>
              <a:blipFill>
                <a:blip r:embed="rId3"/>
                <a:stretch>
                  <a:fillRect t="-10000" r="-765" b="-28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9B0F1C-DF48-4BC5-5D03-B26E4F52700F}"/>
                  </a:ext>
                </a:extLst>
              </p:cNvPr>
              <p:cNvSpPr txBox="1"/>
              <p:nvPr/>
            </p:nvSpPr>
            <p:spPr>
              <a:xfrm>
                <a:off x="671677" y="1805634"/>
                <a:ext cx="5072369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latin typeface="Cambria Math" panose="02040503050406030204" pitchFamily="18" charset="0"/>
                      </a:rPr>
                      <m:t>Actions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200" dirty="0"/>
                  <a:t>: Set of legal actions in a state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9B0F1C-DF48-4BC5-5D03-B26E4F527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77" y="1805634"/>
                <a:ext cx="5072369" cy="430887"/>
              </a:xfrm>
              <a:prstGeom prst="rect">
                <a:avLst/>
              </a:prstGeom>
              <a:blipFill>
                <a:blip r:embed="rId4"/>
                <a:stretch>
                  <a:fillRect l="-120" t="-9859" b="-28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32F698-1FCD-D3FD-8BCD-CD7B9E476CC3}"/>
                  </a:ext>
                </a:extLst>
              </p:cNvPr>
              <p:cNvSpPr txBox="1"/>
              <p:nvPr/>
            </p:nvSpPr>
            <p:spPr>
              <a:xfrm>
                <a:off x="671676" y="2449453"/>
                <a:ext cx="10933151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′∈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200" dirty="0"/>
                  <a:t> Transition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200" dirty="0"/>
                  <a:t> that applies action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to state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resulting in a state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32F698-1FCD-D3FD-8BCD-CD7B9E476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76" y="2449453"/>
                <a:ext cx="10933151" cy="430887"/>
              </a:xfrm>
              <a:prstGeom prst="rect">
                <a:avLst/>
              </a:prstGeom>
              <a:blipFill>
                <a:blip r:embed="rId5"/>
                <a:stretch>
                  <a:fillRect l="-56" t="-10000" b="-28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38003-747B-9639-6A10-874068587EED}"/>
                  </a:ext>
                </a:extLst>
              </p:cNvPr>
              <p:cNvSpPr txBox="1"/>
              <p:nvPr/>
            </p:nvSpPr>
            <p:spPr>
              <a:xfrm>
                <a:off x="8304716" y="1220014"/>
                <a:ext cx="3491326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Goals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: Set of goal states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38003-747B-9639-6A10-874068587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716" y="1220014"/>
                <a:ext cx="3491326" cy="430887"/>
              </a:xfrm>
              <a:prstGeom prst="rect">
                <a:avLst/>
              </a:prstGeom>
              <a:blipFill>
                <a:blip r:embed="rId6"/>
                <a:stretch>
                  <a:fillRect l="-175" t="-9859" b="-28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D7C4DD-AF1B-7A1F-CFCF-009B968A52D3}"/>
                  </a:ext>
                </a:extLst>
              </p:cNvPr>
              <p:cNvSpPr txBox="1"/>
              <p:nvPr/>
            </p:nvSpPr>
            <p:spPr>
              <a:xfrm>
                <a:off x="679697" y="3061410"/>
                <a:ext cx="6385215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200" dirty="0"/>
                  <a:t> an action cost function; cost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D7C4DD-AF1B-7A1F-CFCF-009B968A5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97" y="3061410"/>
                <a:ext cx="6385215" cy="430887"/>
              </a:xfrm>
              <a:prstGeom prst="rect">
                <a:avLst/>
              </a:prstGeom>
              <a:blipFill>
                <a:blip r:embed="rId7"/>
                <a:stretch>
                  <a:fillRect t="-9859" b="-28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FD64A6-1A5C-CD87-7E9D-9D139D7CFFA5}"/>
                  </a:ext>
                </a:extLst>
              </p:cNvPr>
              <p:cNvSpPr txBox="1"/>
              <p:nvPr/>
            </p:nvSpPr>
            <p:spPr>
              <a:xfrm>
                <a:off x="1823541" y="5418698"/>
                <a:ext cx="4092567" cy="10679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depth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  <m:e>
                          <m:r>
                            <a:rPr 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rgbClr val="D15FC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rgbClr val="D15FC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FD64A6-1A5C-CD87-7E9D-9D139D7CF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541" y="5418698"/>
                <a:ext cx="4092567" cy="10679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31F29F2-5ECA-8DCB-77C5-4806B84A2159}"/>
              </a:ext>
            </a:extLst>
          </p:cNvPr>
          <p:cNvGrpSpPr/>
          <p:nvPr/>
        </p:nvGrpSpPr>
        <p:grpSpPr>
          <a:xfrm>
            <a:off x="6275894" y="5675691"/>
            <a:ext cx="3774485" cy="553998"/>
            <a:chOff x="7053113" y="5854390"/>
            <a:chExt cx="5058037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E2EDDC0-7E59-C267-F121-832D3B586AF4}"/>
                    </a:ext>
                  </a:extLst>
                </p:cNvPr>
                <p:cNvSpPr txBox="1"/>
                <p:nvPr/>
              </p:nvSpPr>
              <p:spPr>
                <a:xfrm>
                  <a:off x="7053113" y="5977501"/>
                  <a:ext cx="5058037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200" dirty="0"/>
                    <a:t>for the path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E2EDDC0-7E59-C267-F121-832D3B586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3113" y="5977501"/>
                  <a:ext cx="5058037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2100" t="-9859" b="-281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F5FD7E4-671D-9D3B-386C-2E8CC85BF50A}"/>
                    </a:ext>
                  </a:extLst>
                </p:cNvPr>
                <p:cNvSpPr txBox="1"/>
                <p:nvPr/>
              </p:nvSpPr>
              <p:spPr>
                <a:xfrm>
                  <a:off x="9400167" y="5854390"/>
                  <a:ext cx="58944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F5FD7E4-671D-9D3B-386C-2E8CC85BF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0167" y="5854390"/>
                  <a:ext cx="58944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A2E16F0-DC88-5A62-F1A0-6B124DE2F1F6}"/>
                    </a:ext>
                  </a:extLst>
                </p:cNvPr>
                <p:cNvSpPr txBox="1"/>
                <p:nvPr/>
              </p:nvSpPr>
              <p:spPr>
                <a:xfrm>
                  <a:off x="10177024" y="5854390"/>
                  <a:ext cx="58944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A2E16F0-DC88-5A62-F1A0-6B124DE2F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7024" y="5854390"/>
                  <a:ext cx="58944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CD1021D-F089-E2D4-AF3D-18D727E9B054}"/>
                    </a:ext>
                  </a:extLst>
                </p:cNvPr>
                <p:cNvSpPr txBox="1"/>
                <p:nvPr/>
              </p:nvSpPr>
              <p:spPr>
                <a:xfrm>
                  <a:off x="11039600" y="5854390"/>
                  <a:ext cx="58944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CD1021D-F089-E2D4-AF3D-18D727E9B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9600" y="5854390"/>
                  <a:ext cx="589444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C43E208-295E-ED4C-BFC4-488F7154E44C}"/>
              </a:ext>
            </a:extLst>
          </p:cNvPr>
          <p:cNvSpPr txBox="1"/>
          <p:nvPr/>
        </p:nvSpPr>
        <p:spPr>
          <a:xfrm>
            <a:off x="389146" y="3785947"/>
            <a:ext cx="5526962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A search algorithm finds a sequence of 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BBDABBF-AFC5-3535-94F5-C7C5AE1644C7}"/>
                  </a:ext>
                </a:extLst>
              </p:cNvPr>
              <p:cNvSpPr txBox="1"/>
              <p:nvPr/>
            </p:nvSpPr>
            <p:spPr>
              <a:xfrm>
                <a:off x="2648561" y="4397904"/>
                <a:ext cx="7837026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such that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rgbClr val="1306BA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d>
                              <m:d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…, 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Goals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BBDABBF-AFC5-3535-94F5-C7C5AE164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561" y="4397904"/>
                <a:ext cx="7837026" cy="430887"/>
              </a:xfrm>
              <a:prstGeom prst="rect">
                <a:avLst/>
              </a:prstGeom>
              <a:blipFill>
                <a:blip r:embed="rId13"/>
                <a:stretch>
                  <a:fillRect t="-8451" b="-28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697DED4-068F-86F6-51AF-BB441B063271}"/>
              </a:ext>
            </a:extLst>
          </p:cNvPr>
          <p:cNvSpPr txBox="1"/>
          <p:nvPr/>
        </p:nvSpPr>
        <p:spPr>
          <a:xfrm>
            <a:off x="389146" y="5203255"/>
            <a:ext cx="2026941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With a cost of: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20" grpId="0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B3EBD41F-4C3F-810B-030A-17F0BA1005D4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Formal Search Compared to DFAs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70002E-340F-6101-8FF3-14BD25DE415A}"/>
                  </a:ext>
                </a:extLst>
              </p:cNvPr>
              <p:cNvSpPr txBox="1"/>
              <p:nvPr/>
            </p:nvSpPr>
            <p:spPr>
              <a:xfrm>
                <a:off x="612164" y="1350935"/>
                <a:ext cx="5116831" cy="32316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</a:rPr>
                  <a:t>Similarities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Graph structure: </a:t>
                </a:r>
                <a:r>
                  <a:rPr lang="en-US" dirty="0"/>
                  <a:t>Both work with states and transitions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Path concepts: </a:t>
                </a:r>
                <a:r>
                  <a:rPr lang="en-US" dirty="0"/>
                  <a:t>Finding paths through state space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Goal-oriented: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DFAs check acceptance,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Search finds solutions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State-action </a:t>
                </a:r>
                <a:r>
                  <a:rPr lang="en-US" b="1" dirty="0">
                    <a:solidFill>
                      <a:schemeClr val="tx1"/>
                    </a:solidFill>
                  </a:rPr>
                  <a:t>pairs: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DFA transitions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Search transitions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70002E-340F-6101-8FF3-14BD25DE4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64" y="1350935"/>
                <a:ext cx="5116831" cy="3231654"/>
              </a:xfrm>
              <a:prstGeom prst="rect">
                <a:avLst/>
              </a:prstGeom>
              <a:blipFill>
                <a:blip r:embed="rId2"/>
                <a:stretch>
                  <a:fillRect l="-714" t="-1509" b="-2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7296DD5-CF7E-3572-F652-8C80E141690C}"/>
              </a:ext>
            </a:extLst>
          </p:cNvPr>
          <p:cNvSpPr txBox="1"/>
          <p:nvPr/>
        </p:nvSpPr>
        <p:spPr>
          <a:xfrm>
            <a:off x="6295053" y="1350935"/>
            <a:ext cx="4851917" cy="40626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Key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Input vs. Choice: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DFA reads string,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Search chooses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Determinism: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DFA usually deterministic,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often has multiple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DFA has no costs,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often optimizes path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DFA recognizes ("Is string in language?"),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constructs ("Find path to goal")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55443-2603-691F-5653-0357EE368AEF}"/>
              </a:ext>
            </a:extLst>
          </p:cNvPr>
          <p:cNvSpPr txBox="1"/>
          <p:nvPr/>
        </p:nvSpPr>
        <p:spPr>
          <a:xfrm>
            <a:off x="2371043" y="5775310"/>
            <a:ext cx="7449914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Search problems are like “interactive DFAs” where instead of passively consuming input, we actively choose actions to reach our goal states.</a:t>
            </a:r>
          </a:p>
        </p:txBody>
      </p:sp>
    </p:spTree>
    <p:extLst>
      <p:ext uri="{BB962C8B-B14F-4D97-AF65-F5344CB8AC3E}">
        <p14:creationId xmlns:p14="http://schemas.microsoft.com/office/powerpoint/2010/main" val="429167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1094" y="1106425"/>
                <a:ext cx="2782077" cy="56567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State Space 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):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094" y="1106425"/>
                <a:ext cx="2782077" cy="565671"/>
              </a:xfrm>
              <a:blipFill>
                <a:blip r:embed="rId2"/>
                <a:stretch>
                  <a:fillRect l="-4605" t="-1847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2">
            <a:extLst>
              <a:ext uri="{FF2B5EF4-FFF2-40B4-BE49-F238E27FC236}">
                <a16:creationId xmlns:a16="http://schemas.microsoft.com/office/drawing/2014/main" id="{C06B03D7-1F2D-5818-3704-159F8283E27D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Search Example: GPS Navigation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68A3D53-553E-05CE-DE42-A3A1283FF221}"/>
              </a:ext>
            </a:extLst>
          </p:cNvPr>
          <p:cNvSpPr txBox="1">
            <a:spLocks/>
          </p:cNvSpPr>
          <p:nvPr/>
        </p:nvSpPr>
        <p:spPr>
          <a:xfrm>
            <a:off x="6836422" y="1106425"/>
            <a:ext cx="3491327" cy="430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All possible locations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01FD663-3D2A-9FA7-15DC-CAAE890ABAB0}"/>
              </a:ext>
            </a:extLst>
          </p:cNvPr>
          <p:cNvSpPr txBox="1">
            <a:spLocks/>
          </p:cNvSpPr>
          <p:nvPr/>
        </p:nvSpPr>
        <p:spPr>
          <a:xfrm>
            <a:off x="6836422" y="1640936"/>
            <a:ext cx="4267007" cy="430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Some location (e.g., home)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AD489A2-D091-BA43-CAA8-7A9B26BAE1FE}"/>
              </a:ext>
            </a:extLst>
          </p:cNvPr>
          <p:cNvSpPr txBox="1">
            <a:spLocks/>
          </p:cNvSpPr>
          <p:nvPr/>
        </p:nvSpPr>
        <p:spPr>
          <a:xfrm>
            <a:off x="6836422" y="2387227"/>
            <a:ext cx="4267007" cy="430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Mexican Restaurant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7D3A80-D874-39E9-2900-6FE85AF3131E}"/>
              </a:ext>
            </a:extLst>
          </p:cNvPr>
          <p:cNvSpPr txBox="1">
            <a:spLocks/>
          </p:cNvSpPr>
          <p:nvPr/>
        </p:nvSpPr>
        <p:spPr>
          <a:xfrm>
            <a:off x="6836422" y="3038640"/>
            <a:ext cx="4788689" cy="430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TurnLeft</a:t>
            </a:r>
            <a:r>
              <a:rPr lang="en-US" dirty="0"/>
              <a:t>, </a:t>
            </a:r>
            <a:r>
              <a:rPr lang="en-US" dirty="0" err="1"/>
              <a:t>TurnRight</a:t>
            </a:r>
            <a:r>
              <a:rPr lang="en-US" dirty="0"/>
              <a:t>, </a:t>
            </a:r>
            <a:r>
              <a:rPr lang="en-US" dirty="0" err="1"/>
              <a:t>GoStraight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53945FAB-EAFF-4469-3F91-598C41C89E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6422" y="3670550"/>
                <a:ext cx="4788689" cy="7657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Given a location,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follow a direction to end up 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53945FAB-EAFF-4469-3F91-598C41C89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22" y="3670550"/>
                <a:ext cx="4788689" cy="765794"/>
              </a:xfrm>
              <a:prstGeom prst="rect">
                <a:avLst/>
              </a:prstGeom>
              <a:blipFill>
                <a:blip r:embed="rId3"/>
                <a:stretch>
                  <a:fillRect l="-2545" t="-12698" b="-34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BBF5D3A-9E23-5860-E6E8-0C100DB1BFD7}"/>
              </a:ext>
            </a:extLst>
          </p:cNvPr>
          <p:cNvSpPr txBox="1">
            <a:spLocks/>
          </p:cNvSpPr>
          <p:nvPr/>
        </p:nvSpPr>
        <p:spPr>
          <a:xfrm>
            <a:off x="6836422" y="4608410"/>
            <a:ext cx="4788689" cy="430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Travel time, distance, gas cost, environmental impact, etc.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EA89075-5EF0-649D-8E14-02914D28123D}"/>
              </a:ext>
            </a:extLst>
          </p:cNvPr>
          <p:cNvSpPr txBox="1">
            <a:spLocks/>
          </p:cNvSpPr>
          <p:nvPr/>
        </p:nvSpPr>
        <p:spPr>
          <a:xfrm>
            <a:off x="6836422" y="5580373"/>
            <a:ext cx="4996349" cy="430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Sequence of directions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77CF7C8-A8B5-782B-C25E-4708178DC71F}"/>
              </a:ext>
            </a:extLst>
          </p:cNvPr>
          <p:cNvSpPr txBox="1">
            <a:spLocks/>
          </p:cNvSpPr>
          <p:nvPr/>
        </p:nvSpPr>
        <p:spPr>
          <a:xfrm>
            <a:off x="821094" y="5580373"/>
            <a:ext cx="1671736" cy="445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D346649-2C71-48C0-0665-1E7B1E105E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094" y="1745406"/>
                <a:ext cx="2782078" cy="565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Initial State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):</a:t>
                </a: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D346649-2C71-48C0-0665-1E7B1E105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94" y="1745406"/>
                <a:ext cx="2782078" cy="565671"/>
              </a:xfrm>
              <a:prstGeom prst="rect">
                <a:avLst/>
              </a:prstGeom>
              <a:blipFill>
                <a:blip r:embed="rId4"/>
                <a:stretch>
                  <a:fillRect l="-4605" t="-17204" b="-15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923589A-C27A-7E6D-7E07-C398464B88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094" y="2387227"/>
                <a:ext cx="2782078" cy="7924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Goal Set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Goals</m:t>
                    </m:r>
                  </m:oMath>
                </a14:m>
                <a:r>
                  <a:rPr lang="en-US" dirty="0"/>
                  <a:t>):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923589A-C27A-7E6D-7E07-C398464B8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94" y="2387227"/>
                <a:ext cx="2782078" cy="792444"/>
              </a:xfrm>
              <a:prstGeom prst="rect">
                <a:avLst/>
              </a:prstGeom>
              <a:blipFill>
                <a:blip r:embed="rId5"/>
                <a:stretch>
                  <a:fillRect l="-4605" t="-1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46F717CB-13F3-BF13-8E58-B493690643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094" y="3000089"/>
                <a:ext cx="2782078" cy="4642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Actions(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):</a:t>
                </a:r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46F717CB-13F3-BF13-8E58-B4936906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94" y="3000089"/>
                <a:ext cx="2782078" cy="464292"/>
              </a:xfrm>
              <a:prstGeom prst="rect">
                <a:avLst/>
              </a:prstGeom>
              <a:blipFill>
                <a:blip r:embed="rId6"/>
                <a:stretch>
                  <a:fillRect l="-4605" t="-21053" b="-40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E9FE1FD4-B55C-1849-7B2B-3EE108F669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094" y="3670550"/>
                <a:ext cx="4926564" cy="487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Transition function:</a:t>
                </a:r>
                <a:r>
                  <a:rPr lang="en-US" dirty="0">
                    <a:solidFill>
                      <a:srgbClr val="1306B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ar-AE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1">
                        <a:solidFill>
                          <a:srgbClr val="D15FC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E9FE1FD4-B55C-1849-7B2B-3EE108F66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94" y="3670550"/>
                <a:ext cx="4926564" cy="487091"/>
              </a:xfrm>
              <a:prstGeom prst="rect">
                <a:avLst/>
              </a:prstGeom>
              <a:blipFill>
                <a:blip r:embed="rId7"/>
                <a:stretch>
                  <a:fillRect l="-2599" t="-20000" b="-3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4C6DB61-D502-06DA-1D33-257032DFE06F}"/>
              </a:ext>
            </a:extLst>
          </p:cNvPr>
          <p:cNvSpPr txBox="1">
            <a:spLocks/>
          </p:cNvSpPr>
          <p:nvPr/>
        </p:nvSpPr>
        <p:spPr>
          <a:xfrm>
            <a:off x="821093" y="4608410"/>
            <a:ext cx="1987421" cy="487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Path Cost: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8366C560-B268-8460-C9FC-AEA83306F89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State Space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9D6C5B-5766-2804-F891-99A5EA22C2E8}"/>
                  </a:ext>
                </a:extLst>
              </p:cNvPr>
              <p:cNvSpPr txBox="1"/>
              <p:nvPr/>
            </p:nvSpPr>
            <p:spPr>
              <a:xfrm>
                <a:off x="509348" y="926913"/>
                <a:ext cx="5380654" cy="2246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For a problem, a </a:t>
                </a:r>
                <a:r>
                  <a:rPr lang="en-US" sz="2000" b="1" i="1" dirty="0"/>
                  <a:t>state space graph</a:t>
                </a:r>
                <a:r>
                  <a:rPr lang="en-US" sz="2000" dirty="0"/>
                  <a:t> represents all possible states as nodes, with edges as legal actions between states.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Each edge has cost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D15FC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2000" dirty="0"/>
                  <a:t>, and multiple paths may connect states. This graph captures the complete space search algorithms explore.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9D6C5B-5766-2804-F891-99A5EA22C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48" y="926913"/>
                <a:ext cx="5380654" cy="2246769"/>
              </a:xfrm>
              <a:prstGeom prst="rect">
                <a:avLst/>
              </a:prstGeom>
              <a:blipFill>
                <a:blip r:embed="rId2"/>
                <a:stretch>
                  <a:fillRect l="-1247" t="-1355" b="-37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4120036-4831-AEEC-A569-841A69D09640}"/>
              </a:ext>
            </a:extLst>
          </p:cNvPr>
          <p:cNvSpPr txBox="1"/>
          <p:nvPr/>
        </p:nvSpPr>
        <p:spPr>
          <a:xfrm>
            <a:off x="509348" y="3472534"/>
            <a:ext cx="5156719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An </a:t>
            </a:r>
            <a:r>
              <a:rPr lang="en-US" sz="2000" b="1" i="1" dirty="0"/>
              <a:t>optimal solution</a:t>
            </a:r>
            <a:r>
              <a:rPr lang="en-US" sz="2000" i="1" dirty="0"/>
              <a:t> </a:t>
            </a:r>
            <a:r>
              <a:rPr lang="en-US" sz="2000" dirty="0"/>
              <a:t>is the path from initial state to goal with minimum total cost—not necessarily the fewest actions. Some search algorithms guarantee finding optimal solutions; others do not.</a:t>
            </a:r>
          </a:p>
          <a:p>
            <a:endParaRPr lang="en-US" sz="2000" dirty="0"/>
          </a:p>
          <a:p>
            <a:r>
              <a:rPr lang="en-US" sz="2000" dirty="0"/>
              <a:t>The goal of search algorithms is to navigate the state space graph efficiently to find optimal (or acceptable) solution paths.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D6C2668-6ED2-DC40-90E4-7A840C150E1F}"/>
              </a:ext>
            </a:extLst>
          </p:cNvPr>
          <p:cNvGrpSpPr/>
          <p:nvPr/>
        </p:nvGrpSpPr>
        <p:grpSpPr>
          <a:xfrm>
            <a:off x="8168949" y="382863"/>
            <a:ext cx="1960984" cy="2630851"/>
            <a:chOff x="7553129" y="712152"/>
            <a:chExt cx="1960984" cy="26308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6A2875-1584-7E23-8303-E079618C4DF5}"/>
                </a:ext>
              </a:extLst>
            </p:cNvPr>
            <p:cNvSpPr/>
            <p:nvPr/>
          </p:nvSpPr>
          <p:spPr>
            <a:xfrm>
              <a:off x="7553129" y="1125894"/>
              <a:ext cx="267477" cy="267477"/>
            </a:xfrm>
            <a:prstGeom prst="rect">
              <a:avLst/>
            </a:prstGeom>
            <a:noFill/>
            <a:ln w="25400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A6061D-749B-21A4-6A75-F411A77163A1}"/>
                </a:ext>
              </a:extLst>
            </p:cNvPr>
            <p:cNvSpPr/>
            <p:nvPr/>
          </p:nvSpPr>
          <p:spPr>
            <a:xfrm>
              <a:off x="8722568" y="1125894"/>
              <a:ext cx="267477" cy="2674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7EA8C0-FDD8-9920-7249-411752BEA4BB}"/>
                </a:ext>
              </a:extLst>
            </p:cNvPr>
            <p:cNvSpPr/>
            <p:nvPr/>
          </p:nvSpPr>
          <p:spPr>
            <a:xfrm>
              <a:off x="9246636" y="712152"/>
              <a:ext cx="267477" cy="26747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A452ED-42FC-E79F-5FD3-51E35067134A}"/>
                </a:ext>
              </a:extLst>
            </p:cNvPr>
            <p:cNvSpPr/>
            <p:nvPr/>
          </p:nvSpPr>
          <p:spPr>
            <a:xfrm>
              <a:off x="7884365" y="1883997"/>
              <a:ext cx="267477" cy="2674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1EDAB9A-66F9-BC96-48D3-D4C2CC760C5E}"/>
                </a:ext>
              </a:extLst>
            </p:cNvPr>
            <p:cNvSpPr/>
            <p:nvPr/>
          </p:nvSpPr>
          <p:spPr>
            <a:xfrm>
              <a:off x="8658809" y="1708233"/>
              <a:ext cx="267477" cy="2674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3D1D8B-DAD0-E31E-FAB2-27224A4CB7B9}"/>
                </a:ext>
              </a:extLst>
            </p:cNvPr>
            <p:cNvSpPr/>
            <p:nvPr/>
          </p:nvSpPr>
          <p:spPr>
            <a:xfrm>
              <a:off x="7750629" y="3075526"/>
              <a:ext cx="267477" cy="2674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9ADC9D0-2482-E2D5-4F21-DB37CE48736F}"/>
                </a:ext>
              </a:extLst>
            </p:cNvPr>
            <p:cNvSpPr/>
            <p:nvPr/>
          </p:nvSpPr>
          <p:spPr>
            <a:xfrm>
              <a:off x="8658809" y="2574961"/>
              <a:ext cx="267477" cy="2674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27E2C1-9CA2-96C0-42D1-5AA34ECBEEAC}"/>
                </a:ext>
              </a:extLst>
            </p:cNvPr>
            <p:cNvCxnSpPr>
              <a:stCxn id="13" idx="2"/>
              <a:endCxn id="16" idx="0"/>
            </p:cNvCxnSpPr>
            <p:nvPr/>
          </p:nvCxnSpPr>
          <p:spPr>
            <a:xfrm>
              <a:off x="7686868" y="1393371"/>
              <a:ext cx="331236" cy="4906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DF55E0-1584-B6A5-FC1B-1A0F05B9E571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 flipH="1">
              <a:off x="7884368" y="2151474"/>
              <a:ext cx="133736" cy="9240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C3752BF-1EDD-EF5B-F6D9-45C82C03AD2F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 flipH="1">
              <a:off x="8792548" y="1393371"/>
              <a:ext cx="63759" cy="3148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1C81C78-871F-CBE2-45F3-EE16AC110D89}"/>
                </a:ext>
              </a:extLst>
            </p:cNvPr>
            <p:cNvCxnSpPr>
              <a:cxnSpLocks/>
              <a:stCxn id="15" idx="2"/>
              <a:endCxn id="17" idx="3"/>
            </p:cNvCxnSpPr>
            <p:nvPr/>
          </p:nvCxnSpPr>
          <p:spPr>
            <a:xfrm flipH="1">
              <a:off x="8926286" y="979629"/>
              <a:ext cx="454089" cy="8623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8925F0-6884-58F2-C98D-D7B97E54843F}"/>
                </a:ext>
              </a:extLst>
            </p:cNvPr>
            <p:cNvCxnSpPr>
              <a:cxnSpLocks/>
              <a:stCxn id="20" idx="0"/>
              <a:endCxn id="17" idx="2"/>
            </p:cNvCxnSpPr>
            <p:nvPr/>
          </p:nvCxnSpPr>
          <p:spPr>
            <a:xfrm flipV="1">
              <a:off x="8792548" y="1975710"/>
              <a:ext cx="0" cy="599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A6D819B-FF65-D476-9BE3-E3B841277FBC}"/>
                </a:ext>
              </a:extLst>
            </p:cNvPr>
            <p:cNvCxnSpPr>
              <a:cxnSpLocks/>
              <a:stCxn id="20" idx="1"/>
              <a:endCxn id="19" idx="3"/>
            </p:cNvCxnSpPr>
            <p:nvPr/>
          </p:nvCxnSpPr>
          <p:spPr>
            <a:xfrm flipH="1">
              <a:off x="8018106" y="2708700"/>
              <a:ext cx="640703" cy="5005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2DFD9A2-4621-A89C-F17E-250F9B70C4E6}"/>
                </a:ext>
              </a:extLst>
            </p:cNvPr>
            <p:cNvCxnSpPr>
              <a:cxnSpLocks/>
              <a:stCxn id="17" idx="1"/>
              <a:endCxn id="16" idx="3"/>
            </p:cNvCxnSpPr>
            <p:nvPr/>
          </p:nvCxnSpPr>
          <p:spPr>
            <a:xfrm flipH="1">
              <a:off x="8151842" y="1841972"/>
              <a:ext cx="506967" cy="1757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870107A-1FCA-5E97-51AE-4741F41351C9}"/>
                </a:ext>
              </a:extLst>
            </p:cNvPr>
            <p:cNvCxnSpPr>
              <a:cxnSpLocks/>
              <a:stCxn id="14" idx="1"/>
              <a:endCxn id="13" idx="3"/>
            </p:cNvCxnSpPr>
            <p:nvPr/>
          </p:nvCxnSpPr>
          <p:spPr>
            <a:xfrm flipH="1">
              <a:off x="7820606" y="1259633"/>
              <a:ext cx="9019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A2C7D65-80F4-E351-3192-326CBECD3927}"/>
                </a:ext>
              </a:extLst>
            </p:cNvPr>
            <p:cNvCxnSpPr>
              <a:cxnSpLocks/>
              <a:stCxn id="15" idx="1"/>
              <a:endCxn id="14" idx="3"/>
            </p:cNvCxnSpPr>
            <p:nvPr/>
          </p:nvCxnSpPr>
          <p:spPr>
            <a:xfrm flipH="1">
              <a:off x="8990045" y="845891"/>
              <a:ext cx="256591" cy="4137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E265B3-8EAC-5153-AE2B-42EBED36A378}"/>
                </a:ext>
              </a:extLst>
            </p:cNvPr>
            <p:cNvSpPr txBox="1"/>
            <p:nvPr/>
          </p:nvSpPr>
          <p:spPr>
            <a:xfrm>
              <a:off x="9086461" y="1256202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7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96E9A33-9DF6-ECCD-596F-12E67075AA44}"/>
                </a:ext>
              </a:extLst>
            </p:cNvPr>
            <p:cNvSpPr txBox="1"/>
            <p:nvPr/>
          </p:nvSpPr>
          <p:spPr>
            <a:xfrm>
              <a:off x="8899848" y="824741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322A7A-26BE-2C51-7A9C-A4F152A01DBF}"/>
                </a:ext>
              </a:extLst>
            </p:cNvPr>
            <p:cNvSpPr txBox="1"/>
            <p:nvPr/>
          </p:nvSpPr>
          <p:spPr>
            <a:xfrm>
              <a:off x="8151844" y="1011447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5FE3D48-3004-DCEF-8CB7-6CED723B523B}"/>
                </a:ext>
              </a:extLst>
            </p:cNvPr>
            <p:cNvSpPr txBox="1"/>
            <p:nvPr/>
          </p:nvSpPr>
          <p:spPr>
            <a:xfrm>
              <a:off x="8215601" y="1708233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5011DF5-D328-5D73-EBDB-AB8AC37DE8F7}"/>
                </a:ext>
              </a:extLst>
            </p:cNvPr>
            <p:cNvSpPr txBox="1"/>
            <p:nvPr/>
          </p:nvSpPr>
          <p:spPr>
            <a:xfrm>
              <a:off x="8218713" y="2883719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83BCE44-8EA7-E192-B774-88EEE0D64D15}"/>
                </a:ext>
              </a:extLst>
            </p:cNvPr>
            <p:cNvSpPr txBox="1"/>
            <p:nvPr/>
          </p:nvSpPr>
          <p:spPr>
            <a:xfrm>
              <a:off x="8739673" y="2254822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339699C-6953-6B15-638D-495A265ACBB9}"/>
                </a:ext>
              </a:extLst>
            </p:cNvPr>
            <p:cNvSpPr txBox="1"/>
            <p:nvPr/>
          </p:nvSpPr>
          <p:spPr>
            <a:xfrm>
              <a:off x="7644880" y="2443728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4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5037E7E-A067-E361-CB61-B3CCF5B74421}"/>
                </a:ext>
              </a:extLst>
            </p:cNvPr>
            <p:cNvSpPr txBox="1"/>
            <p:nvPr/>
          </p:nvSpPr>
          <p:spPr>
            <a:xfrm>
              <a:off x="7607557" y="1541179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E308842-AC13-F853-D7FC-8F013E955F6A}"/>
                </a:ext>
              </a:extLst>
            </p:cNvPr>
            <p:cNvSpPr txBox="1"/>
            <p:nvPr/>
          </p:nvSpPr>
          <p:spPr>
            <a:xfrm>
              <a:off x="8525069" y="1426709"/>
              <a:ext cx="3732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sz="1100" dirty="0"/>
                <a:t>1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0DD6082-ABC0-0BFD-B0E6-3AD6AAE56946}"/>
              </a:ext>
            </a:extLst>
          </p:cNvPr>
          <p:cNvSpPr txBox="1"/>
          <p:nvPr/>
        </p:nvSpPr>
        <p:spPr>
          <a:xfrm>
            <a:off x="6244459" y="3496079"/>
            <a:ext cx="171216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Paths to Goal: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EE345B-D15F-0BE6-37BB-F74C7B4093E3}"/>
              </a:ext>
            </a:extLst>
          </p:cNvPr>
          <p:cNvSpPr txBox="1"/>
          <p:nvPr/>
        </p:nvSpPr>
        <p:spPr>
          <a:xfrm>
            <a:off x="6643399" y="3936560"/>
            <a:ext cx="122541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→ A → </a:t>
            </a:r>
            <a:r>
              <a:rPr lang="en-US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F4F501-5B47-DAF6-B9B4-6D07770647E7}"/>
              </a:ext>
            </a:extLst>
          </p:cNvPr>
          <p:cNvSpPr txBox="1"/>
          <p:nvPr/>
        </p:nvSpPr>
        <p:spPr>
          <a:xfrm>
            <a:off x="9702281" y="3936560"/>
            <a:ext cx="99682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5 + 3 = </a:t>
            </a:r>
            <a:r>
              <a:rPr lang="en-US" b="1" dirty="0"/>
              <a:t>8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2252C1-1DD8-2D03-AB2C-C3B20D660DBB}"/>
              </a:ext>
            </a:extLst>
          </p:cNvPr>
          <p:cNvSpPr txBox="1"/>
          <p:nvPr/>
        </p:nvSpPr>
        <p:spPr>
          <a:xfrm>
            <a:off x="9408367" y="3480912"/>
            <a:ext cx="167951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Cost: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EA67BF-1DA6-6AAC-7AD6-1E644F2305D6}"/>
              </a:ext>
            </a:extLst>
          </p:cNvPr>
          <p:cNvSpPr txBox="1"/>
          <p:nvPr/>
        </p:nvSpPr>
        <p:spPr>
          <a:xfrm>
            <a:off x="6643398" y="4402049"/>
            <a:ext cx="167950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→ B → </a:t>
            </a:r>
            <a:r>
              <a:rPr lang="en-US" dirty="0">
                <a:sym typeface="Wingdings" panose="05000000000000000000" pitchFamily="2" charset="2"/>
              </a:rPr>
              <a:t>C</a:t>
            </a:r>
            <a:r>
              <a:rPr lang="en-US" dirty="0"/>
              <a:t>  →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22D7EF-2766-455A-818A-C0D9AFFDE7FD}"/>
              </a:ext>
            </a:extLst>
          </p:cNvPr>
          <p:cNvSpPr txBox="1"/>
          <p:nvPr/>
        </p:nvSpPr>
        <p:spPr>
          <a:xfrm>
            <a:off x="9702281" y="4402049"/>
            <a:ext cx="144935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2 + 2 + 7 = </a:t>
            </a:r>
            <a:r>
              <a:rPr lang="en-US" b="1" dirty="0"/>
              <a:t>11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724E55-0391-17B5-0005-46445A2BAC6E}"/>
              </a:ext>
            </a:extLst>
          </p:cNvPr>
          <p:cNvSpPr txBox="1"/>
          <p:nvPr/>
        </p:nvSpPr>
        <p:spPr>
          <a:xfrm>
            <a:off x="6643398" y="4852361"/>
            <a:ext cx="167950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→ A → </a:t>
            </a:r>
            <a:r>
              <a:rPr lang="en-US" dirty="0">
                <a:sym typeface="Wingdings" panose="05000000000000000000" pitchFamily="2" charset="2"/>
              </a:rPr>
              <a:t>C</a:t>
            </a:r>
            <a:r>
              <a:rPr lang="en-US" dirty="0"/>
              <a:t>  →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49AF737-42B9-6B5D-1B07-431DF1BD66D3}"/>
              </a:ext>
            </a:extLst>
          </p:cNvPr>
          <p:cNvSpPr txBox="1"/>
          <p:nvPr/>
        </p:nvSpPr>
        <p:spPr>
          <a:xfrm>
            <a:off x="9702281" y="4852361"/>
            <a:ext cx="144935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5 + 1 + 7 = </a:t>
            </a:r>
            <a:r>
              <a:rPr lang="en-US" b="1" dirty="0"/>
              <a:t>13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87D274-D18A-F9D2-2D6B-BB8566B6AAAE}"/>
              </a:ext>
            </a:extLst>
          </p:cNvPr>
          <p:cNvSpPr txBox="1"/>
          <p:nvPr/>
        </p:nvSpPr>
        <p:spPr>
          <a:xfrm>
            <a:off x="6643398" y="5307519"/>
            <a:ext cx="266699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→ B → </a:t>
            </a:r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n-US" dirty="0"/>
              <a:t>  → E → C →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6BDECE-FA52-44A5-C9F1-B6BFC1B81222}"/>
              </a:ext>
            </a:extLst>
          </p:cNvPr>
          <p:cNvSpPr txBox="1"/>
          <p:nvPr/>
        </p:nvSpPr>
        <p:spPr>
          <a:xfrm>
            <a:off x="9702281" y="530751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2 + 4 + 3 + 2 + 7 = </a:t>
            </a:r>
            <a:r>
              <a:rPr lang="en-US" b="1" dirty="0"/>
              <a:t>18</a:t>
            </a:r>
            <a:endParaRPr 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494045F-17A6-6993-8E84-186A50F0CD5D}"/>
              </a:ext>
            </a:extLst>
          </p:cNvPr>
          <p:cNvGrpSpPr/>
          <p:nvPr/>
        </p:nvGrpSpPr>
        <p:grpSpPr>
          <a:xfrm>
            <a:off x="6690045" y="3995552"/>
            <a:ext cx="5240698" cy="2649754"/>
            <a:chOff x="6690045" y="3995552"/>
            <a:chExt cx="5240698" cy="2649754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E9B61AE-516D-AA41-0877-F3CC94F2C990}"/>
                </a:ext>
              </a:extLst>
            </p:cNvPr>
            <p:cNvSpPr/>
            <p:nvPr/>
          </p:nvSpPr>
          <p:spPr>
            <a:xfrm>
              <a:off x="6690045" y="3995552"/>
              <a:ext cx="3962400" cy="254176"/>
            </a:xfrm>
            <a:prstGeom prst="rect">
              <a:avLst/>
            </a:prstGeom>
            <a:noFill/>
            <a:ln>
              <a:solidFill>
                <a:srgbClr val="1306BA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F65326D-7C0D-6997-8D0B-BB81F62A5FED}"/>
                </a:ext>
              </a:extLst>
            </p:cNvPr>
            <p:cNvSpPr/>
            <p:nvPr/>
          </p:nvSpPr>
          <p:spPr>
            <a:xfrm>
              <a:off x="9246636" y="6024406"/>
              <a:ext cx="2684107" cy="620900"/>
            </a:xfrm>
            <a:prstGeom prst="rect">
              <a:avLst/>
            </a:prstGeom>
            <a:noFill/>
            <a:ln>
              <a:solidFill>
                <a:srgbClr val="1306BA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Optimal means minimum cost, not fewest actions.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1" grpId="0"/>
      <p:bldP spid="84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2D66D6F1-3897-6C80-ECA9-2810EB1FF61B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Search Trees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1FDF1-2149-26FA-A06F-54F435539AA3}"/>
              </a:ext>
            </a:extLst>
          </p:cNvPr>
          <p:cNvSpPr txBox="1"/>
          <p:nvPr/>
        </p:nvSpPr>
        <p:spPr>
          <a:xfrm>
            <a:off x="7372264" y="5704554"/>
            <a:ext cx="474897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sz="2000" dirty="0"/>
              <a:t>Each </a:t>
            </a:r>
            <a:r>
              <a:rPr lang="en-US" sz="2000" b="1" dirty="0"/>
              <a:t>node</a:t>
            </a:r>
            <a:r>
              <a:rPr lang="en-US" sz="2000" dirty="0"/>
              <a:t> represents a state</a:t>
            </a:r>
          </a:p>
          <a:p>
            <a:pPr marL="0" lvl="1"/>
            <a:r>
              <a:rPr lang="en-US" sz="2000" dirty="0"/>
              <a:t>Each </a:t>
            </a:r>
            <a:r>
              <a:rPr lang="en-US" sz="2000" b="1" dirty="0"/>
              <a:t>edge</a:t>
            </a:r>
            <a:r>
              <a:rPr lang="en-US" sz="2000" dirty="0"/>
              <a:t> represents an action</a:t>
            </a:r>
          </a:p>
          <a:p>
            <a:pPr marL="0" lvl="1"/>
            <a:r>
              <a:rPr lang="en-US" sz="2000" dirty="0"/>
              <a:t>Each </a:t>
            </a:r>
            <a:r>
              <a:rPr lang="en-US" sz="2000" b="1" dirty="0"/>
              <a:t>path</a:t>
            </a:r>
            <a:r>
              <a:rPr lang="en-US" sz="2000" dirty="0"/>
              <a:t> represents a sequence of 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615D94D-08B7-9A4E-AE21-DC7F37F3594A}"/>
                  </a:ext>
                </a:extLst>
              </p:cNvPr>
              <p:cNvSpPr/>
              <p:nvPr/>
            </p:nvSpPr>
            <p:spPr>
              <a:xfrm>
                <a:off x="5907495" y="1991563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615D94D-08B7-9A4E-AE21-DC7F37F359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95" y="1991563"/>
                <a:ext cx="548044" cy="56567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BE53F9F-2E29-241C-9A6C-562DAAC8B269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flipH="1">
            <a:off x="3236421" y="2274399"/>
            <a:ext cx="2671074" cy="108416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3355B5-A038-DC83-7B8F-306386EB123A}"/>
              </a:ext>
            </a:extLst>
          </p:cNvPr>
          <p:cNvCxnSpPr>
            <a:cxnSpLocks/>
            <a:stCxn id="14" idx="3"/>
            <a:endCxn id="17" idx="0"/>
          </p:cNvCxnSpPr>
          <p:nvPr/>
        </p:nvCxnSpPr>
        <p:spPr>
          <a:xfrm flipH="1">
            <a:off x="4701190" y="2474393"/>
            <a:ext cx="1286564" cy="884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2BD7CE3-43B4-8F16-E6DD-4A8FF4D151B9}"/>
                  </a:ext>
                </a:extLst>
              </p:cNvPr>
              <p:cNvSpPr/>
              <p:nvPr/>
            </p:nvSpPr>
            <p:spPr>
              <a:xfrm>
                <a:off x="4427168" y="3358568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2BD7CE3-43B4-8F16-E6DD-4A8FF4D15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168" y="3358568"/>
                <a:ext cx="548044" cy="56567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04AD98C-76F5-C8EB-C63D-FF89115402C0}"/>
                  </a:ext>
                </a:extLst>
              </p:cNvPr>
              <p:cNvSpPr/>
              <p:nvPr/>
            </p:nvSpPr>
            <p:spPr>
              <a:xfrm>
                <a:off x="2962399" y="3358567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04AD98C-76F5-C8EB-C63D-FF8911540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399" y="3358567"/>
                <a:ext cx="548044" cy="56567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C1A4F36-706A-7F6D-0442-178F3A88BD19}"/>
                  </a:ext>
                </a:extLst>
              </p:cNvPr>
              <p:cNvSpPr/>
              <p:nvPr/>
            </p:nvSpPr>
            <p:spPr>
              <a:xfrm>
                <a:off x="7372264" y="3358568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C1A4F36-706A-7F6D-0442-178F3A88B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264" y="3358568"/>
                <a:ext cx="548044" cy="56567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1564176-1EFA-223F-686D-626F02E38882}"/>
                  </a:ext>
                </a:extLst>
              </p:cNvPr>
              <p:cNvSpPr/>
              <p:nvPr/>
            </p:nvSpPr>
            <p:spPr>
              <a:xfrm>
                <a:off x="8852591" y="3358568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1564176-1EFA-223F-686D-626F02E38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591" y="3358568"/>
                <a:ext cx="548044" cy="56567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548218D-CF0E-F33B-13DC-F52BD0610C00}"/>
                  </a:ext>
                </a:extLst>
              </p:cNvPr>
              <p:cNvSpPr/>
              <p:nvPr/>
            </p:nvSpPr>
            <p:spPr>
              <a:xfrm>
                <a:off x="5891937" y="3358568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548218D-CF0E-F33B-13DC-F52BD0610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937" y="3358568"/>
                <a:ext cx="548044" cy="56567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7766B60-D7C9-7F4C-FCD5-AC59A6ED5B85}"/>
              </a:ext>
            </a:extLst>
          </p:cNvPr>
          <p:cNvCxnSpPr>
            <a:cxnSpLocks/>
            <a:stCxn id="14" idx="4"/>
            <a:endCxn id="39" idx="0"/>
          </p:cNvCxnSpPr>
          <p:nvPr/>
        </p:nvCxnSpPr>
        <p:spPr>
          <a:xfrm flipH="1">
            <a:off x="6165959" y="2557234"/>
            <a:ext cx="15558" cy="8013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604C1F-E7F9-B77A-BAE7-F41E0A3592A6}"/>
              </a:ext>
            </a:extLst>
          </p:cNvPr>
          <p:cNvCxnSpPr>
            <a:cxnSpLocks/>
            <a:stCxn id="14" idx="5"/>
            <a:endCxn id="37" idx="0"/>
          </p:cNvCxnSpPr>
          <p:nvPr/>
        </p:nvCxnSpPr>
        <p:spPr>
          <a:xfrm>
            <a:off x="6375280" y="2474393"/>
            <a:ext cx="1271006" cy="88417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5A07228-9B22-3290-C15E-91662C5EFC5D}"/>
              </a:ext>
            </a:extLst>
          </p:cNvPr>
          <p:cNvCxnSpPr>
            <a:cxnSpLocks/>
            <a:stCxn id="14" idx="6"/>
            <a:endCxn id="38" idx="0"/>
          </p:cNvCxnSpPr>
          <p:nvPr/>
        </p:nvCxnSpPr>
        <p:spPr>
          <a:xfrm>
            <a:off x="6455539" y="2274399"/>
            <a:ext cx="2671074" cy="10841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7FB0C17-78C3-D1AC-37F1-F131C6C5BCF2}"/>
                  </a:ext>
                </a:extLst>
              </p:cNvPr>
              <p:cNvSpPr txBox="1"/>
              <p:nvPr/>
            </p:nvSpPr>
            <p:spPr>
              <a:xfrm>
                <a:off x="3800796" y="2445648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7FB0C17-78C3-D1AC-37F1-F131C6C5B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796" y="2445648"/>
                <a:ext cx="544918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D4F3A3-82F0-4994-7209-E418541DEE36}"/>
                  </a:ext>
                </a:extLst>
              </p:cNvPr>
              <p:cNvSpPr txBox="1"/>
              <p:nvPr/>
            </p:nvSpPr>
            <p:spPr>
              <a:xfrm>
                <a:off x="5124055" y="2783774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D4F3A3-82F0-4994-7209-E418541DE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055" y="2783774"/>
                <a:ext cx="544918" cy="461665"/>
              </a:xfrm>
              <a:prstGeom prst="rect">
                <a:avLst/>
              </a:prstGeom>
              <a:blipFill>
                <a:blip r:embed="rId9"/>
                <a:stretch>
                  <a:fillRect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634EF07-3ECA-D25E-D10F-85C0D4946E5F}"/>
                  </a:ext>
                </a:extLst>
              </p:cNvPr>
              <p:cNvSpPr txBox="1"/>
              <p:nvPr/>
            </p:nvSpPr>
            <p:spPr>
              <a:xfrm>
                <a:off x="6091838" y="2810159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634EF07-3ECA-D25E-D10F-85C0D4946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838" y="2810159"/>
                <a:ext cx="54491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19D58B1-7A15-DBAB-08BC-DA78152792B2}"/>
                  </a:ext>
                </a:extLst>
              </p:cNvPr>
              <p:cNvSpPr txBox="1"/>
              <p:nvPr/>
            </p:nvSpPr>
            <p:spPr>
              <a:xfrm>
                <a:off x="7486305" y="2275708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19D58B1-7A15-DBAB-08BC-DA7815279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05" y="2275708"/>
                <a:ext cx="54491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425A258-82EF-71A8-7A2E-E325F60D8F36}"/>
                  </a:ext>
                </a:extLst>
              </p:cNvPr>
              <p:cNvSpPr txBox="1"/>
              <p:nvPr/>
            </p:nvSpPr>
            <p:spPr>
              <a:xfrm>
                <a:off x="6786392" y="2810159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425A258-82EF-71A8-7A2E-E325F60D8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392" y="2810159"/>
                <a:ext cx="544918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40FA3D4-B78A-D6D9-54D8-2B6DA18483B2}"/>
              </a:ext>
            </a:extLst>
          </p:cNvPr>
          <p:cNvCxnSpPr>
            <a:cxnSpLocks/>
            <a:stCxn id="18" idx="3"/>
            <a:endCxn id="113" idx="0"/>
          </p:cNvCxnSpPr>
          <p:nvPr/>
        </p:nvCxnSpPr>
        <p:spPr>
          <a:xfrm flipH="1">
            <a:off x="1652725" y="3841397"/>
            <a:ext cx="1389933" cy="8928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6D367C3-1F87-9BD1-176D-4E41D68D28AD}"/>
              </a:ext>
            </a:extLst>
          </p:cNvPr>
          <p:cNvCxnSpPr>
            <a:cxnSpLocks/>
            <a:stCxn id="18" idx="4"/>
            <a:endCxn id="112" idx="0"/>
          </p:cNvCxnSpPr>
          <p:nvPr/>
        </p:nvCxnSpPr>
        <p:spPr>
          <a:xfrm flipH="1">
            <a:off x="2656437" y="3924238"/>
            <a:ext cx="579984" cy="81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DE848FD-8070-62A4-16AA-EDA87D0B87AC}"/>
                  </a:ext>
                </a:extLst>
              </p:cNvPr>
              <p:cNvSpPr/>
              <p:nvPr/>
            </p:nvSpPr>
            <p:spPr>
              <a:xfrm>
                <a:off x="2382415" y="4734287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DE848FD-8070-62A4-16AA-EDA87D0B87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15" y="4734287"/>
                <a:ext cx="548044" cy="565671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DCD3E1D-D162-F732-E20E-4CE40EE11E0B}"/>
                  </a:ext>
                </a:extLst>
              </p:cNvPr>
              <p:cNvSpPr/>
              <p:nvPr/>
            </p:nvSpPr>
            <p:spPr>
              <a:xfrm>
                <a:off x="1378703" y="4734286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D15FC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DCD3E1D-D162-F732-E20E-4CE40EE11E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703" y="4734286"/>
                <a:ext cx="548044" cy="565671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3EBAAA4C-F7B8-CAF5-B375-4A9305F4BF21}"/>
                  </a:ext>
                </a:extLst>
              </p:cNvPr>
              <p:cNvSpPr/>
              <p:nvPr/>
            </p:nvSpPr>
            <p:spPr>
              <a:xfrm>
                <a:off x="3434446" y="4725570"/>
                <a:ext cx="548044" cy="5656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3EBAAA4C-F7B8-CAF5-B375-4A9305F4B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446" y="4725570"/>
                <a:ext cx="548044" cy="565671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B91FB2-7AC8-791F-206E-0B9C87A2A0BA}"/>
              </a:ext>
            </a:extLst>
          </p:cNvPr>
          <p:cNvCxnSpPr>
            <a:cxnSpLocks/>
            <a:stCxn id="18" idx="4"/>
            <a:endCxn id="114" idx="0"/>
          </p:cNvCxnSpPr>
          <p:nvPr/>
        </p:nvCxnSpPr>
        <p:spPr>
          <a:xfrm>
            <a:off x="3236421" y="3924238"/>
            <a:ext cx="472047" cy="80133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892B87C-323C-1E7E-2C42-D8FE24DD0B65}"/>
                  </a:ext>
                </a:extLst>
              </p:cNvPr>
              <p:cNvSpPr txBox="1"/>
              <p:nvPr/>
            </p:nvSpPr>
            <p:spPr>
              <a:xfrm>
                <a:off x="1817312" y="3759709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892B87C-323C-1E7E-2C42-D8FE24DD0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312" y="3759709"/>
                <a:ext cx="544918" cy="461665"/>
              </a:xfrm>
              <a:prstGeom prst="rect">
                <a:avLst/>
              </a:prstGeom>
              <a:blipFill>
                <a:blip r:embed="rId16"/>
                <a:stretch>
                  <a:fillRect r="-6667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503F7E3-339F-B70B-AD3B-E018F2267317}"/>
                  </a:ext>
                </a:extLst>
              </p:cNvPr>
              <p:cNvSpPr txBox="1"/>
              <p:nvPr/>
            </p:nvSpPr>
            <p:spPr>
              <a:xfrm>
                <a:off x="2770199" y="4276979"/>
                <a:ext cx="5449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503F7E3-339F-B70B-AD3B-E018F2267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99" y="4276979"/>
                <a:ext cx="544918" cy="461665"/>
              </a:xfrm>
              <a:prstGeom prst="rect">
                <a:avLst/>
              </a:prstGeom>
              <a:blipFill>
                <a:blip r:embed="rId17"/>
                <a:stretch>
                  <a:fillRect r="-6667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73D0C6A-A9F5-BCEB-8A16-9FA5177F2182}"/>
              </a:ext>
            </a:extLst>
          </p:cNvPr>
          <p:cNvCxnSpPr>
            <a:cxnSpLocks/>
            <a:stCxn id="39" idx="4"/>
          </p:cNvCxnSpPr>
          <p:nvPr/>
        </p:nvCxnSpPr>
        <p:spPr>
          <a:xfrm flipH="1">
            <a:off x="5875787" y="3924239"/>
            <a:ext cx="290172" cy="56567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FB52AEB-8ED2-A9FD-B260-2FC850B995BF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6165959" y="3924239"/>
            <a:ext cx="271981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96B9262-DBCC-8314-2EBA-FE22CD6047DC}"/>
                  </a:ext>
                </a:extLst>
              </p:cNvPr>
              <p:cNvSpPr txBox="1"/>
              <p:nvPr/>
            </p:nvSpPr>
            <p:spPr>
              <a:xfrm>
                <a:off x="3497897" y="3950927"/>
                <a:ext cx="544918" cy="4914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96B9262-DBCC-8314-2EBA-FE22CD604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897" y="3950927"/>
                <a:ext cx="544918" cy="491417"/>
              </a:xfrm>
              <a:prstGeom prst="rect">
                <a:avLst/>
              </a:prstGeom>
              <a:blipFill>
                <a:blip r:embed="rId18"/>
                <a:stretch>
                  <a:fillRect r="-7865" b="-98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6ABF0AD-0621-5A6F-47B1-01150AEC1312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4345714" y="3924239"/>
            <a:ext cx="355476" cy="59992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C8CBCB7-3486-6A70-AE2D-9412C54C00D5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4701190" y="3924239"/>
            <a:ext cx="257872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3BF67CA-8096-240E-AF97-42F2A7946D66}"/>
              </a:ext>
            </a:extLst>
          </p:cNvPr>
          <p:cNvCxnSpPr>
            <a:cxnSpLocks/>
          </p:cNvCxnSpPr>
          <p:nvPr/>
        </p:nvCxnSpPr>
        <p:spPr>
          <a:xfrm flipH="1">
            <a:off x="7354665" y="3924239"/>
            <a:ext cx="290172" cy="56567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CC4121D-9428-B284-4591-A06D7D450D6D}"/>
              </a:ext>
            </a:extLst>
          </p:cNvPr>
          <p:cNvCxnSpPr>
            <a:cxnSpLocks/>
          </p:cNvCxnSpPr>
          <p:nvPr/>
        </p:nvCxnSpPr>
        <p:spPr>
          <a:xfrm>
            <a:off x="7644837" y="3924239"/>
            <a:ext cx="271981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B8FA1CDD-0C44-992D-76FB-2DDBB9F35ED9}"/>
              </a:ext>
            </a:extLst>
          </p:cNvPr>
          <p:cNvCxnSpPr>
            <a:cxnSpLocks/>
          </p:cNvCxnSpPr>
          <p:nvPr/>
        </p:nvCxnSpPr>
        <p:spPr>
          <a:xfrm flipH="1">
            <a:off x="8833543" y="3924239"/>
            <a:ext cx="290172" cy="56567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A247320-06E0-1273-A07E-8AB450535B32}"/>
              </a:ext>
            </a:extLst>
          </p:cNvPr>
          <p:cNvCxnSpPr>
            <a:cxnSpLocks/>
          </p:cNvCxnSpPr>
          <p:nvPr/>
        </p:nvCxnSpPr>
        <p:spPr>
          <a:xfrm>
            <a:off x="9123715" y="3924239"/>
            <a:ext cx="271981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805753D-ACC5-A9E1-F1F9-EA8604605BBD}"/>
              </a:ext>
            </a:extLst>
          </p:cNvPr>
          <p:cNvCxnSpPr>
            <a:cxnSpLocks/>
          </p:cNvCxnSpPr>
          <p:nvPr/>
        </p:nvCxnSpPr>
        <p:spPr>
          <a:xfrm flipH="1">
            <a:off x="1364594" y="5339156"/>
            <a:ext cx="290172" cy="56567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640489BA-E657-51C4-01E4-2270EF0C0459}"/>
              </a:ext>
            </a:extLst>
          </p:cNvPr>
          <p:cNvCxnSpPr>
            <a:cxnSpLocks/>
          </p:cNvCxnSpPr>
          <p:nvPr/>
        </p:nvCxnSpPr>
        <p:spPr>
          <a:xfrm>
            <a:off x="1654766" y="5339156"/>
            <a:ext cx="271981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BFF338A0-B87C-5069-C01F-FA6AD2AE3EBC}"/>
              </a:ext>
            </a:extLst>
          </p:cNvPr>
          <p:cNvCxnSpPr>
            <a:cxnSpLocks/>
          </p:cNvCxnSpPr>
          <p:nvPr/>
        </p:nvCxnSpPr>
        <p:spPr>
          <a:xfrm flipH="1">
            <a:off x="2368306" y="5339156"/>
            <a:ext cx="290172" cy="56567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1D91D794-F3EF-347E-1F76-2366A15992C9}"/>
              </a:ext>
            </a:extLst>
          </p:cNvPr>
          <p:cNvCxnSpPr>
            <a:cxnSpLocks/>
          </p:cNvCxnSpPr>
          <p:nvPr/>
        </p:nvCxnSpPr>
        <p:spPr>
          <a:xfrm>
            <a:off x="2658478" y="5339156"/>
            <a:ext cx="271981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3103C6E-2E40-D72A-FF51-C2DD59B383B9}"/>
              </a:ext>
            </a:extLst>
          </p:cNvPr>
          <p:cNvCxnSpPr>
            <a:cxnSpLocks/>
          </p:cNvCxnSpPr>
          <p:nvPr/>
        </p:nvCxnSpPr>
        <p:spPr>
          <a:xfrm flipH="1">
            <a:off x="3420337" y="5317930"/>
            <a:ext cx="290172" cy="56567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E2769B9-D8B1-0F2C-ACDC-E4D740280596}"/>
              </a:ext>
            </a:extLst>
          </p:cNvPr>
          <p:cNvCxnSpPr>
            <a:cxnSpLocks/>
          </p:cNvCxnSpPr>
          <p:nvPr/>
        </p:nvCxnSpPr>
        <p:spPr>
          <a:xfrm>
            <a:off x="3710509" y="5317930"/>
            <a:ext cx="271981" cy="57603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B94A6E-D364-EE49-321A-1369F84ED579}"/>
              </a:ext>
            </a:extLst>
          </p:cNvPr>
          <p:cNvSpPr txBox="1"/>
          <p:nvPr/>
        </p:nvSpPr>
        <p:spPr>
          <a:xfrm>
            <a:off x="593510" y="931922"/>
            <a:ext cx="11153621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Given that the state space graph shows multiple paths to each state with different costs, search algorithms use a tree representation where each node tracks the complete path taken to reach that state.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 animBg="1"/>
      <p:bldP spid="18" grpId="0" animBg="1"/>
      <p:bldP spid="37" grpId="0" animBg="1"/>
      <p:bldP spid="38" grpId="0" animBg="1"/>
      <p:bldP spid="39" grpId="0" animBg="1"/>
      <p:bldP spid="81" grpId="0"/>
      <p:bldP spid="82" grpId="0"/>
      <p:bldP spid="85" grpId="0"/>
      <p:bldP spid="86" grpId="0"/>
      <p:bldP spid="95" grpId="0"/>
      <p:bldP spid="112" grpId="0" animBg="1"/>
      <p:bldP spid="113" grpId="0" animBg="1"/>
      <p:bldP spid="114" grpId="0" animBg="1"/>
      <p:bldP spid="120" grpId="0"/>
      <p:bldP spid="121" grpId="0"/>
      <p:bldP spid="1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889" y="1150775"/>
            <a:ext cx="10698270" cy="1150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i="1" dirty="0"/>
              <a:t>Search by Environment Properties</a:t>
            </a:r>
            <a:r>
              <a:rPr lang="en-US" sz="2000" dirty="0"/>
              <a:t> refers to what we know about the problem: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Observability:</a:t>
            </a:r>
            <a:r>
              <a:rPr lang="en-US" sz="2000" dirty="0"/>
              <a:t> Can we see the current state completely?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Determinism:</a:t>
            </a:r>
            <a:r>
              <a:rPr lang="en-US" sz="2000" dirty="0"/>
              <a:t> Do actions have predictable outcomes?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4AFE56B7-C3AC-40EC-4AAA-580D44017CA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Types of Search Problems 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E1D35-6167-7C9B-4472-2F34A38B71D7}"/>
              </a:ext>
            </a:extLst>
          </p:cNvPr>
          <p:cNvSpPr txBox="1"/>
          <p:nvPr/>
        </p:nvSpPr>
        <p:spPr>
          <a:xfrm>
            <a:off x="566889" y="2354786"/>
            <a:ext cx="10020246" cy="40934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US" sz="2000" b="1" dirty="0"/>
              <a:t>Types:</a:t>
            </a:r>
            <a:endParaRPr lang="en-US" sz="2000" dirty="0"/>
          </a:p>
          <a:p>
            <a:pPr lvl="1"/>
            <a:r>
              <a:rPr lang="en-US" sz="2000" b="1" dirty="0"/>
              <a:t>Single-State Problems (Fully observable, deterministic):</a:t>
            </a: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8-puzzle: See all tiles, moves are predictable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Route planning: Know current location, roads are fixed</a:t>
            </a:r>
          </a:p>
          <a:p>
            <a:pPr lvl="1"/>
            <a:r>
              <a:rPr lang="en-US" sz="2000" b="1" dirty="0"/>
              <a:t>Multiple-State Problems (Partially observable, deterministic):</a:t>
            </a: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Robot localization: Limited sensors, do not know exact position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Sensorless</a:t>
            </a:r>
            <a:r>
              <a:rPr lang="en-US" sz="2000" dirty="0"/>
              <a:t> planning: Robot vacuum with no position sensors</a:t>
            </a:r>
          </a:p>
          <a:p>
            <a:pPr lvl="1"/>
            <a:r>
              <a:rPr lang="en-US" sz="2000" b="1" dirty="0"/>
              <a:t>Contingency Problems (Observable, nondeterministic):</a:t>
            </a: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Medical diagnosis: Can observe symptoms, treatment outcomes uncertain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Game against opponent: See game state, opponent's moves unpredictable</a:t>
            </a:r>
          </a:p>
          <a:p>
            <a:pPr lvl="1"/>
            <a:r>
              <a:rPr lang="en-US" sz="2000" b="1" dirty="0"/>
              <a:t>Exploration Problems (Unknown state space):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Mars rover navigation: Don't know terrain beforehand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Web crawling: Discover links as you go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1A2AD-3106-4115-DE49-50053B76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AC5B704A-5C3D-15E9-F8D0-88D479D265EA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Types of Search Problems II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812C1-46CF-712A-1196-AF3142961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9" y="2626267"/>
            <a:ext cx="4312005" cy="1814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i="1" dirty="0"/>
              <a:t>Search By Objective</a:t>
            </a:r>
            <a:r>
              <a:rPr lang="en-US" sz="1800" dirty="0"/>
              <a:t> refers to what </a:t>
            </a:r>
            <a:r>
              <a:rPr lang="en-US" sz="1800" i="1" dirty="0"/>
              <a:t>type of solution</a:t>
            </a:r>
            <a:r>
              <a:rPr lang="en-US" sz="1800" dirty="0"/>
              <a:t> we want: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Any valid solution vs. the best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One answer vs. exploring all possibilities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Final answer vs. improving answers over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6EE38-34B4-77C0-2E97-8C1F09EE027F}"/>
              </a:ext>
            </a:extLst>
          </p:cNvPr>
          <p:cNvSpPr txBox="1"/>
          <p:nvPr/>
        </p:nvSpPr>
        <p:spPr>
          <a:xfrm>
            <a:off x="5075853" y="994226"/>
            <a:ext cx="6699380" cy="50783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US" b="1" dirty="0"/>
              <a:t>Types:</a:t>
            </a:r>
            <a:endParaRPr lang="en-US" dirty="0"/>
          </a:p>
          <a:p>
            <a:pPr lvl="1"/>
            <a:r>
              <a:rPr lang="en-US" b="1" dirty="0"/>
              <a:t>Finding Any Solution: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Maze solving: Any path to exit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Satisfiability (SAT): Any assignment that satisfies clauses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Scheduling: Any valid assignment of tasks to resources</a:t>
            </a:r>
          </a:p>
          <a:p>
            <a:pPr lvl="1"/>
            <a:r>
              <a:rPr lang="en-US" b="1" dirty="0"/>
              <a:t>Finding Optimal Solution: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Shortest path: GPS navigation finding fastest route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Traveling salesman: Minimum-cost tour visiting all cities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Resource allocation: Minimum cost assignment</a:t>
            </a:r>
          </a:p>
          <a:p>
            <a:pPr lvl="1"/>
            <a:r>
              <a:rPr lang="en-US" b="1" dirty="0"/>
              <a:t>State-Space Search vs. Path-Cost Search: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Some problems care about reaching goal states (puzzles)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Others care about path taken (navigation, planning sequences)</a:t>
            </a:r>
          </a:p>
          <a:p>
            <a:pPr lvl="1"/>
            <a:r>
              <a:rPr lang="en-US" b="1" dirty="0"/>
              <a:t>Single Solution vs. All Solutions: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Chess: Find one good move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Constraint satisfaction: Sometimes need all valid solutions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Game tree analysis: Explore all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302143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941" y="2268813"/>
            <a:ext cx="4781604" cy="174335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sz="2200" b="1" i="1" dirty="0"/>
              <a:t>Uninformed Search (Blind Search)</a:t>
            </a:r>
          </a:p>
          <a:p>
            <a:pPr lvl="1"/>
            <a:r>
              <a:rPr sz="2200" dirty="0"/>
              <a:t>No problem-specific knowledge beyond definition</a:t>
            </a:r>
          </a:p>
          <a:p>
            <a:pPr lvl="1"/>
            <a:r>
              <a:rPr sz="2200" dirty="0"/>
              <a:t>Only knows actions, goal test, and action costs</a:t>
            </a:r>
            <a:endParaRPr lang="en-US" sz="2200" dirty="0"/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E636F2E4-EF4B-D36E-D126-1F8E219D206E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Search Strategies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423CE-94D7-36C4-9801-C12B0ACAB108}"/>
              </a:ext>
            </a:extLst>
          </p:cNvPr>
          <p:cNvSpPr txBox="1"/>
          <p:nvPr/>
        </p:nvSpPr>
        <p:spPr>
          <a:xfrm>
            <a:off x="6396135" y="2695610"/>
            <a:ext cx="5228976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b="1" dirty="0"/>
              <a:t>BFS</a:t>
            </a:r>
            <a:r>
              <a:rPr lang="en-US" dirty="0"/>
              <a:t>: Explore level by level</a:t>
            </a:r>
          </a:p>
          <a:p>
            <a:pPr marL="0" lvl="1"/>
            <a:r>
              <a:rPr lang="en-US" b="1" dirty="0"/>
              <a:t>DFS</a:t>
            </a:r>
            <a:r>
              <a:rPr lang="en-US" dirty="0"/>
              <a:t>: Go deep first, backtrack when stuck</a:t>
            </a:r>
          </a:p>
          <a:p>
            <a:pPr marL="0" lvl="1"/>
            <a:r>
              <a:rPr lang="en-US" b="1" dirty="0"/>
              <a:t>Uniform Cost Search</a:t>
            </a:r>
            <a:r>
              <a:rPr lang="en-US" dirty="0"/>
              <a:t>: Always expand lowest-cost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F6483-BFC2-DF5D-D101-D13B09AA1BFD}"/>
              </a:ext>
            </a:extLst>
          </p:cNvPr>
          <p:cNvSpPr txBox="1"/>
          <p:nvPr/>
        </p:nvSpPr>
        <p:spPr>
          <a:xfrm>
            <a:off x="6396135" y="4606823"/>
            <a:ext cx="5167604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b="1" dirty="0"/>
              <a:t>A*</a:t>
            </a:r>
            <a:r>
              <a:rPr lang="en-US" dirty="0"/>
              <a:t>: Combines actual cost + estimated remaining cost</a:t>
            </a:r>
          </a:p>
          <a:p>
            <a:pPr marL="0" lvl="1"/>
            <a:r>
              <a:rPr lang="en-US" b="1" dirty="0"/>
              <a:t>Greedy Best-First</a:t>
            </a:r>
            <a:r>
              <a:rPr lang="en-US" dirty="0"/>
              <a:t>: Always move toward seemingly closest goal</a:t>
            </a:r>
          </a:p>
          <a:p>
            <a:pPr marL="0" lvl="1"/>
            <a:r>
              <a:rPr lang="en-US" b="1" dirty="0"/>
              <a:t>Hill Climbing</a:t>
            </a:r>
            <a:r>
              <a:rPr lang="en-US" dirty="0"/>
              <a:t>: Always take the best local step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70C2D4-FE3D-F9C5-6F9C-2A1B10A87186}"/>
              </a:ext>
            </a:extLst>
          </p:cNvPr>
          <p:cNvSpPr txBox="1">
            <a:spLocks/>
          </p:cNvSpPr>
          <p:nvPr/>
        </p:nvSpPr>
        <p:spPr>
          <a:xfrm>
            <a:off x="777939" y="4323184"/>
            <a:ext cx="4781604" cy="14839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0"/>
              </a:spcBef>
              <a:buFont typeface="Arial" panose="020B0604020202020204" pitchFamily="34" charset="0"/>
              <a:buNone/>
            </a:pPr>
            <a:r>
              <a:rPr lang="en-US" sz="2200" b="1" i="1" dirty="0"/>
              <a:t>Informed Search (Heuristic Search)</a:t>
            </a:r>
          </a:p>
          <a:p>
            <a:pPr lvl="1"/>
            <a:r>
              <a:rPr lang="en-US" sz="2200" dirty="0"/>
              <a:t>Uses problem-specific knowledge (heuristic function)</a:t>
            </a:r>
          </a:p>
          <a:p>
            <a:pPr lvl="1"/>
            <a:r>
              <a:rPr lang="en-US" sz="2200" dirty="0"/>
              <a:t>Estimates “goodness” of states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C7D78B-923C-C6B0-C25A-7CD684641006}"/>
              </a:ext>
            </a:extLst>
          </p:cNvPr>
          <p:cNvSpPr txBox="1"/>
          <p:nvPr/>
        </p:nvSpPr>
        <p:spPr>
          <a:xfrm>
            <a:off x="777939" y="944069"/>
            <a:ext cx="1072359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Some search algorithms are like exploring a new city without a map (systematic but blind), while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518DDE-710E-235F-1AAC-6691807D7167}"/>
              </a:ext>
            </a:extLst>
          </p:cNvPr>
          <p:cNvSpPr txBox="1"/>
          <p:nvPr/>
        </p:nvSpPr>
        <p:spPr>
          <a:xfrm>
            <a:off x="777939" y="1344179"/>
            <a:ext cx="1072359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others are like having a compass pointing toward your destination (guided exploration).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90" y="880123"/>
            <a:ext cx="5490772" cy="1315681"/>
          </a:xfrm>
        </p:spPr>
        <p:txBody>
          <a:bodyPr>
            <a:no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sz="1800" b="1" dirty="0"/>
              <a:t>Tree Search:</a:t>
            </a:r>
          </a:p>
          <a:p>
            <a:pPr lvl="1"/>
            <a:r>
              <a:rPr sz="1800" dirty="0"/>
              <a:t>Generates nodes without checking for duplicates</a:t>
            </a:r>
          </a:p>
          <a:p>
            <a:pPr lvl="1"/>
            <a:r>
              <a:rPr sz="1800" dirty="0"/>
              <a:t>Can visit same state multiple times</a:t>
            </a:r>
          </a:p>
          <a:p>
            <a:pPr lvl="1"/>
            <a:r>
              <a:rPr sz="1800" dirty="0"/>
              <a:t>Simpler implementation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1D1C418D-18DD-FE0E-4DF4-817D424A24EA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Tree Search vs. Graph Search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218D30-4637-962B-9B2A-4DE62986A675}"/>
              </a:ext>
            </a:extLst>
          </p:cNvPr>
          <p:cNvSpPr txBox="1">
            <a:spLocks/>
          </p:cNvSpPr>
          <p:nvPr/>
        </p:nvSpPr>
        <p:spPr>
          <a:xfrm>
            <a:off x="6008914" y="880123"/>
            <a:ext cx="5772539" cy="1596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0"/>
              </a:spcBef>
              <a:buFont typeface="Arial" panose="020B0604020202020204" pitchFamily="34" charset="0"/>
              <a:buNone/>
            </a:pPr>
            <a:r>
              <a:rPr lang="en-US" sz="1800" b="1" dirty="0"/>
              <a:t>Graph Search:</a:t>
            </a:r>
          </a:p>
          <a:p>
            <a:pPr lvl="1"/>
            <a:r>
              <a:rPr lang="en-US" sz="1800" dirty="0"/>
              <a:t>Maintains explored set to avoid repeated states</a:t>
            </a:r>
          </a:p>
          <a:p>
            <a:pPr lvl="1"/>
            <a:r>
              <a:rPr lang="en-US" sz="1800" dirty="0"/>
              <a:t>More efficient for state spaces with many paths to same state</a:t>
            </a:r>
          </a:p>
          <a:p>
            <a:pPr lvl="1"/>
            <a:r>
              <a:rPr lang="en-US" sz="1800" dirty="0"/>
              <a:t>Higher memory requirements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C4ABB-5A9B-3EEB-2A08-20E3951C9578}"/>
              </a:ext>
            </a:extLst>
          </p:cNvPr>
          <p:cNvCxnSpPr>
            <a:cxnSpLocks/>
            <a:stCxn id="86" idx="2"/>
            <a:endCxn id="2" idx="0"/>
          </p:cNvCxnSpPr>
          <p:nvPr/>
        </p:nvCxnSpPr>
        <p:spPr>
          <a:xfrm flipH="1">
            <a:off x="5190309" y="2956583"/>
            <a:ext cx="401218" cy="359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49AAAAE-813E-A6A9-8759-EDB3F4F9B271}"/>
              </a:ext>
            </a:extLst>
          </p:cNvPr>
          <p:cNvSpPr/>
          <p:nvPr/>
        </p:nvSpPr>
        <p:spPr>
          <a:xfrm>
            <a:off x="5457788" y="2689106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1CE58-7E06-2642-1E9C-BC965834D54F}"/>
              </a:ext>
            </a:extLst>
          </p:cNvPr>
          <p:cNvSpPr/>
          <p:nvPr/>
        </p:nvSpPr>
        <p:spPr>
          <a:xfrm>
            <a:off x="5056570" y="3316527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99DF9-4AA8-C410-A8EC-848EFC1EA1C4}"/>
              </a:ext>
            </a:extLst>
          </p:cNvPr>
          <p:cNvSpPr/>
          <p:nvPr/>
        </p:nvSpPr>
        <p:spPr>
          <a:xfrm>
            <a:off x="5874554" y="3316527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1BB1CE3-BBC9-766E-A14A-08FEDB621F47}"/>
              </a:ext>
            </a:extLst>
          </p:cNvPr>
          <p:cNvCxnSpPr>
            <a:cxnSpLocks/>
            <a:stCxn id="86" idx="2"/>
            <a:endCxn id="5" idx="0"/>
          </p:cNvCxnSpPr>
          <p:nvPr/>
        </p:nvCxnSpPr>
        <p:spPr>
          <a:xfrm>
            <a:off x="5591527" y="2956583"/>
            <a:ext cx="416766" cy="359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B5ACB1C-2DD8-5393-81E1-543E2F916215}"/>
              </a:ext>
            </a:extLst>
          </p:cNvPr>
          <p:cNvSpPr/>
          <p:nvPr/>
        </p:nvSpPr>
        <p:spPr>
          <a:xfrm>
            <a:off x="4871513" y="3943948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28C1820-F1AE-2AAA-E07F-AFD19423EDA8}"/>
              </a:ext>
            </a:extLst>
          </p:cNvPr>
          <p:cNvSpPr/>
          <p:nvPr/>
        </p:nvSpPr>
        <p:spPr>
          <a:xfrm>
            <a:off x="5247540" y="3943948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4F8F7-185E-AFDD-558F-A690DD2FB9DC}"/>
              </a:ext>
            </a:extLst>
          </p:cNvPr>
          <p:cNvSpPr/>
          <p:nvPr/>
        </p:nvSpPr>
        <p:spPr>
          <a:xfrm>
            <a:off x="6362856" y="3943948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AD44EC-5962-FAEC-1037-F56CED3AED79}"/>
              </a:ext>
            </a:extLst>
          </p:cNvPr>
          <p:cNvSpPr/>
          <p:nvPr/>
        </p:nvSpPr>
        <p:spPr>
          <a:xfrm>
            <a:off x="5591527" y="3943948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71F7AF-2A91-F1C0-8A97-44DCD3B1697F}"/>
              </a:ext>
            </a:extLst>
          </p:cNvPr>
          <p:cNvSpPr/>
          <p:nvPr/>
        </p:nvSpPr>
        <p:spPr>
          <a:xfrm>
            <a:off x="5961641" y="3943948"/>
            <a:ext cx="267477" cy="26747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758A5DE-9CA6-BE25-8781-E5A629C4F343}"/>
              </a:ext>
            </a:extLst>
          </p:cNvPr>
          <p:cNvCxnSpPr>
            <a:cxnSpLocks/>
            <a:stCxn id="2" idx="2"/>
            <a:endCxn id="44" idx="0"/>
          </p:cNvCxnSpPr>
          <p:nvPr/>
        </p:nvCxnSpPr>
        <p:spPr>
          <a:xfrm flipH="1">
            <a:off x="5005252" y="3584004"/>
            <a:ext cx="185057" cy="359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45A43EA-E137-E3DF-2D0F-ED9DB70A54A4}"/>
              </a:ext>
            </a:extLst>
          </p:cNvPr>
          <p:cNvCxnSpPr>
            <a:cxnSpLocks/>
            <a:stCxn id="2" idx="2"/>
            <a:endCxn id="45" idx="0"/>
          </p:cNvCxnSpPr>
          <p:nvPr/>
        </p:nvCxnSpPr>
        <p:spPr>
          <a:xfrm>
            <a:off x="5190309" y="3584004"/>
            <a:ext cx="190970" cy="359944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F3757F2-D30B-3156-7BE5-30BFF1CEA52C}"/>
              </a:ext>
            </a:extLst>
          </p:cNvPr>
          <p:cNvCxnSpPr>
            <a:cxnSpLocks/>
            <a:stCxn id="5" idx="2"/>
            <a:endCxn id="51" idx="0"/>
          </p:cNvCxnSpPr>
          <p:nvPr/>
        </p:nvCxnSpPr>
        <p:spPr>
          <a:xfrm flipH="1">
            <a:off x="5725266" y="3584004"/>
            <a:ext cx="283027" cy="359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3749A2F-0614-D80F-8728-89B15FC9B6B4}"/>
              </a:ext>
            </a:extLst>
          </p:cNvPr>
          <p:cNvCxnSpPr>
            <a:cxnSpLocks/>
            <a:stCxn id="5" idx="2"/>
            <a:endCxn id="52" idx="0"/>
          </p:cNvCxnSpPr>
          <p:nvPr/>
        </p:nvCxnSpPr>
        <p:spPr>
          <a:xfrm>
            <a:off x="6008293" y="3584004"/>
            <a:ext cx="87087" cy="359944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CF63A9F-41A2-3C4A-380A-81D9C62C7CA9}"/>
              </a:ext>
            </a:extLst>
          </p:cNvPr>
          <p:cNvCxnSpPr>
            <a:cxnSpLocks/>
            <a:stCxn id="5" idx="2"/>
            <a:endCxn id="49" idx="0"/>
          </p:cNvCxnSpPr>
          <p:nvPr/>
        </p:nvCxnSpPr>
        <p:spPr>
          <a:xfrm>
            <a:off x="6008293" y="3584004"/>
            <a:ext cx="488302" cy="359944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1C5342F-C5D7-6FD3-005B-C315381E8230}"/>
              </a:ext>
            </a:extLst>
          </p:cNvPr>
          <p:cNvSpPr txBox="1"/>
          <p:nvPr/>
        </p:nvSpPr>
        <p:spPr>
          <a:xfrm>
            <a:off x="2108718" y="3275054"/>
            <a:ext cx="28427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TS: Duplicate visits possible.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4890A1F-C3DE-F491-7092-3174BE95F8A3}"/>
              </a:ext>
            </a:extLst>
          </p:cNvPr>
          <p:cNvSpPr txBox="1"/>
          <p:nvPr/>
        </p:nvSpPr>
        <p:spPr>
          <a:xfrm>
            <a:off x="6458028" y="3235574"/>
            <a:ext cx="25068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GS: visit each state once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847903-16D2-2997-C280-B9E8037B565D}"/>
              </a:ext>
            </a:extLst>
          </p:cNvPr>
          <p:cNvSpPr txBox="1"/>
          <p:nvPr/>
        </p:nvSpPr>
        <p:spPr>
          <a:xfrm>
            <a:off x="485192" y="4826970"/>
            <a:ext cx="32470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Which approach would you use?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42A4FC-B4C7-95BF-7C8C-F051EF71EC7B}"/>
              </a:ext>
            </a:extLst>
          </p:cNvPr>
          <p:cNvSpPr txBox="1"/>
          <p:nvPr/>
        </p:nvSpPr>
        <p:spPr>
          <a:xfrm>
            <a:off x="937726" y="5521688"/>
            <a:ext cx="411884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Infinite state space?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3A6D55-E489-2EE3-BEC6-BAF88C793F48}"/>
              </a:ext>
            </a:extLst>
          </p:cNvPr>
          <p:cNvSpPr txBox="1"/>
          <p:nvPr/>
        </p:nvSpPr>
        <p:spPr>
          <a:xfrm>
            <a:off x="1260565" y="4001971"/>
            <a:ext cx="284272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/>
              <a:t>(Like a forgetful housekeeper who cleans the same room multiple times.)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B8FEBC-5479-209D-7CAA-63F3C8AA7EA4}"/>
              </a:ext>
            </a:extLst>
          </p:cNvPr>
          <p:cNvSpPr txBox="1"/>
          <p:nvPr/>
        </p:nvSpPr>
        <p:spPr>
          <a:xfrm>
            <a:off x="7336350" y="4077686"/>
            <a:ext cx="3443617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/>
              <a:t>(Like checking off rooms on a list as you clean them.)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22D953-BBD5-5812-C1D6-CD21E9889836}"/>
              </a:ext>
            </a:extLst>
          </p:cNvPr>
          <p:cNvSpPr txBox="1"/>
          <p:nvPr/>
        </p:nvSpPr>
        <p:spPr>
          <a:xfrm>
            <a:off x="5515017" y="5812588"/>
            <a:ext cx="478100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Graph Search - prevents revisiting same locations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FB68EE8-E19A-2336-990D-08F4A503BB65}"/>
              </a:ext>
            </a:extLst>
          </p:cNvPr>
          <p:cNvSpPr txBox="1"/>
          <p:nvPr/>
        </p:nvSpPr>
        <p:spPr>
          <a:xfrm>
            <a:off x="5515017" y="5218782"/>
            <a:ext cx="465659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Graph Search - avoids revisiting solved positions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6230FC-8913-DCB5-AA83-939AD3F8DEA2}"/>
              </a:ext>
            </a:extLst>
          </p:cNvPr>
          <p:cNvSpPr txBox="1"/>
          <p:nvPr/>
        </p:nvSpPr>
        <p:spPr>
          <a:xfrm>
            <a:off x="5515017" y="5518387"/>
            <a:ext cx="634232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Depends - Graph search if cycles exist, Tree search if linear paths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0E85087-858D-4CDD-0EFE-525BD30E38B3}"/>
              </a:ext>
            </a:extLst>
          </p:cNvPr>
          <p:cNvSpPr txBox="1"/>
          <p:nvPr/>
        </p:nvSpPr>
        <p:spPr>
          <a:xfrm>
            <a:off x="5515017" y="6128834"/>
            <a:ext cx="497383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Tree Search - unknown if cycles exist, save memory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8D4B621-2C3F-8919-8663-752E91B55348}"/>
              </a:ext>
            </a:extLst>
          </p:cNvPr>
          <p:cNvSpPr txBox="1"/>
          <p:nvPr/>
        </p:nvSpPr>
        <p:spPr>
          <a:xfrm>
            <a:off x="937726" y="5213990"/>
            <a:ext cx="411884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8-puzzle (many paths to same state)?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8F5182-E740-DDF1-3F8F-C8529C571658}"/>
              </a:ext>
            </a:extLst>
          </p:cNvPr>
          <p:cNvSpPr txBox="1"/>
          <p:nvPr/>
        </p:nvSpPr>
        <p:spPr>
          <a:xfrm>
            <a:off x="937726" y="6128834"/>
            <a:ext cx="411884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Exploring unknown territory?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4E6DC2B-7592-90B6-71A5-0FAD14330223}"/>
              </a:ext>
            </a:extLst>
          </p:cNvPr>
          <p:cNvSpPr txBox="1"/>
          <p:nvPr/>
        </p:nvSpPr>
        <p:spPr>
          <a:xfrm>
            <a:off x="937726" y="5812588"/>
            <a:ext cx="411884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Robot navigation in known environment?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9" grpId="0" animBg="1"/>
      <p:bldP spid="52" grpId="0" animBg="1"/>
      <p:bldP spid="74" grpId="0"/>
      <p:bldP spid="75" grpId="0"/>
      <p:bldP spid="83" grpId="0"/>
      <p:bldP spid="93" grpId="0"/>
      <p:bldP spid="95" grpId="0"/>
      <p:bldP spid="97" grpId="0"/>
      <p:bldP spid="98" grpId="0"/>
      <p:bldP spid="99" grpId="0"/>
      <p:bldP spid="100" grpId="0"/>
      <p:bldP spid="10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2F0B90C-5A6B-CC28-EAF2-D3F3D49AB096}"/>
              </a:ext>
            </a:extLst>
          </p:cNvPr>
          <p:cNvSpPr txBox="1"/>
          <p:nvPr/>
        </p:nvSpPr>
        <p:spPr>
          <a:xfrm>
            <a:off x="1220965" y="2689392"/>
            <a:ext cx="9450061" cy="3477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Generic search algorithm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 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initial_state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explored 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880088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frontier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node 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Central component</a:t>
            </a: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Search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goal_test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 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explored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actions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child_node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explored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20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2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0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7288" y="3028102"/>
            <a:ext cx="4993223" cy="405858"/>
          </a:xfrm>
          <a:ln>
            <a:noFill/>
          </a:ln>
        </p:spPr>
        <p:txBody>
          <a:bodyPr>
            <a:normAutofit fontScale="925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306BA"/>
                </a:solidFill>
              </a:rPr>
              <a:t>Data structure determines the search strategy</a:t>
            </a:r>
            <a:endParaRPr sz="2000" b="1" dirty="0">
              <a:solidFill>
                <a:srgbClr val="1306BA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3C8E718C-2B80-D68E-1358-69E2B36F0229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The Frontier in 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39ED5-7AB5-F385-5E07-F35E98F39058}"/>
              </a:ext>
            </a:extLst>
          </p:cNvPr>
          <p:cNvSpPr txBox="1"/>
          <p:nvPr/>
        </p:nvSpPr>
        <p:spPr>
          <a:xfrm>
            <a:off x="471489" y="900536"/>
            <a:ext cx="5960413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Definition.</a:t>
            </a:r>
            <a:r>
              <a:rPr lang="en-US" sz="2000" dirty="0"/>
              <a:t> The </a:t>
            </a:r>
            <a:r>
              <a:rPr lang="en-US" sz="2000" b="1" i="1" dirty="0"/>
              <a:t>frontier</a:t>
            </a:r>
            <a:r>
              <a:rPr lang="en-US" sz="2000" dirty="0"/>
              <a:t> (sometimes called fringe) is the set of all nodes that have been </a:t>
            </a:r>
            <a:r>
              <a:rPr lang="en-US" sz="2000" b="1" dirty="0"/>
              <a:t>identified</a:t>
            </a:r>
            <a:r>
              <a:rPr lang="en-US" sz="2000" dirty="0"/>
              <a:t> but not yet </a:t>
            </a:r>
            <a:r>
              <a:rPr lang="en-US" sz="2000" b="1" dirty="0"/>
              <a:t>expanded</a:t>
            </a:r>
            <a:r>
              <a:rPr lang="en-US" sz="2000" dirty="0"/>
              <a:t> in a search algorithm: leaf nodes in a search tree.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9B4ED-085C-2B83-93AB-3E33ADFCAC2A}"/>
              </a:ext>
            </a:extLst>
          </p:cNvPr>
          <p:cNvSpPr txBox="1"/>
          <p:nvPr/>
        </p:nvSpPr>
        <p:spPr>
          <a:xfrm>
            <a:off x="6663319" y="1100685"/>
            <a:ext cx="505719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(It represents a “boundary” between explored and unexplored parts of the search tree.)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A7BB9A3-650B-AD61-7ACF-897E1916DBE9}"/>
              </a:ext>
            </a:extLst>
          </p:cNvPr>
          <p:cNvCxnSpPr>
            <a:cxnSpLocks/>
          </p:cNvCxnSpPr>
          <p:nvPr/>
        </p:nvCxnSpPr>
        <p:spPr>
          <a:xfrm flipH="1">
            <a:off x="5103629" y="3200551"/>
            <a:ext cx="162365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E8D4F4A3-6A70-73FD-F94F-5BE682FA417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BFS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95F0EF1B-DE72-26A7-1DF4-173421F42C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6980" y="632040"/>
            <a:ext cx="3029919" cy="3023718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D74D5287-E446-FD4D-1DB8-7B87C5723DAC}"/>
              </a:ext>
            </a:extLst>
          </p:cNvPr>
          <p:cNvSpPr/>
          <p:nvPr/>
        </p:nvSpPr>
        <p:spPr>
          <a:xfrm>
            <a:off x="9543832" y="1720873"/>
            <a:ext cx="823667" cy="823982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533400"/>
                </a:moveTo>
                <a:lnTo>
                  <a:pt x="2179" y="484842"/>
                </a:lnTo>
                <a:lnTo>
                  <a:pt x="8592" y="437507"/>
                </a:lnTo>
                <a:lnTo>
                  <a:pt x="19050" y="391583"/>
                </a:lnTo>
                <a:lnTo>
                  <a:pt x="33364" y="347258"/>
                </a:lnTo>
                <a:lnTo>
                  <a:pt x="51348" y="304721"/>
                </a:lnTo>
                <a:lnTo>
                  <a:pt x="72813" y="264159"/>
                </a:lnTo>
                <a:lnTo>
                  <a:pt x="97570" y="225762"/>
                </a:lnTo>
                <a:lnTo>
                  <a:pt x="125432" y="189716"/>
                </a:lnTo>
                <a:lnTo>
                  <a:pt x="156209" y="156210"/>
                </a:lnTo>
                <a:lnTo>
                  <a:pt x="189716" y="125432"/>
                </a:lnTo>
                <a:lnTo>
                  <a:pt x="225762" y="97570"/>
                </a:lnTo>
                <a:lnTo>
                  <a:pt x="264159" y="72813"/>
                </a:lnTo>
                <a:lnTo>
                  <a:pt x="304721" y="51348"/>
                </a:lnTo>
                <a:lnTo>
                  <a:pt x="347258" y="33364"/>
                </a:lnTo>
                <a:lnTo>
                  <a:pt x="391583" y="19050"/>
                </a:lnTo>
                <a:lnTo>
                  <a:pt x="437507" y="8592"/>
                </a:lnTo>
                <a:lnTo>
                  <a:pt x="484842" y="2179"/>
                </a:lnTo>
                <a:lnTo>
                  <a:pt x="533400" y="0"/>
                </a:lnTo>
                <a:lnTo>
                  <a:pt x="581957" y="2179"/>
                </a:lnTo>
                <a:lnTo>
                  <a:pt x="629292" y="8592"/>
                </a:lnTo>
                <a:lnTo>
                  <a:pt x="675216" y="19050"/>
                </a:lnTo>
                <a:lnTo>
                  <a:pt x="719541" y="33364"/>
                </a:lnTo>
                <a:lnTo>
                  <a:pt x="762078" y="51348"/>
                </a:lnTo>
                <a:lnTo>
                  <a:pt x="802639" y="72813"/>
                </a:lnTo>
                <a:lnTo>
                  <a:pt x="841037" y="97570"/>
                </a:lnTo>
                <a:lnTo>
                  <a:pt x="877083" y="125432"/>
                </a:lnTo>
                <a:lnTo>
                  <a:pt x="910589" y="156209"/>
                </a:lnTo>
                <a:lnTo>
                  <a:pt x="941367" y="189716"/>
                </a:lnTo>
                <a:lnTo>
                  <a:pt x="969229" y="225762"/>
                </a:lnTo>
                <a:lnTo>
                  <a:pt x="993986" y="264159"/>
                </a:lnTo>
                <a:lnTo>
                  <a:pt x="1015451" y="304721"/>
                </a:lnTo>
                <a:lnTo>
                  <a:pt x="1033435" y="347258"/>
                </a:lnTo>
                <a:lnTo>
                  <a:pt x="1047749" y="391583"/>
                </a:lnTo>
                <a:lnTo>
                  <a:pt x="1058207" y="437507"/>
                </a:lnTo>
                <a:lnTo>
                  <a:pt x="1064620" y="484842"/>
                </a:lnTo>
                <a:lnTo>
                  <a:pt x="1066800" y="533400"/>
                </a:lnTo>
                <a:lnTo>
                  <a:pt x="1064620" y="581957"/>
                </a:lnTo>
                <a:lnTo>
                  <a:pt x="1058207" y="629292"/>
                </a:lnTo>
                <a:lnTo>
                  <a:pt x="1047750" y="675216"/>
                </a:lnTo>
                <a:lnTo>
                  <a:pt x="1033435" y="719541"/>
                </a:lnTo>
                <a:lnTo>
                  <a:pt x="1015451" y="762078"/>
                </a:lnTo>
                <a:lnTo>
                  <a:pt x="993986" y="802640"/>
                </a:lnTo>
                <a:lnTo>
                  <a:pt x="969229" y="841037"/>
                </a:lnTo>
                <a:lnTo>
                  <a:pt x="941367" y="877083"/>
                </a:lnTo>
                <a:lnTo>
                  <a:pt x="910590" y="910589"/>
                </a:lnTo>
                <a:lnTo>
                  <a:pt x="877083" y="941367"/>
                </a:lnTo>
                <a:lnTo>
                  <a:pt x="841037" y="969229"/>
                </a:lnTo>
                <a:lnTo>
                  <a:pt x="802640" y="993986"/>
                </a:lnTo>
                <a:lnTo>
                  <a:pt x="762078" y="1015451"/>
                </a:lnTo>
                <a:lnTo>
                  <a:pt x="719541" y="1033435"/>
                </a:lnTo>
                <a:lnTo>
                  <a:pt x="675216" y="1047749"/>
                </a:lnTo>
                <a:lnTo>
                  <a:pt x="629292" y="1058207"/>
                </a:lnTo>
                <a:lnTo>
                  <a:pt x="581957" y="1064620"/>
                </a:lnTo>
                <a:lnTo>
                  <a:pt x="533400" y="1066800"/>
                </a:lnTo>
                <a:lnTo>
                  <a:pt x="484842" y="1064620"/>
                </a:lnTo>
                <a:lnTo>
                  <a:pt x="437507" y="1058207"/>
                </a:lnTo>
                <a:lnTo>
                  <a:pt x="391583" y="1047750"/>
                </a:lnTo>
                <a:lnTo>
                  <a:pt x="347258" y="1033435"/>
                </a:lnTo>
                <a:lnTo>
                  <a:pt x="304721" y="1015451"/>
                </a:lnTo>
                <a:lnTo>
                  <a:pt x="264160" y="993986"/>
                </a:lnTo>
                <a:lnTo>
                  <a:pt x="225762" y="969229"/>
                </a:lnTo>
                <a:lnTo>
                  <a:pt x="189716" y="941367"/>
                </a:lnTo>
                <a:lnTo>
                  <a:pt x="156210" y="910590"/>
                </a:lnTo>
                <a:lnTo>
                  <a:pt x="125432" y="877083"/>
                </a:lnTo>
                <a:lnTo>
                  <a:pt x="97570" y="841037"/>
                </a:lnTo>
                <a:lnTo>
                  <a:pt x="72813" y="802640"/>
                </a:lnTo>
                <a:lnTo>
                  <a:pt x="51348" y="762078"/>
                </a:lnTo>
                <a:lnTo>
                  <a:pt x="33364" y="719541"/>
                </a:lnTo>
                <a:lnTo>
                  <a:pt x="19050" y="675216"/>
                </a:lnTo>
                <a:lnTo>
                  <a:pt x="8592" y="629292"/>
                </a:lnTo>
                <a:lnTo>
                  <a:pt x="2179" y="581957"/>
                </a:lnTo>
                <a:lnTo>
                  <a:pt x="0" y="533400"/>
                </a:lnTo>
                <a:close/>
              </a:path>
            </a:pathLst>
          </a:custGeom>
          <a:ln w="76319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2C7B310-8AC1-08D4-6594-9B26B2DAE277}"/>
              </a:ext>
            </a:extLst>
          </p:cNvPr>
          <p:cNvSpPr/>
          <p:nvPr/>
        </p:nvSpPr>
        <p:spPr>
          <a:xfrm>
            <a:off x="9249665" y="1426593"/>
            <a:ext cx="1412001" cy="141254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lnTo>
                  <a:pt x="1267" y="865842"/>
                </a:lnTo>
                <a:lnTo>
                  <a:pt x="5028" y="817944"/>
                </a:lnTo>
                <a:lnTo>
                  <a:pt x="11219" y="770768"/>
                </a:lnTo>
                <a:lnTo>
                  <a:pt x="19776" y="724379"/>
                </a:lnTo>
                <a:lnTo>
                  <a:pt x="30637" y="678839"/>
                </a:lnTo>
                <a:lnTo>
                  <a:pt x="43738" y="634211"/>
                </a:lnTo>
                <a:lnTo>
                  <a:pt x="59016" y="590559"/>
                </a:lnTo>
                <a:lnTo>
                  <a:pt x="76408" y="547945"/>
                </a:lnTo>
                <a:lnTo>
                  <a:pt x="95851" y="506434"/>
                </a:lnTo>
                <a:lnTo>
                  <a:pt x="117281" y="466088"/>
                </a:lnTo>
                <a:lnTo>
                  <a:pt x="140635" y="426971"/>
                </a:lnTo>
                <a:lnTo>
                  <a:pt x="165849" y="389146"/>
                </a:lnTo>
                <a:lnTo>
                  <a:pt x="192862" y="352675"/>
                </a:lnTo>
                <a:lnTo>
                  <a:pt x="221609" y="317623"/>
                </a:lnTo>
                <a:lnTo>
                  <a:pt x="252027" y="284053"/>
                </a:lnTo>
                <a:lnTo>
                  <a:pt x="284053" y="252027"/>
                </a:lnTo>
                <a:lnTo>
                  <a:pt x="317623" y="221609"/>
                </a:lnTo>
                <a:lnTo>
                  <a:pt x="352675" y="192862"/>
                </a:lnTo>
                <a:lnTo>
                  <a:pt x="389146" y="165849"/>
                </a:lnTo>
                <a:lnTo>
                  <a:pt x="426971" y="140635"/>
                </a:lnTo>
                <a:lnTo>
                  <a:pt x="466088" y="117281"/>
                </a:lnTo>
                <a:lnTo>
                  <a:pt x="506434" y="95851"/>
                </a:lnTo>
                <a:lnTo>
                  <a:pt x="547945" y="76408"/>
                </a:lnTo>
                <a:lnTo>
                  <a:pt x="590559" y="59016"/>
                </a:lnTo>
                <a:lnTo>
                  <a:pt x="634211" y="43738"/>
                </a:lnTo>
                <a:lnTo>
                  <a:pt x="678839" y="30637"/>
                </a:lnTo>
                <a:lnTo>
                  <a:pt x="724379" y="19776"/>
                </a:lnTo>
                <a:lnTo>
                  <a:pt x="770768" y="11219"/>
                </a:lnTo>
                <a:lnTo>
                  <a:pt x="817944" y="5028"/>
                </a:lnTo>
                <a:lnTo>
                  <a:pt x="865842" y="1267"/>
                </a:lnTo>
                <a:lnTo>
                  <a:pt x="914400" y="0"/>
                </a:lnTo>
                <a:lnTo>
                  <a:pt x="962957" y="1267"/>
                </a:lnTo>
                <a:lnTo>
                  <a:pt x="1010855" y="5028"/>
                </a:lnTo>
                <a:lnTo>
                  <a:pt x="1058031" y="11219"/>
                </a:lnTo>
                <a:lnTo>
                  <a:pt x="1104420" y="19776"/>
                </a:lnTo>
                <a:lnTo>
                  <a:pt x="1149960" y="30637"/>
                </a:lnTo>
                <a:lnTo>
                  <a:pt x="1194588" y="43738"/>
                </a:lnTo>
                <a:lnTo>
                  <a:pt x="1238240" y="59016"/>
                </a:lnTo>
                <a:lnTo>
                  <a:pt x="1280854" y="76408"/>
                </a:lnTo>
                <a:lnTo>
                  <a:pt x="1322365" y="95851"/>
                </a:lnTo>
                <a:lnTo>
                  <a:pt x="1362711" y="117281"/>
                </a:lnTo>
                <a:lnTo>
                  <a:pt x="1401828" y="140635"/>
                </a:lnTo>
                <a:lnTo>
                  <a:pt x="1439653" y="165849"/>
                </a:lnTo>
                <a:lnTo>
                  <a:pt x="1476124" y="192862"/>
                </a:lnTo>
                <a:lnTo>
                  <a:pt x="1511176" y="221609"/>
                </a:lnTo>
                <a:lnTo>
                  <a:pt x="1544746" y="252027"/>
                </a:lnTo>
                <a:lnTo>
                  <a:pt x="1576772" y="284053"/>
                </a:lnTo>
                <a:lnTo>
                  <a:pt x="1607190" y="317623"/>
                </a:lnTo>
                <a:lnTo>
                  <a:pt x="1635937" y="352675"/>
                </a:lnTo>
                <a:lnTo>
                  <a:pt x="1662950" y="389146"/>
                </a:lnTo>
                <a:lnTo>
                  <a:pt x="1688164" y="426971"/>
                </a:lnTo>
                <a:lnTo>
                  <a:pt x="1711518" y="466088"/>
                </a:lnTo>
                <a:lnTo>
                  <a:pt x="1732948" y="506434"/>
                </a:lnTo>
                <a:lnTo>
                  <a:pt x="1752391" y="547945"/>
                </a:lnTo>
                <a:lnTo>
                  <a:pt x="1769783" y="590559"/>
                </a:lnTo>
                <a:lnTo>
                  <a:pt x="1785061" y="634211"/>
                </a:lnTo>
                <a:lnTo>
                  <a:pt x="1798162" y="678839"/>
                </a:lnTo>
                <a:lnTo>
                  <a:pt x="1809023" y="724379"/>
                </a:lnTo>
                <a:lnTo>
                  <a:pt x="1817580" y="770768"/>
                </a:lnTo>
                <a:lnTo>
                  <a:pt x="1823771" y="817944"/>
                </a:lnTo>
                <a:lnTo>
                  <a:pt x="1827532" y="865842"/>
                </a:lnTo>
                <a:lnTo>
                  <a:pt x="1828800" y="914400"/>
                </a:lnTo>
                <a:lnTo>
                  <a:pt x="1827532" y="962957"/>
                </a:lnTo>
                <a:lnTo>
                  <a:pt x="1823771" y="1010855"/>
                </a:lnTo>
                <a:lnTo>
                  <a:pt x="1817580" y="1058031"/>
                </a:lnTo>
                <a:lnTo>
                  <a:pt x="1809023" y="1104420"/>
                </a:lnTo>
                <a:lnTo>
                  <a:pt x="1798162" y="1149960"/>
                </a:lnTo>
                <a:lnTo>
                  <a:pt x="1785061" y="1194588"/>
                </a:lnTo>
                <a:lnTo>
                  <a:pt x="1769783" y="1238240"/>
                </a:lnTo>
                <a:lnTo>
                  <a:pt x="1752391" y="1280854"/>
                </a:lnTo>
                <a:lnTo>
                  <a:pt x="1732948" y="1322365"/>
                </a:lnTo>
                <a:lnTo>
                  <a:pt x="1711518" y="1362711"/>
                </a:lnTo>
                <a:lnTo>
                  <a:pt x="1688164" y="1401828"/>
                </a:lnTo>
                <a:lnTo>
                  <a:pt x="1662950" y="1439653"/>
                </a:lnTo>
                <a:lnTo>
                  <a:pt x="1635937" y="1476124"/>
                </a:lnTo>
                <a:lnTo>
                  <a:pt x="1607190" y="1511176"/>
                </a:lnTo>
                <a:lnTo>
                  <a:pt x="1576772" y="1544746"/>
                </a:lnTo>
                <a:lnTo>
                  <a:pt x="1544746" y="1576772"/>
                </a:lnTo>
                <a:lnTo>
                  <a:pt x="1511176" y="1607190"/>
                </a:lnTo>
                <a:lnTo>
                  <a:pt x="1476124" y="1635937"/>
                </a:lnTo>
                <a:lnTo>
                  <a:pt x="1439653" y="1662950"/>
                </a:lnTo>
                <a:lnTo>
                  <a:pt x="1401828" y="1688164"/>
                </a:lnTo>
                <a:lnTo>
                  <a:pt x="1362711" y="1711518"/>
                </a:lnTo>
                <a:lnTo>
                  <a:pt x="1322365" y="1732948"/>
                </a:lnTo>
                <a:lnTo>
                  <a:pt x="1280854" y="1752391"/>
                </a:lnTo>
                <a:lnTo>
                  <a:pt x="1238240" y="1769783"/>
                </a:lnTo>
                <a:lnTo>
                  <a:pt x="1194588" y="1785061"/>
                </a:lnTo>
                <a:lnTo>
                  <a:pt x="1149960" y="1798162"/>
                </a:lnTo>
                <a:lnTo>
                  <a:pt x="1104420" y="1809023"/>
                </a:lnTo>
                <a:lnTo>
                  <a:pt x="1058031" y="1817580"/>
                </a:lnTo>
                <a:lnTo>
                  <a:pt x="1010855" y="1823771"/>
                </a:lnTo>
                <a:lnTo>
                  <a:pt x="962957" y="1827532"/>
                </a:lnTo>
                <a:lnTo>
                  <a:pt x="914400" y="1828800"/>
                </a:lnTo>
                <a:lnTo>
                  <a:pt x="865842" y="1827532"/>
                </a:lnTo>
                <a:lnTo>
                  <a:pt x="817944" y="1823771"/>
                </a:lnTo>
                <a:lnTo>
                  <a:pt x="770768" y="1817580"/>
                </a:lnTo>
                <a:lnTo>
                  <a:pt x="724379" y="1809023"/>
                </a:lnTo>
                <a:lnTo>
                  <a:pt x="678839" y="1798162"/>
                </a:lnTo>
                <a:lnTo>
                  <a:pt x="634211" y="1785061"/>
                </a:lnTo>
                <a:lnTo>
                  <a:pt x="590559" y="1769783"/>
                </a:lnTo>
                <a:lnTo>
                  <a:pt x="547945" y="1752391"/>
                </a:lnTo>
                <a:lnTo>
                  <a:pt x="506434" y="1732948"/>
                </a:lnTo>
                <a:lnTo>
                  <a:pt x="466088" y="1711518"/>
                </a:lnTo>
                <a:lnTo>
                  <a:pt x="426971" y="1688164"/>
                </a:lnTo>
                <a:lnTo>
                  <a:pt x="389146" y="1662950"/>
                </a:lnTo>
                <a:lnTo>
                  <a:pt x="352675" y="1635937"/>
                </a:lnTo>
                <a:lnTo>
                  <a:pt x="317623" y="1607190"/>
                </a:lnTo>
                <a:lnTo>
                  <a:pt x="284053" y="1576772"/>
                </a:lnTo>
                <a:lnTo>
                  <a:pt x="252027" y="1544746"/>
                </a:lnTo>
                <a:lnTo>
                  <a:pt x="221609" y="1511176"/>
                </a:lnTo>
                <a:lnTo>
                  <a:pt x="192862" y="1476124"/>
                </a:lnTo>
                <a:lnTo>
                  <a:pt x="165849" y="1439653"/>
                </a:lnTo>
                <a:lnTo>
                  <a:pt x="140635" y="1401828"/>
                </a:lnTo>
                <a:lnTo>
                  <a:pt x="117281" y="1362711"/>
                </a:lnTo>
                <a:lnTo>
                  <a:pt x="95851" y="1322365"/>
                </a:lnTo>
                <a:lnTo>
                  <a:pt x="76408" y="1280854"/>
                </a:lnTo>
                <a:lnTo>
                  <a:pt x="59016" y="1238240"/>
                </a:lnTo>
                <a:lnTo>
                  <a:pt x="43738" y="1194588"/>
                </a:lnTo>
                <a:lnTo>
                  <a:pt x="30637" y="1149960"/>
                </a:lnTo>
                <a:lnTo>
                  <a:pt x="19776" y="1104420"/>
                </a:lnTo>
                <a:lnTo>
                  <a:pt x="11219" y="1058031"/>
                </a:lnTo>
                <a:lnTo>
                  <a:pt x="5028" y="1010855"/>
                </a:lnTo>
                <a:lnTo>
                  <a:pt x="1267" y="962957"/>
                </a:lnTo>
                <a:lnTo>
                  <a:pt x="0" y="914400"/>
                </a:lnTo>
                <a:close/>
              </a:path>
            </a:pathLst>
          </a:custGeom>
          <a:ln w="76319">
            <a:solidFill>
              <a:srgbClr val="3333CC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AC3D7083-077C-9BDD-1943-9A9D44FE6C55}"/>
              </a:ext>
            </a:extLst>
          </p:cNvPr>
          <p:cNvSpPr/>
          <p:nvPr/>
        </p:nvSpPr>
        <p:spPr>
          <a:xfrm>
            <a:off x="8720165" y="2839134"/>
            <a:ext cx="348097" cy="348230"/>
          </a:xfrm>
          <a:custGeom>
            <a:avLst/>
            <a:gdLst/>
            <a:ahLst/>
            <a:cxnLst/>
            <a:rect l="l" t="t" r="r" b="b"/>
            <a:pathLst>
              <a:path w="450850" h="450850">
                <a:moveTo>
                  <a:pt x="0" y="225425"/>
                </a:moveTo>
                <a:lnTo>
                  <a:pt x="4581" y="180005"/>
                </a:lnTo>
                <a:lnTo>
                  <a:pt x="17720" y="137695"/>
                </a:lnTo>
                <a:lnTo>
                  <a:pt x="38509" y="99404"/>
                </a:lnTo>
                <a:lnTo>
                  <a:pt x="66039" y="66040"/>
                </a:lnTo>
                <a:lnTo>
                  <a:pt x="99404" y="38509"/>
                </a:lnTo>
                <a:lnTo>
                  <a:pt x="137695" y="17720"/>
                </a:lnTo>
                <a:lnTo>
                  <a:pt x="180005" y="4581"/>
                </a:lnTo>
                <a:lnTo>
                  <a:pt x="225425" y="0"/>
                </a:lnTo>
                <a:lnTo>
                  <a:pt x="270844" y="4581"/>
                </a:lnTo>
                <a:lnTo>
                  <a:pt x="313154" y="17720"/>
                </a:lnTo>
                <a:lnTo>
                  <a:pt x="351445" y="38509"/>
                </a:lnTo>
                <a:lnTo>
                  <a:pt x="384810" y="66039"/>
                </a:lnTo>
                <a:lnTo>
                  <a:pt x="412340" y="99404"/>
                </a:lnTo>
                <a:lnTo>
                  <a:pt x="433129" y="137695"/>
                </a:lnTo>
                <a:lnTo>
                  <a:pt x="446268" y="180005"/>
                </a:lnTo>
                <a:lnTo>
                  <a:pt x="450850" y="225425"/>
                </a:lnTo>
                <a:lnTo>
                  <a:pt x="446268" y="270855"/>
                </a:lnTo>
                <a:lnTo>
                  <a:pt x="433129" y="313170"/>
                </a:lnTo>
                <a:lnTo>
                  <a:pt x="412340" y="351461"/>
                </a:lnTo>
                <a:lnTo>
                  <a:pt x="384809" y="384824"/>
                </a:lnTo>
                <a:lnTo>
                  <a:pt x="351445" y="412350"/>
                </a:lnTo>
                <a:lnTo>
                  <a:pt x="313154" y="433134"/>
                </a:lnTo>
                <a:lnTo>
                  <a:pt x="270844" y="446270"/>
                </a:lnTo>
                <a:lnTo>
                  <a:pt x="225425" y="450850"/>
                </a:lnTo>
                <a:lnTo>
                  <a:pt x="180005" y="446270"/>
                </a:lnTo>
                <a:lnTo>
                  <a:pt x="137695" y="433134"/>
                </a:lnTo>
                <a:lnTo>
                  <a:pt x="99404" y="412350"/>
                </a:lnTo>
                <a:lnTo>
                  <a:pt x="66039" y="384824"/>
                </a:lnTo>
                <a:lnTo>
                  <a:pt x="38509" y="351461"/>
                </a:lnTo>
                <a:lnTo>
                  <a:pt x="17720" y="313170"/>
                </a:lnTo>
                <a:lnTo>
                  <a:pt x="4581" y="270855"/>
                </a:lnTo>
                <a:lnTo>
                  <a:pt x="0" y="225425"/>
                </a:lnTo>
                <a:close/>
              </a:path>
            </a:pathLst>
          </a:custGeom>
          <a:ln w="28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F71CE5FC-AF7E-741F-3F74-3C1374E3F377}"/>
              </a:ext>
            </a:extLst>
          </p:cNvPr>
          <p:cNvSpPr txBox="1"/>
          <p:nvPr/>
        </p:nvSpPr>
        <p:spPr>
          <a:xfrm>
            <a:off x="8696536" y="2899114"/>
            <a:ext cx="42539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20" dirty="0">
                <a:latin typeface="Times New Roman"/>
                <a:cs typeface="Times New Roman"/>
              </a:rPr>
              <a:t>Goal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08162-D140-2794-7F41-B7E2F704CAE9}"/>
              </a:ext>
            </a:extLst>
          </p:cNvPr>
          <p:cNvSpPr txBox="1"/>
          <p:nvPr/>
        </p:nvSpPr>
        <p:spPr>
          <a:xfrm>
            <a:off x="614678" y="1051610"/>
            <a:ext cx="6320813" cy="14311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BFS: Expand</a:t>
            </a:r>
            <a:r>
              <a:rPr lang="en-US" sz="1800" spc="-6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the</a:t>
            </a:r>
            <a:r>
              <a:rPr lang="en-US" sz="1800" spc="-75" dirty="0">
                <a:latin typeface="Arial"/>
                <a:cs typeface="Arial"/>
              </a:rPr>
              <a:t> </a:t>
            </a:r>
            <a:r>
              <a:rPr lang="en-US" sz="1800" i="1" dirty="0">
                <a:latin typeface="Arial"/>
                <a:cs typeface="Arial"/>
              </a:rPr>
              <a:t>shallowest</a:t>
            </a:r>
            <a:r>
              <a:rPr lang="en-US" sz="1800" spc="-5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node</a:t>
            </a:r>
            <a:r>
              <a:rPr lang="en-US" sz="1800" spc="-70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first</a:t>
            </a:r>
            <a:endParaRPr lang="en-US" sz="1800" dirty="0">
              <a:latin typeface="Arial"/>
              <a:cs typeface="Arial"/>
            </a:endParaRPr>
          </a:p>
          <a:p>
            <a:pPr marL="688975" lvl="1" indent="-219075">
              <a:spcBef>
                <a:spcPts val="605"/>
              </a:spcBef>
              <a:buClr>
                <a:schemeClr val="tx1"/>
              </a:buClr>
              <a:buSzPct val="150000"/>
              <a:buChar char="•"/>
            </a:pPr>
            <a:r>
              <a:rPr lang="en-US" dirty="0">
                <a:latin typeface="Arial"/>
                <a:cs typeface="Arial"/>
              </a:rPr>
              <a:t>Examine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states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lang="en-US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step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away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from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initial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states</a:t>
            </a:r>
            <a:endParaRPr lang="en-US" dirty="0">
              <a:latin typeface="Arial"/>
              <a:cs typeface="Arial"/>
            </a:endParaRPr>
          </a:p>
          <a:p>
            <a:pPr marL="688975" lvl="1" indent="-219075">
              <a:spcBef>
                <a:spcPts val="600"/>
              </a:spcBef>
              <a:buClr>
                <a:schemeClr val="tx1"/>
              </a:buClr>
              <a:buSzPct val="150000"/>
              <a:buChar char="•"/>
            </a:pPr>
            <a:r>
              <a:rPr lang="en-US" dirty="0">
                <a:latin typeface="Arial"/>
                <a:cs typeface="Arial"/>
              </a:rPr>
              <a:t>Examine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states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3333CC"/>
                </a:solidFill>
                <a:latin typeface="Arial"/>
                <a:cs typeface="Arial"/>
              </a:rPr>
              <a:t>two</a:t>
            </a:r>
            <a:r>
              <a:rPr lang="en-US" b="1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steps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away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from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initial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states</a:t>
            </a:r>
            <a:endParaRPr lang="en-US" dirty="0">
              <a:latin typeface="Arial"/>
              <a:cs typeface="Arial"/>
            </a:endParaRPr>
          </a:p>
          <a:p>
            <a:pPr marL="688975" lvl="1" indent="-219075">
              <a:spcBef>
                <a:spcPts val="600"/>
              </a:spcBef>
              <a:buClr>
                <a:schemeClr val="tx1"/>
              </a:buClr>
              <a:buSzPct val="150000"/>
              <a:buChar char="•"/>
            </a:pPr>
            <a:r>
              <a:rPr lang="en-US" spc="-25" dirty="0">
                <a:latin typeface="Arial"/>
                <a:cs typeface="Arial"/>
              </a:rPr>
              <a:t>…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rippling outward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69D68A1-370E-299A-F63E-BFE2C2F46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040" y="3890599"/>
            <a:ext cx="3029919" cy="364110"/>
          </a:xfrm>
          <a:ln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000" b="1" dirty="0"/>
              <a:t>BFS: </a:t>
            </a:r>
            <a:r>
              <a:rPr lang="en-US" sz="2000" dirty="0"/>
              <a:t>Frontier = FIFO queue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DD9A8-1A1D-AFC0-F88F-70DABAFDED5A}"/>
              </a:ext>
            </a:extLst>
          </p:cNvPr>
          <p:cNvSpPr txBox="1"/>
          <p:nvPr/>
        </p:nvSpPr>
        <p:spPr>
          <a:xfrm>
            <a:off x="406400" y="3655758"/>
            <a:ext cx="7426237" cy="28007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Generic search algorithm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explored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880088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frontier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node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Central component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Search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goal_test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explored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actions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child_node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explored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A4895C-A854-0736-A55C-CAB43CD831EB}"/>
              </a:ext>
            </a:extLst>
          </p:cNvPr>
          <p:cNvCxnSpPr/>
          <p:nvPr/>
        </p:nvCxnSpPr>
        <p:spPr>
          <a:xfrm flipH="1">
            <a:off x="3626521" y="4072654"/>
            <a:ext cx="9298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2B87D4F-EFB0-4378-DB69-7C3498EC0B2F}"/>
              </a:ext>
            </a:extLst>
          </p:cNvPr>
          <p:cNvSpPr txBox="1"/>
          <p:nvPr/>
        </p:nvSpPr>
        <p:spPr>
          <a:xfrm>
            <a:off x="9142649" y="5920652"/>
            <a:ext cx="287907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We</a:t>
            </a:r>
            <a:r>
              <a:rPr lang="en-US" sz="1800" spc="-7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need</a:t>
            </a:r>
            <a:r>
              <a:rPr lang="en-US" sz="1800" spc="-50" dirty="0"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back</a:t>
            </a:r>
            <a:r>
              <a:rPr lang="en-US" sz="18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pointers</a:t>
            </a:r>
            <a:r>
              <a:rPr lang="en-US" sz="18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spc="-25" dirty="0">
                <a:latin typeface="Arial"/>
                <a:cs typeface="Arial"/>
              </a:rPr>
              <a:t>to </a:t>
            </a:r>
            <a:r>
              <a:rPr lang="en-US" sz="1800" dirty="0">
                <a:latin typeface="Arial"/>
                <a:cs typeface="Arial"/>
              </a:rPr>
              <a:t>recover</a:t>
            </a:r>
            <a:r>
              <a:rPr lang="en-US" sz="1800" spc="-8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the</a:t>
            </a:r>
            <a:r>
              <a:rPr lang="en-US" sz="1800" spc="-9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solution</a:t>
            </a:r>
            <a:r>
              <a:rPr lang="en-US" sz="1800" spc="-60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path.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17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build="p"/>
      <p:bldP spid="15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C47D57A4-62BD-2196-C00E-DEF06EF7821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Performance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83AB264-2B58-9553-AC2A-10A21D1B590F}"/>
              </a:ext>
            </a:extLst>
          </p:cNvPr>
          <p:cNvSpPr txBox="1"/>
          <p:nvPr/>
        </p:nvSpPr>
        <p:spPr>
          <a:xfrm>
            <a:off x="1438176" y="1992801"/>
            <a:ext cx="9588868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Completeness</a:t>
            </a:r>
            <a:r>
              <a:rPr lang="en-US" sz="2400" dirty="0"/>
              <a:t>: Does the algorithm guarantee finding a solution if one exists? (Not necessarily finding all solutions.)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90FD7CC-6C4C-DE7F-7A1D-B799CC951A0B}"/>
              </a:ext>
            </a:extLst>
          </p:cNvPr>
          <p:cNvSpPr txBox="1"/>
          <p:nvPr/>
        </p:nvSpPr>
        <p:spPr>
          <a:xfrm>
            <a:off x="753668" y="1074460"/>
            <a:ext cx="5342332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cs typeface="Arial"/>
              </a:rPr>
              <a:t>Four</a:t>
            </a:r>
            <a:r>
              <a:rPr sz="2400" spc="-60" dirty="0">
                <a:cs typeface="Arial"/>
              </a:rPr>
              <a:t> </a:t>
            </a:r>
            <a:r>
              <a:rPr sz="2400" dirty="0">
                <a:cs typeface="Arial"/>
              </a:rPr>
              <a:t>measures</a:t>
            </a:r>
            <a:r>
              <a:rPr sz="2400" spc="-50" dirty="0">
                <a:cs typeface="Arial"/>
              </a:rPr>
              <a:t> </a:t>
            </a:r>
            <a:r>
              <a:rPr sz="2400" dirty="0">
                <a:cs typeface="Arial"/>
              </a:rPr>
              <a:t>of</a:t>
            </a:r>
            <a:r>
              <a:rPr sz="2400" spc="-40" dirty="0">
                <a:cs typeface="Arial"/>
              </a:rPr>
              <a:t> </a:t>
            </a:r>
            <a:r>
              <a:rPr sz="2400" dirty="0">
                <a:cs typeface="Arial"/>
              </a:rPr>
              <a:t>search</a:t>
            </a:r>
            <a:r>
              <a:rPr sz="2400" spc="-65" dirty="0">
                <a:cs typeface="Arial"/>
              </a:rPr>
              <a:t> </a:t>
            </a:r>
            <a:r>
              <a:rPr sz="2400" spc="-10" dirty="0">
                <a:cs typeface="Arial"/>
              </a:rPr>
              <a:t>algorithms:</a:t>
            </a:r>
            <a:endParaRPr sz="2400" dirty="0">
              <a:cs typeface="Arial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C0FAFCA-5D15-FD61-799B-20157ECFEFA0}"/>
              </a:ext>
            </a:extLst>
          </p:cNvPr>
          <p:cNvSpPr txBox="1"/>
          <p:nvPr/>
        </p:nvSpPr>
        <p:spPr>
          <a:xfrm>
            <a:off x="1438176" y="3107330"/>
            <a:ext cx="709364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Optimality</a:t>
            </a:r>
            <a:r>
              <a:rPr lang="en-US" sz="2400" dirty="0"/>
              <a:t>: Does it find the best solution?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8C001131-FBA2-A9F3-1715-5FF9302EC643}"/>
              </a:ext>
            </a:extLst>
          </p:cNvPr>
          <p:cNvSpPr txBox="1"/>
          <p:nvPr/>
        </p:nvSpPr>
        <p:spPr>
          <a:xfrm>
            <a:off x="1438176" y="4221859"/>
            <a:ext cx="709364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Time complexity</a:t>
            </a:r>
            <a:r>
              <a:rPr lang="en-US" sz="2400" dirty="0"/>
              <a:t>: How runtime scales with problem size.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3D34094-3BD4-6672-0BB8-3262A1B04571}"/>
              </a:ext>
            </a:extLst>
          </p:cNvPr>
          <p:cNvSpPr txBox="1"/>
          <p:nvPr/>
        </p:nvSpPr>
        <p:spPr>
          <a:xfrm>
            <a:off x="1438176" y="5336388"/>
            <a:ext cx="709364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Space complexity</a:t>
            </a:r>
            <a:r>
              <a:rPr lang="en-US" sz="2400" dirty="0"/>
              <a:t>: How much memory is required.</a:t>
            </a:r>
          </a:p>
        </p:txBody>
      </p:sp>
    </p:spTree>
    <p:extLst>
      <p:ext uri="{BB962C8B-B14F-4D97-AF65-F5344CB8AC3E}">
        <p14:creationId xmlns:p14="http://schemas.microsoft.com/office/powerpoint/2010/main" val="365402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FBA2-192A-7A12-B9DB-0CC884D3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A3E600BE-C21E-171B-BB1B-6EE608632844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B35414A4-0593-20AB-AF76-13FC4D7C6762}"/>
                  </a:ext>
                </a:extLst>
              </p:cNvPr>
              <p:cNvSpPr txBox="1"/>
              <p:nvPr/>
            </p:nvSpPr>
            <p:spPr>
              <a:xfrm>
                <a:off x="7217888" y="4542734"/>
                <a:ext cx="4701691" cy="7839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28600" lvl="1" indent="-225425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>
                    <a:tab pos="758190" algn="l"/>
                  </a:tabLst>
                </a:pPr>
                <a:r>
                  <a:rPr lang="en-US" sz="2000" dirty="0">
                    <a:cs typeface="Arial"/>
                  </a:rPr>
                  <a:t>Back</a:t>
                </a:r>
                <a:r>
                  <a:rPr lang="en-US" sz="2000" spc="-4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pointers</a:t>
                </a:r>
                <a:r>
                  <a:rPr lang="en-US" sz="2000" spc="-50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for</a:t>
                </a:r>
                <a:r>
                  <a:rPr lang="en-US" sz="2000" spc="-40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generated</a:t>
                </a:r>
                <a:r>
                  <a:rPr lang="en-US" sz="2000" spc="-60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nodes: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cs typeface="Arial"/>
                </a:endParaRPr>
              </a:p>
              <a:p>
                <a:pPr marL="228600" lvl="1" indent="-225425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>
                    <a:tab pos="758190" algn="l"/>
                  </a:tabLst>
                </a:pPr>
                <a:r>
                  <a:rPr lang="en-US" sz="2000" dirty="0">
                    <a:cs typeface="Arial"/>
                  </a:rPr>
                  <a:t>Queue</a:t>
                </a:r>
                <a:r>
                  <a:rPr lang="en-US" sz="2000" spc="-5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/</a:t>
                </a:r>
                <a:r>
                  <a:rPr lang="en-US" sz="2000" spc="-2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fringe: </a:t>
                </a:r>
                <a:r>
                  <a:rPr lang="en-US" sz="2000" spc="-30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smaller,</a:t>
                </a:r>
                <a:r>
                  <a:rPr lang="en-US" sz="2000" spc="-1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but</a:t>
                </a:r>
                <a:r>
                  <a:rPr lang="en-US" sz="2000" spc="-40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still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B35414A4-0593-20AB-AF76-13FC4D7C6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888" y="4542734"/>
                <a:ext cx="4701691" cy="783933"/>
              </a:xfrm>
              <a:prstGeom prst="rect">
                <a:avLst/>
              </a:prstGeom>
              <a:blipFill>
                <a:blip r:embed="rId2"/>
                <a:stretch>
                  <a:fillRect l="-2983" t="-5426" b="-17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3">
            <a:extLst>
              <a:ext uri="{FF2B5EF4-FFF2-40B4-BE49-F238E27FC236}">
                <a16:creationId xmlns:a16="http://schemas.microsoft.com/office/drawing/2014/main" id="{082B2B1F-DD01-144C-EA48-700656921B1C}"/>
              </a:ext>
            </a:extLst>
          </p:cNvPr>
          <p:cNvSpPr txBox="1"/>
          <p:nvPr/>
        </p:nvSpPr>
        <p:spPr>
          <a:xfrm>
            <a:off x="934481" y="1248883"/>
            <a:ext cx="958886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Completeness</a:t>
            </a:r>
            <a:r>
              <a:rPr lang="en-US" sz="2000" dirty="0"/>
              <a:t>: Does the algorithm guarantee finding a solution if one exists?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93FED71-AB11-0D93-C3F9-20E308A58511}"/>
              </a:ext>
            </a:extLst>
          </p:cNvPr>
          <p:cNvSpPr txBox="1"/>
          <p:nvPr/>
        </p:nvSpPr>
        <p:spPr>
          <a:xfrm>
            <a:off x="934481" y="2363412"/>
            <a:ext cx="709364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Optimality</a:t>
            </a:r>
            <a:r>
              <a:rPr lang="en-US" sz="2000" dirty="0"/>
              <a:t>: Does it find the best solution?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A2F9B0E-E9D4-B41A-D992-0D069CF183F7}"/>
              </a:ext>
            </a:extLst>
          </p:cNvPr>
          <p:cNvSpPr txBox="1"/>
          <p:nvPr/>
        </p:nvSpPr>
        <p:spPr>
          <a:xfrm>
            <a:off x="2858108" y="3854671"/>
            <a:ext cx="184025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Time complexity</a:t>
            </a:r>
            <a:endParaRPr lang="en-US" sz="2000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0021637A-17B2-1159-91A3-1EBFFD126D10}"/>
              </a:ext>
            </a:extLst>
          </p:cNvPr>
          <p:cNvSpPr txBox="1"/>
          <p:nvPr/>
        </p:nvSpPr>
        <p:spPr>
          <a:xfrm>
            <a:off x="8549092" y="3854671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Space complexity</a:t>
            </a:r>
            <a:endParaRPr lang="en-US" sz="200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580D362-E89B-3051-1E86-3996285113A0}"/>
              </a:ext>
            </a:extLst>
          </p:cNvPr>
          <p:cNvSpPr txBox="1"/>
          <p:nvPr/>
        </p:nvSpPr>
        <p:spPr>
          <a:xfrm>
            <a:off x="11019295" y="1248883"/>
            <a:ext cx="52694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Yes.</a:t>
            </a:r>
            <a:endParaRPr lang="en-US" sz="20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12106D-8386-A98A-7FA4-884ED56383D3}"/>
                  </a:ext>
                </a:extLst>
              </p:cNvPr>
              <p:cNvSpPr txBox="1"/>
              <p:nvPr/>
            </p:nvSpPr>
            <p:spPr>
              <a:xfrm>
                <a:off x="5730240" y="1936946"/>
                <a:ext cx="6189340" cy="1348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r>
                  <a:rPr lang="en-US" sz="2000" dirty="0">
                    <a:solidFill>
                      <a:srgbClr val="008000"/>
                    </a:solidFill>
                  </a:rPr>
                  <a:t>Yes, if edges are positive and monotonically increasing in depth: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𝑝𝑎𝑡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𝑑𝑒𝑝𝑡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≤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𝑝𝑎𝑡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𝑑𝑒𝑝𝑡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8000"/>
                    </a:solidFill>
                  </a:rPr>
                  <a:t>.</a:t>
                </a:r>
              </a:p>
              <a:p>
                <a:endParaRPr lang="en-US" sz="300" dirty="0">
                  <a:solidFill>
                    <a:srgbClr val="008000"/>
                  </a:solidFill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Otherwise, no.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12106D-8386-A98A-7FA4-884ED5638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40" y="1936946"/>
                <a:ext cx="6189340" cy="1348909"/>
              </a:xfrm>
              <a:prstGeom prst="rect">
                <a:avLst/>
              </a:prstGeom>
              <a:blipFill>
                <a:blip r:embed="rId3"/>
                <a:stretch>
                  <a:fillRect l="-985" t="-2715" b="-90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A6E833-0861-396E-32E7-E4EE067CC382}"/>
                  </a:ext>
                </a:extLst>
              </p:cNvPr>
              <p:cNvSpPr txBox="1"/>
              <p:nvPr/>
            </p:nvSpPr>
            <p:spPr>
              <a:xfrm>
                <a:off x="968640" y="4408742"/>
                <a:ext cx="5540533" cy="7848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4765" marR="17780">
                  <a:lnSpc>
                    <a:spcPct val="100000"/>
                  </a:lnSpc>
                  <a:spcBef>
                    <a:spcPts val="600"/>
                  </a:spcBef>
                  <a:buClr>
                    <a:srgbClr val="33CC33"/>
                  </a:buClr>
                  <a:buSzPct val="150000"/>
                  <a:tabLst>
                    <a:tab pos="361950" algn="l"/>
                  </a:tabLst>
                </a:pPr>
                <a:r>
                  <a:rPr lang="en-US" sz="2000" dirty="0">
                    <a:cs typeface="Arial"/>
                  </a:rPr>
                  <a:t>Worst</a:t>
                </a:r>
                <a:r>
                  <a:rPr lang="en-US" sz="2000" spc="-3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case: goal</a:t>
                </a:r>
                <a:r>
                  <a:rPr lang="en-US" sz="2000" spc="-6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is</a:t>
                </a:r>
                <a:r>
                  <a:rPr lang="en-US" sz="2000" spc="-6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the</a:t>
                </a:r>
                <a:r>
                  <a:rPr lang="en-US" sz="2000" spc="-50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last</a:t>
                </a:r>
                <a:r>
                  <a:rPr lang="en-US" sz="2000" spc="-55" dirty="0">
                    <a:cs typeface="Arial"/>
                  </a:rPr>
                  <a:t> </a:t>
                </a:r>
                <a:r>
                  <a:rPr lang="en-US" sz="2000" spc="-20" dirty="0">
                    <a:cs typeface="Arial"/>
                  </a:rPr>
                  <a:t>node a</a:t>
                </a:r>
                <a:r>
                  <a:rPr lang="en-US" sz="2000" dirty="0">
                    <a:cs typeface="Arial"/>
                  </a:rPr>
                  <a:t>t</a:t>
                </a:r>
                <a:r>
                  <a:rPr lang="en-US" sz="2000" spc="-35" dirty="0">
                    <a:cs typeface="Arial"/>
                  </a:rPr>
                  <a:t> </a:t>
                </a:r>
                <a:r>
                  <a:rPr lang="en-US" sz="2000" dirty="0">
                    <a:cs typeface="Arial"/>
                  </a:rPr>
                  <a:t>radius (depth)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/>
                      </a:rPr>
                      <m:t>𝑑</m:t>
                    </m:r>
                  </m:oMath>
                </a14:m>
                <a:r>
                  <a:rPr lang="en-US" sz="2000" spc="-25" dirty="0">
                    <a:cs typeface="Arial"/>
                  </a:rPr>
                  <a:t>.</a:t>
                </a:r>
                <a:endParaRPr lang="en-US" sz="2000" dirty="0">
                  <a:cs typeface="Arial"/>
                </a:endParaRPr>
              </a:p>
              <a:p>
                <a:pPr marL="822325" lvl="1" indent="-342900">
                  <a:lnSpc>
                    <a:spcPct val="100000"/>
                  </a:lnSpc>
                  <a:spcBef>
                    <a:spcPts val="605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>
                    <a:tab pos="758190" algn="l"/>
                  </a:tabLst>
                </a:pPr>
                <a:r>
                  <a:rPr lang="en-US" sz="2000" dirty="0">
                    <a:cs typeface="Arial"/>
                  </a:rPr>
                  <a:t>Explore all nodes up to and at radius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/>
                      </a:rPr>
                      <m:t>𝑑</m:t>
                    </m:r>
                  </m:oMath>
                </a14:m>
                <a:r>
                  <a:rPr lang="en-US" sz="2000" dirty="0">
                    <a:cs typeface="Arial"/>
                  </a:rPr>
                  <a:t>: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A6E833-0861-396E-32E7-E4EE067CC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40" y="4408742"/>
                <a:ext cx="5540533" cy="784830"/>
              </a:xfrm>
              <a:prstGeom prst="rect">
                <a:avLst/>
              </a:prstGeom>
              <a:blipFill>
                <a:blip r:embed="rId4"/>
                <a:stretch>
                  <a:fillRect l="-770" t="-3876" r="-660" b="-13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FF9E9C-E671-9F0D-5CBB-8F5F0AC12A72}"/>
                  </a:ext>
                </a:extLst>
              </p:cNvPr>
              <p:cNvSpPr txBox="1"/>
              <p:nvPr/>
            </p:nvSpPr>
            <p:spPr>
              <a:xfrm>
                <a:off x="934481" y="5341838"/>
                <a:ext cx="5382702" cy="66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+…+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b="0" dirty="0">
                  <a:cs typeface="Arial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FF9E9C-E671-9F0D-5CBB-8F5F0AC12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81" y="5341838"/>
                <a:ext cx="5382702" cy="663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3">
            <a:extLst>
              <a:ext uri="{FF2B5EF4-FFF2-40B4-BE49-F238E27FC236}">
                <a16:creationId xmlns:a16="http://schemas.microsoft.com/office/drawing/2014/main" id="{DBEA99E5-B47F-2BF4-E1B5-C7CE0CB0C233}"/>
              </a:ext>
            </a:extLst>
          </p:cNvPr>
          <p:cNvSpPr txBox="1"/>
          <p:nvPr/>
        </p:nvSpPr>
        <p:spPr>
          <a:xfrm>
            <a:off x="11198616" y="5449137"/>
            <a:ext cx="69524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(bad)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1223FE44-1E0A-73CE-F1C1-47B5F7A6A22D}"/>
              </a:ext>
            </a:extLst>
          </p:cNvPr>
          <p:cNvSpPr/>
          <p:nvPr/>
        </p:nvSpPr>
        <p:spPr>
          <a:xfrm rot="10800000">
            <a:off x="6455962" y="3489150"/>
            <a:ext cx="1974256" cy="646331"/>
          </a:xfrm>
          <a:prstGeom prst="wedgeRoundRectCallout">
            <a:avLst>
              <a:gd name="adj1" fmla="val 47711"/>
              <a:gd name="adj2" fmla="val 71932"/>
              <a:gd name="adj3" fmla="val 16667"/>
            </a:avLst>
          </a:prstGeom>
          <a:gradFill>
            <a:gsLst>
              <a:gs pos="0">
                <a:srgbClr val="1306BA"/>
              </a:gs>
              <a:gs pos="47000">
                <a:schemeClr val="accent1"/>
              </a:gs>
              <a:gs pos="100000">
                <a:srgbClr val="1306BA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dirty="0"/>
              <a:t>Solution: Uniform Cost Search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0CF381C2-3903-582C-95A4-5B7C5BAC63CF}"/>
              </a:ext>
            </a:extLst>
          </p:cNvPr>
          <p:cNvSpPr/>
          <p:nvPr/>
        </p:nvSpPr>
        <p:spPr>
          <a:xfrm rot="10800000">
            <a:off x="9324230" y="5986610"/>
            <a:ext cx="1958536" cy="646331"/>
          </a:xfrm>
          <a:prstGeom prst="wedgeRoundRectCallout">
            <a:avLst>
              <a:gd name="adj1" fmla="val -45058"/>
              <a:gd name="adj2" fmla="val 77927"/>
              <a:gd name="adj3" fmla="val 16667"/>
            </a:avLst>
          </a:prstGeom>
          <a:gradFill>
            <a:gsLst>
              <a:gs pos="0">
                <a:srgbClr val="1306BA"/>
              </a:gs>
              <a:gs pos="47000">
                <a:schemeClr val="accent1"/>
              </a:gs>
              <a:gs pos="100000">
                <a:srgbClr val="1306BA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dirty="0"/>
              <a:t>Solution: Depth-First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221882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3" grpId="0" animBg="1"/>
      <p:bldP spid="15" grpId="0" animBg="1"/>
      <p:bldP spid="16" grpId="0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DC91-4818-668C-7B72-A607A1F73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F3B47A1-2ECF-D21C-F1DC-02F8665519CD}"/>
              </a:ext>
            </a:extLst>
          </p:cNvPr>
          <p:cNvSpPr txBox="1"/>
          <p:nvPr/>
        </p:nvSpPr>
        <p:spPr>
          <a:xfrm>
            <a:off x="2440940" y="3655758"/>
            <a:ext cx="7426237" cy="28007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Generic search algorithm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explored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880088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frontier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node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Central component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Search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goal_test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explored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actions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child_node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action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explored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frontier</a:t>
            </a:r>
            <a:r>
              <a:rPr lang="en-US" sz="16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16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71FDD198-799A-3D79-083D-D5E64EBFFEB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DFS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47375F-4E9C-9CFA-53CC-E770BA7DE377}"/>
              </a:ext>
            </a:extLst>
          </p:cNvPr>
          <p:cNvSpPr txBox="1"/>
          <p:nvPr/>
        </p:nvSpPr>
        <p:spPr>
          <a:xfrm>
            <a:off x="614679" y="1200624"/>
            <a:ext cx="6635450" cy="14311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BFS: Expand</a:t>
            </a:r>
            <a:r>
              <a:rPr lang="en-US" sz="1800" spc="-6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the</a:t>
            </a:r>
            <a:r>
              <a:rPr lang="en-US" sz="1800" spc="-75" dirty="0">
                <a:latin typeface="Arial"/>
                <a:cs typeface="Arial"/>
              </a:rPr>
              <a:t> </a:t>
            </a:r>
            <a:r>
              <a:rPr lang="en-US" sz="1800" i="1" dirty="0">
                <a:latin typeface="Arial"/>
                <a:cs typeface="Arial"/>
              </a:rPr>
              <a:t>deepest</a:t>
            </a:r>
            <a:r>
              <a:rPr lang="en-US" sz="1800" spc="-5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node</a:t>
            </a:r>
            <a:r>
              <a:rPr lang="en-US" sz="1800" spc="-70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first</a:t>
            </a:r>
            <a:endParaRPr lang="en-US" sz="1800" dirty="0">
              <a:latin typeface="Arial"/>
              <a:cs typeface="Arial"/>
            </a:endParaRPr>
          </a:p>
          <a:p>
            <a:pPr marL="755650" lvl="1" indent="-285750">
              <a:spcBef>
                <a:spcPts val="605"/>
              </a:spcBef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Select a direction. Go deep until the end.</a:t>
            </a:r>
          </a:p>
          <a:p>
            <a:pPr marL="755650" lvl="1" indent="-285750">
              <a:spcBef>
                <a:spcPts val="600"/>
              </a:spcBef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Slightly change the end.</a:t>
            </a:r>
          </a:p>
          <a:p>
            <a:pPr marL="755650" lvl="1" indent="-285750">
              <a:spcBef>
                <a:spcPts val="600"/>
              </a:spcBef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Slightly change the end some more</a:t>
            </a:r>
            <a:r>
              <a:rPr lang="en-US" spc="-25" dirty="0">
                <a:latin typeface="Arial"/>
                <a:cs typeface="Arial"/>
              </a:rPr>
              <a:t>…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fanning outward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28816D1-F998-7E5B-072B-513C11329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580" y="3890599"/>
            <a:ext cx="3029919" cy="364110"/>
          </a:xfrm>
          <a:ln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000" b="1" dirty="0"/>
              <a:t>DFS: </a:t>
            </a:r>
            <a:r>
              <a:rPr lang="en-US" sz="2000" dirty="0"/>
              <a:t>Frontier = LIFO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7F6F90-E9A8-31E7-42A0-49671756026E}"/>
              </a:ext>
            </a:extLst>
          </p:cNvPr>
          <p:cNvCxnSpPr/>
          <p:nvPr/>
        </p:nvCxnSpPr>
        <p:spPr>
          <a:xfrm flipH="1">
            <a:off x="5661061" y="4072654"/>
            <a:ext cx="9298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2559" y="355108"/>
            <a:ext cx="2879076" cy="3037200"/>
          </a:xfrm>
          <a:prstGeom prst="rect">
            <a:avLst/>
          </a:prstGeom>
        </p:spPr>
      </p:pic>
      <p:sp>
        <p:nvSpPr>
          <p:cNvPr id="3" name="object 5"/>
          <p:cNvSpPr/>
          <p:nvPr/>
        </p:nvSpPr>
        <p:spPr>
          <a:xfrm>
            <a:off x="9251646" y="2572042"/>
            <a:ext cx="330768" cy="349783"/>
          </a:xfrm>
          <a:custGeom>
            <a:avLst/>
            <a:gdLst/>
            <a:ahLst/>
            <a:cxnLst/>
            <a:rect l="l" t="t" r="r" b="b"/>
            <a:pathLst>
              <a:path w="450850" h="450850">
                <a:moveTo>
                  <a:pt x="0" y="225425"/>
                </a:moveTo>
                <a:lnTo>
                  <a:pt x="4581" y="179994"/>
                </a:lnTo>
                <a:lnTo>
                  <a:pt x="17720" y="137679"/>
                </a:lnTo>
                <a:lnTo>
                  <a:pt x="38509" y="99388"/>
                </a:lnTo>
                <a:lnTo>
                  <a:pt x="66039" y="66025"/>
                </a:lnTo>
                <a:lnTo>
                  <a:pt x="99404" y="38499"/>
                </a:lnTo>
                <a:lnTo>
                  <a:pt x="137695" y="17715"/>
                </a:lnTo>
                <a:lnTo>
                  <a:pt x="180005" y="4579"/>
                </a:lnTo>
                <a:lnTo>
                  <a:pt x="225425" y="0"/>
                </a:lnTo>
                <a:lnTo>
                  <a:pt x="270844" y="4579"/>
                </a:lnTo>
                <a:lnTo>
                  <a:pt x="313154" y="17715"/>
                </a:lnTo>
                <a:lnTo>
                  <a:pt x="351445" y="38499"/>
                </a:lnTo>
                <a:lnTo>
                  <a:pt x="384810" y="66025"/>
                </a:lnTo>
                <a:lnTo>
                  <a:pt x="412340" y="99388"/>
                </a:lnTo>
                <a:lnTo>
                  <a:pt x="433129" y="137679"/>
                </a:lnTo>
                <a:lnTo>
                  <a:pt x="446268" y="179994"/>
                </a:lnTo>
                <a:lnTo>
                  <a:pt x="450850" y="225425"/>
                </a:lnTo>
                <a:lnTo>
                  <a:pt x="446268" y="270855"/>
                </a:lnTo>
                <a:lnTo>
                  <a:pt x="433129" y="313170"/>
                </a:lnTo>
                <a:lnTo>
                  <a:pt x="412340" y="351461"/>
                </a:lnTo>
                <a:lnTo>
                  <a:pt x="384809" y="384824"/>
                </a:lnTo>
                <a:lnTo>
                  <a:pt x="351445" y="412350"/>
                </a:lnTo>
                <a:lnTo>
                  <a:pt x="313154" y="433134"/>
                </a:lnTo>
                <a:lnTo>
                  <a:pt x="270844" y="446270"/>
                </a:lnTo>
                <a:lnTo>
                  <a:pt x="225425" y="450850"/>
                </a:lnTo>
                <a:lnTo>
                  <a:pt x="180005" y="446270"/>
                </a:lnTo>
                <a:lnTo>
                  <a:pt x="137695" y="433134"/>
                </a:lnTo>
                <a:lnTo>
                  <a:pt x="99404" y="412350"/>
                </a:lnTo>
                <a:lnTo>
                  <a:pt x="66039" y="384824"/>
                </a:lnTo>
                <a:lnTo>
                  <a:pt x="38509" y="351461"/>
                </a:lnTo>
                <a:lnTo>
                  <a:pt x="17720" y="313170"/>
                </a:lnTo>
                <a:lnTo>
                  <a:pt x="4581" y="270855"/>
                </a:lnTo>
                <a:lnTo>
                  <a:pt x="0" y="225425"/>
                </a:lnTo>
                <a:close/>
              </a:path>
            </a:pathLst>
          </a:custGeom>
          <a:ln w="28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/>
          <p:cNvSpPr txBox="1"/>
          <p:nvPr/>
        </p:nvSpPr>
        <p:spPr>
          <a:xfrm>
            <a:off x="9215140" y="2631785"/>
            <a:ext cx="36727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20" dirty="0">
                <a:latin typeface="Times New Roman"/>
                <a:cs typeface="Times New Roman"/>
              </a:rPr>
              <a:t>Goal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8"/>
          <p:cNvSpPr/>
          <p:nvPr/>
        </p:nvSpPr>
        <p:spPr>
          <a:xfrm>
            <a:off x="10029649" y="320623"/>
            <a:ext cx="288839" cy="1369573"/>
          </a:xfrm>
          <a:custGeom>
            <a:avLst/>
            <a:gdLst/>
            <a:ahLst/>
            <a:cxnLst/>
            <a:rect l="l" t="t" r="r" b="b"/>
            <a:pathLst>
              <a:path w="393700" h="1765300">
                <a:moveTo>
                  <a:pt x="393700" y="1765300"/>
                </a:moveTo>
                <a:lnTo>
                  <a:pt x="0" y="0"/>
                </a:lnTo>
              </a:path>
            </a:pathLst>
          </a:custGeom>
          <a:ln w="76319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9"/>
          <p:cNvSpPr/>
          <p:nvPr/>
        </p:nvSpPr>
        <p:spPr>
          <a:xfrm>
            <a:off x="10146117" y="379741"/>
            <a:ext cx="1398" cy="364563"/>
          </a:xfrm>
          <a:custGeom>
            <a:avLst/>
            <a:gdLst/>
            <a:ahLst/>
            <a:cxnLst/>
            <a:rect l="l" t="t" r="r" b="b"/>
            <a:pathLst>
              <a:path w="1904" h="469900">
                <a:moveTo>
                  <a:pt x="0" y="469900"/>
                </a:moveTo>
                <a:lnTo>
                  <a:pt x="1650" y="0"/>
                </a:lnTo>
              </a:path>
            </a:pathLst>
          </a:custGeom>
          <a:ln w="7631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0"/>
          <p:cNvSpPr/>
          <p:nvPr/>
        </p:nvSpPr>
        <p:spPr>
          <a:xfrm>
            <a:off x="10202021" y="379741"/>
            <a:ext cx="111809" cy="778390"/>
          </a:xfrm>
          <a:custGeom>
            <a:avLst/>
            <a:gdLst/>
            <a:ahLst/>
            <a:cxnLst/>
            <a:rect l="l" t="t" r="r" b="b"/>
            <a:pathLst>
              <a:path w="152400" h="1003300">
                <a:moveTo>
                  <a:pt x="0" y="1003300"/>
                </a:moveTo>
                <a:lnTo>
                  <a:pt x="152400" y="0"/>
                </a:lnTo>
              </a:path>
            </a:pathLst>
          </a:custGeom>
          <a:ln w="76319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17C7BF15-7980-5003-719F-0672C8BB3769}"/>
              </a:ext>
            </a:extLst>
          </p:cNvPr>
          <p:cNvSpPr/>
          <p:nvPr/>
        </p:nvSpPr>
        <p:spPr>
          <a:xfrm>
            <a:off x="5787089" y="1730419"/>
            <a:ext cx="1155700" cy="1905"/>
          </a:xfrm>
          <a:custGeom>
            <a:avLst/>
            <a:gdLst/>
            <a:ahLst/>
            <a:cxnLst/>
            <a:rect l="l" t="t" r="r" b="b"/>
            <a:pathLst>
              <a:path w="1155700" h="1905">
                <a:moveTo>
                  <a:pt x="1155700" y="0"/>
                </a:moveTo>
                <a:lnTo>
                  <a:pt x="0" y="1650"/>
                </a:lnTo>
              </a:path>
            </a:pathLst>
          </a:custGeom>
          <a:ln w="76319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D745EDFC-D8AA-20C6-BA1B-72DAD3668BAE}"/>
              </a:ext>
            </a:extLst>
          </p:cNvPr>
          <p:cNvSpPr/>
          <p:nvPr/>
        </p:nvSpPr>
        <p:spPr>
          <a:xfrm>
            <a:off x="6479239" y="2071011"/>
            <a:ext cx="927100" cy="1905"/>
          </a:xfrm>
          <a:custGeom>
            <a:avLst/>
            <a:gdLst/>
            <a:ahLst/>
            <a:cxnLst/>
            <a:rect l="l" t="t" r="r" b="b"/>
            <a:pathLst>
              <a:path w="927100" h="1905">
                <a:moveTo>
                  <a:pt x="927100" y="0"/>
                </a:moveTo>
                <a:lnTo>
                  <a:pt x="0" y="1650"/>
                </a:lnTo>
              </a:path>
            </a:pathLst>
          </a:custGeom>
          <a:ln w="7631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97AA849A-D221-876C-2A5D-66C3AA3E454E}"/>
              </a:ext>
            </a:extLst>
          </p:cNvPr>
          <p:cNvSpPr/>
          <p:nvPr/>
        </p:nvSpPr>
        <p:spPr>
          <a:xfrm>
            <a:off x="7151069" y="2430653"/>
            <a:ext cx="927100" cy="1905"/>
          </a:xfrm>
          <a:custGeom>
            <a:avLst/>
            <a:gdLst/>
            <a:ahLst/>
            <a:cxnLst/>
            <a:rect l="l" t="t" r="r" b="b"/>
            <a:pathLst>
              <a:path w="927100" h="1905">
                <a:moveTo>
                  <a:pt x="927100" y="0"/>
                </a:moveTo>
                <a:lnTo>
                  <a:pt x="0" y="1650"/>
                </a:lnTo>
              </a:path>
            </a:pathLst>
          </a:custGeom>
          <a:ln w="76319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634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 build="p"/>
      <p:bldP spid="18" grpId="0" animBg="1"/>
      <p:bldP spid="20" grpId="0" animBg="1"/>
      <p:bldP spid="21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BEB6-3A39-B199-FB49-12B3FD7A4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5875F359-49E4-EA4F-191A-FE92772E409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DFS Fringe</a:t>
            </a:r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F94FCBFD-7A57-3EB6-E582-C5C2D5AA9E06}"/>
              </a:ext>
            </a:extLst>
          </p:cNvPr>
          <p:cNvGrpSpPr/>
          <p:nvPr/>
        </p:nvGrpSpPr>
        <p:grpSpPr>
          <a:xfrm>
            <a:off x="7882890" y="421803"/>
            <a:ext cx="3924300" cy="3914775"/>
            <a:chOff x="2495550" y="1428750"/>
            <a:chExt cx="3924300" cy="3914775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6D8CFE46-D671-583F-5B8C-8172A417DA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5550" y="1428750"/>
              <a:ext cx="3924300" cy="3914775"/>
            </a:xfrm>
            <a:prstGeom prst="rect">
              <a:avLst/>
            </a:prstGeom>
          </p:spPr>
        </p:pic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650B28D1-D6B6-8C90-A368-79B96529D0BB}"/>
                </a:ext>
              </a:extLst>
            </p:cNvPr>
            <p:cNvSpPr/>
            <p:nvPr/>
          </p:nvSpPr>
          <p:spPr>
            <a:xfrm>
              <a:off x="2862199" y="4286250"/>
              <a:ext cx="451484" cy="450850"/>
            </a:xfrm>
            <a:custGeom>
              <a:avLst/>
              <a:gdLst/>
              <a:ahLst/>
              <a:cxnLst/>
              <a:rect l="l" t="t" r="r" b="b"/>
              <a:pathLst>
                <a:path w="451485" h="450850">
                  <a:moveTo>
                    <a:pt x="0" y="225425"/>
                  </a:moveTo>
                  <a:lnTo>
                    <a:pt x="4581" y="180005"/>
                  </a:lnTo>
                  <a:lnTo>
                    <a:pt x="17722" y="137695"/>
                  </a:lnTo>
                  <a:lnTo>
                    <a:pt x="38515" y="99404"/>
                  </a:lnTo>
                  <a:lnTo>
                    <a:pt x="66055" y="66039"/>
                  </a:lnTo>
                  <a:lnTo>
                    <a:pt x="99435" y="38509"/>
                  </a:lnTo>
                  <a:lnTo>
                    <a:pt x="137749" y="17720"/>
                  </a:lnTo>
                  <a:lnTo>
                    <a:pt x="180090" y="4581"/>
                  </a:lnTo>
                  <a:lnTo>
                    <a:pt x="225551" y="0"/>
                  </a:lnTo>
                  <a:lnTo>
                    <a:pt x="270971" y="4581"/>
                  </a:lnTo>
                  <a:lnTo>
                    <a:pt x="313281" y="17720"/>
                  </a:lnTo>
                  <a:lnTo>
                    <a:pt x="351572" y="38509"/>
                  </a:lnTo>
                  <a:lnTo>
                    <a:pt x="384937" y="66039"/>
                  </a:lnTo>
                  <a:lnTo>
                    <a:pt x="412467" y="99404"/>
                  </a:lnTo>
                  <a:lnTo>
                    <a:pt x="433256" y="137695"/>
                  </a:lnTo>
                  <a:lnTo>
                    <a:pt x="446395" y="180005"/>
                  </a:lnTo>
                  <a:lnTo>
                    <a:pt x="450976" y="225425"/>
                  </a:lnTo>
                  <a:lnTo>
                    <a:pt x="446395" y="270844"/>
                  </a:lnTo>
                  <a:lnTo>
                    <a:pt x="433256" y="313154"/>
                  </a:lnTo>
                  <a:lnTo>
                    <a:pt x="412467" y="351445"/>
                  </a:lnTo>
                  <a:lnTo>
                    <a:pt x="384936" y="384810"/>
                  </a:lnTo>
                  <a:lnTo>
                    <a:pt x="351572" y="412340"/>
                  </a:lnTo>
                  <a:lnTo>
                    <a:pt x="313281" y="433129"/>
                  </a:lnTo>
                  <a:lnTo>
                    <a:pt x="270971" y="446268"/>
                  </a:lnTo>
                  <a:lnTo>
                    <a:pt x="225551" y="450850"/>
                  </a:lnTo>
                  <a:lnTo>
                    <a:pt x="180090" y="446268"/>
                  </a:lnTo>
                  <a:lnTo>
                    <a:pt x="137749" y="433129"/>
                  </a:lnTo>
                  <a:lnTo>
                    <a:pt x="99435" y="412340"/>
                  </a:lnTo>
                  <a:lnTo>
                    <a:pt x="66055" y="384810"/>
                  </a:lnTo>
                  <a:lnTo>
                    <a:pt x="38515" y="351445"/>
                  </a:lnTo>
                  <a:lnTo>
                    <a:pt x="17722" y="313154"/>
                  </a:lnTo>
                  <a:lnTo>
                    <a:pt x="4581" y="270844"/>
                  </a:lnTo>
                  <a:lnTo>
                    <a:pt x="0" y="225425"/>
                  </a:lnTo>
                  <a:close/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93CDEE4D-F6FA-6795-DCB6-42AB11829FC7}"/>
              </a:ext>
            </a:extLst>
          </p:cNvPr>
          <p:cNvSpPr txBox="1"/>
          <p:nvPr/>
        </p:nvSpPr>
        <p:spPr>
          <a:xfrm>
            <a:off x="8249539" y="3359816"/>
            <a:ext cx="4514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20" dirty="0">
                <a:latin typeface="Times New Roman"/>
                <a:cs typeface="Times New Roman"/>
              </a:rPr>
              <a:t>G</a:t>
            </a:r>
            <a:r>
              <a:rPr sz="1800" spc="-20" dirty="0">
                <a:latin typeface="Times New Roman"/>
                <a:cs typeface="Times New Roman"/>
              </a:rPr>
              <a:t>oal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507F89D6-80CA-A691-532D-0A15402E8D34}"/>
              </a:ext>
            </a:extLst>
          </p:cNvPr>
          <p:cNvSpPr/>
          <p:nvPr/>
        </p:nvSpPr>
        <p:spPr>
          <a:xfrm>
            <a:off x="9267190" y="358303"/>
            <a:ext cx="393700" cy="1765300"/>
          </a:xfrm>
          <a:custGeom>
            <a:avLst/>
            <a:gdLst/>
            <a:ahLst/>
            <a:cxnLst/>
            <a:rect l="l" t="t" r="r" b="b"/>
            <a:pathLst>
              <a:path w="393700" h="1765300">
                <a:moveTo>
                  <a:pt x="393700" y="1765300"/>
                </a:moveTo>
                <a:lnTo>
                  <a:pt x="0" y="0"/>
                </a:lnTo>
              </a:path>
            </a:pathLst>
          </a:custGeom>
          <a:ln w="76319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9">
            <a:extLst>
              <a:ext uri="{FF2B5EF4-FFF2-40B4-BE49-F238E27FC236}">
                <a16:creationId xmlns:a16="http://schemas.microsoft.com/office/drawing/2014/main" id="{02615CD9-BCF7-77A6-E438-7DA23C8D75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4660" y="1807772"/>
            <a:ext cx="161760" cy="161760"/>
          </a:xfrm>
          <a:prstGeom prst="rect">
            <a:avLst/>
          </a:prstGeom>
        </p:spPr>
      </p:pic>
      <p:pic>
        <p:nvPicPr>
          <p:cNvPr id="28" name="object 10">
            <a:extLst>
              <a:ext uri="{FF2B5EF4-FFF2-40B4-BE49-F238E27FC236}">
                <a16:creationId xmlns:a16="http://schemas.microsoft.com/office/drawing/2014/main" id="{A933AA04-80DF-7312-AF07-F9D9D10ACF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9459" y="2112573"/>
            <a:ext cx="161760" cy="161760"/>
          </a:xfrm>
          <a:prstGeom prst="rect">
            <a:avLst/>
          </a:prstGeom>
        </p:spPr>
      </p:pic>
      <p:pic>
        <p:nvPicPr>
          <p:cNvPr id="29" name="object 11">
            <a:extLst>
              <a:ext uri="{FF2B5EF4-FFF2-40B4-BE49-F238E27FC236}">
                <a16:creationId xmlns:a16="http://schemas.microsoft.com/office/drawing/2014/main" id="{5979D34E-7FFB-0A5E-0F07-F12F6A05BE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9459" y="2493573"/>
            <a:ext cx="161760" cy="161760"/>
          </a:xfrm>
          <a:prstGeom prst="rect">
            <a:avLst/>
          </a:prstGeom>
        </p:spPr>
      </p:pic>
      <p:pic>
        <p:nvPicPr>
          <p:cNvPr id="30" name="object 12">
            <a:extLst>
              <a:ext uri="{FF2B5EF4-FFF2-40B4-BE49-F238E27FC236}">
                <a16:creationId xmlns:a16="http://schemas.microsoft.com/office/drawing/2014/main" id="{6531C895-92B0-9FE3-CF9A-EB3C148A98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4660" y="2798373"/>
            <a:ext cx="161760" cy="161760"/>
          </a:xfrm>
          <a:prstGeom prst="rect">
            <a:avLst/>
          </a:prstGeom>
        </p:spPr>
      </p:pic>
      <p:pic>
        <p:nvPicPr>
          <p:cNvPr id="31" name="object 13">
            <a:extLst>
              <a:ext uri="{FF2B5EF4-FFF2-40B4-BE49-F238E27FC236}">
                <a16:creationId xmlns:a16="http://schemas.microsoft.com/office/drawing/2014/main" id="{23F70F6E-CAA4-D744-49DC-BE64E1935E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3659" y="2722173"/>
            <a:ext cx="161760" cy="161760"/>
          </a:xfrm>
          <a:prstGeom prst="rect">
            <a:avLst/>
          </a:prstGeom>
        </p:spPr>
      </p:pic>
      <p:pic>
        <p:nvPicPr>
          <p:cNvPr id="32" name="object 14">
            <a:extLst>
              <a:ext uri="{FF2B5EF4-FFF2-40B4-BE49-F238E27FC236}">
                <a16:creationId xmlns:a16="http://schemas.microsoft.com/office/drawing/2014/main" id="{12746BE9-6D2F-25C7-CF4A-6F5B438942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8859" y="2417373"/>
            <a:ext cx="161760" cy="161760"/>
          </a:xfrm>
          <a:prstGeom prst="rect">
            <a:avLst/>
          </a:prstGeom>
        </p:spPr>
      </p:pic>
      <p:pic>
        <p:nvPicPr>
          <p:cNvPr id="33" name="object 15">
            <a:extLst>
              <a:ext uri="{FF2B5EF4-FFF2-40B4-BE49-F238E27FC236}">
                <a16:creationId xmlns:a16="http://schemas.microsoft.com/office/drawing/2014/main" id="{E3C98890-817E-A540-3569-690D407F13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8859" y="2112573"/>
            <a:ext cx="161760" cy="161760"/>
          </a:xfrm>
          <a:prstGeom prst="rect">
            <a:avLst/>
          </a:prstGeom>
        </p:spPr>
      </p:pic>
      <p:sp>
        <p:nvSpPr>
          <p:cNvPr id="34" name="object 16">
            <a:extLst>
              <a:ext uri="{FF2B5EF4-FFF2-40B4-BE49-F238E27FC236}">
                <a16:creationId xmlns:a16="http://schemas.microsoft.com/office/drawing/2014/main" id="{E1FBA54D-B199-2D94-6788-891B6DD4A429}"/>
              </a:ext>
            </a:extLst>
          </p:cNvPr>
          <p:cNvSpPr/>
          <p:nvPr/>
        </p:nvSpPr>
        <p:spPr>
          <a:xfrm>
            <a:off x="9730740" y="1583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9AD94826-C0A1-A153-DD15-3428B3EDADEC}"/>
              </a:ext>
            </a:extLst>
          </p:cNvPr>
          <p:cNvSpPr/>
          <p:nvPr/>
        </p:nvSpPr>
        <p:spPr>
          <a:xfrm>
            <a:off x="9730740" y="1583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3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>
            <a:extLst>
              <a:ext uri="{FF2B5EF4-FFF2-40B4-BE49-F238E27FC236}">
                <a16:creationId xmlns:a16="http://schemas.microsoft.com/office/drawing/2014/main" id="{ECF2FBAC-E3B3-F55A-B9F4-EA0BB6722731}"/>
              </a:ext>
            </a:extLst>
          </p:cNvPr>
          <p:cNvSpPr/>
          <p:nvPr/>
        </p:nvSpPr>
        <p:spPr>
          <a:xfrm>
            <a:off x="9502140" y="1126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748B02D0-6919-BE10-023C-213D8BC56624}"/>
              </a:ext>
            </a:extLst>
          </p:cNvPr>
          <p:cNvSpPr/>
          <p:nvPr/>
        </p:nvSpPr>
        <p:spPr>
          <a:xfrm>
            <a:off x="9502140" y="1126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3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>
            <a:extLst>
              <a:ext uri="{FF2B5EF4-FFF2-40B4-BE49-F238E27FC236}">
                <a16:creationId xmlns:a16="http://schemas.microsoft.com/office/drawing/2014/main" id="{990D69C6-A81B-D482-4FC0-3CEF5205B28F}"/>
              </a:ext>
            </a:extLst>
          </p:cNvPr>
          <p:cNvSpPr/>
          <p:nvPr/>
        </p:nvSpPr>
        <p:spPr>
          <a:xfrm>
            <a:off x="9425940" y="745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4EECB86B-68A4-AA5A-1110-AFF5191325DE}"/>
              </a:ext>
            </a:extLst>
          </p:cNvPr>
          <p:cNvSpPr/>
          <p:nvPr/>
        </p:nvSpPr>
        <p:spPr>
          <a:xfrm>
            <a:off x="9425940" y="745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3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2">
            <a:extLst>
              <a:ext uri="{FF2B5EF4-FFF2-40B4-BE49-F238E27FC236}">
                <a16:creationId xmlns:a16="http://schemas.microsoft.com/office/drawing/2014/main" id="{3908047C-6572-4A04-DA2D-958591B5EBD4}"/>
              </a:ext>
            </a:extLst>
          </p:cNvPr>
          <p:cNvSpPr/>
          <p:nvPr/>
        </p:nvSpPr>
        <p:spPr>
          <a:xfrm>
            <a:off x="9578340" y="1583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BCB69F6C-D97C-E585-53E2-10274C70D1A2}"/>
              </a:ext>
            </a:extLst>
          </p:cNvPr>
          <p:cNvSpPr/>
          <p:nvPr/>
        </p:nvSpPr>
        <p:spPr>
          <a:xfrm>
            <a:off x="9578340" y="1583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3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4FC9DF12-43E7-55C5-62E3-CE23769D369E}"/>
              </a:ext>
            </a:extLst>
          </p:cNvPr>
          <p:cNvSpPr/>
          <p:nvPr/>
        </p:nvSpPr>
        <p:spPr>
          <a:xfrm>
            <a:off x="9654540" y="1126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>
            <a:extLst>
              <a:ext uri="{FF2B5EF4-FFF2-40B4-BE49-F238E27FC236}">
                <a16:creationId xmlns:a16="http://schemas.microsoft.com/office/drawing/2014/main" id="{8FC0E663-CF6B-FC60-4946-5392180A072D}"/>
              </a:ext>
            </a:extLst>
          </p:cNvPr>
          <p:cNvSpPr/>
          <p:nvPr/>
        </p:nvSpPr>
        <p:spPr>
          <a:xfrm>
            <a:off x="9654540" y="1126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3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6">
            <a:extLst>
              <a:ext uri="{FF2B5EF4-FFF2-40B4-BE49-F238E27FC236}">
                <a16:creationId xmlns:a16="http://schemas.microsoft.com/office/drawing/2014/main" id="{67E4E85E-2FDC-F6C4-7E4B-272B0623EF21}"/>
              </a:ext>
            </a:extLst>
          </p:cNvPr>
          <p:cNvSpPr/>
          <p:nvPr/>
        </p:nvSpPr>
        <p:spPr>
          <a:xfrm>
            <a:off x="9578340" y="745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7">
            <a:extLst>
              <a:ext uri="{FF2B5EF4-FFF2-40B4-BE49-F238E27FC236}">
                <a16:creationId xmlns:a16="http://schemas.microsoft.com/office/drawing/2014/main" id="{366A740C-040B-990F-BA97-88917C39BEB8}"/>
              </a:ext>
            </a:extLst>
          </p:cNvPr>
          <p:cNvSpPr/>
          <p:nvPr/>
        </p:nvSpPr>
        <p:spPr>
          <a:xfrm>
            <a:off x="9578340" y="745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3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28">
            <a:extLst>
              <a:ext uri="{FF2B5EF4-FFF2-40B4-BE49-F238E27FC236}">
                <a16:creationId xmlns:a16="http://schemas.microsoft.com/office/drawing/2014/main" id="{23F7B9AF-CBD4-A54E-9E85-33EAE81A4FD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5059" y="359972"/>
            <a:ext cx="314160" cy="161760"/>
          </a:xfrm>
          <a:prstGeom prst="rect">
            <a:avLst/>
          </a:prstGeom>
        </p:spPr>
      </p:pic>
      <p:grpSp>
        <p:nvGrpSpPr>
          <p:cNvPr id="47" name="object 29">
            <a:extLst>
              <a:ext uri="{FF2B5EF4-FFF2-40B4-BE49-F238E27FC236}">
                <a16:creationId xmlns:a16="http://schemas.microsoft.com/office/drawing/2014/main" id="{1BA9F00B-69FE-AA72-CC9E-844AE87BCB6B}"/>
              </a:ext>
            </a:extLst>
          </p:cNvPr>
          <p:cNvGrpSpPr/>
          <p:nvPr/>
        </p:nvGrpSpPr>
        <p:grpSpPr>
          <a:xfrm>
            <a:off x="10593831" y="4902600"/>
            <a:ext cx="1431925" cy="1470025"/>
            <a:chOff x="6975893" y="4875089"/>
            <a:chExt cx="1431925" cy="1470025"/>
          </a:xfrm>
        </p:grpSpPr>
        <p:pic>
          <p:nvPicPr>
            <p:cNvPr id="48" name="object 30">
              <a:extLst>
                <a:ext uri="{FF2B5EF4-FFF2-40B4-BE49-F238E27FC236}">
                  <a16:creationId xmlns:a16="http://schemas.microsoft.com/office/drawing/2014/main" id="{D5DD560B-8A58-8CD6-80BA-E98E7C128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5893" y="4896064"/>
              <a:ext cx="1430093" cy="1448577"/>
            </a:xfrm>
            <a:prstGeom prst="rect">
              <a:avLst/>
            </a:prstGeom>
          </p:spPr>
        </p:pic>
        <p:sp>
          <p:nvSpPr>
            <p:cNvPr id="49" name="object 31">
              <a:extLst>
                <a:ext uri="{FF2B5EF4-FFF2-40B4-BE49-F238E27FC236}">
                  <a16:creationId xmlns:a16="http://schemas.microsoft.com/office/drawing/2014/main" id="{1785D9AA-0E0C-EFBB-3A0A-36E607908C40}"/>
                </a:ext>
              </a:extLst>
            </p:cNvPr>
            <p:cNvSpPr/>
            <p:nvPr/>
          </p:nvSpPr>
          <p:spPr>
            <a:xfrm>
              <a:off x="7042149" y="4913248"/>
              <a:ext cx="1327150" cy="1376680"/>
            </a:xfrm>
            <a:custGeom>
              <a:avLst/>
              <a:gdLst/>
              <a:ahLst/>
              <a:cxnLst/>
              <a:rect l="l" t="t" r="r" b="b"/>
              <a:pathLst>
                <a:path w="1327150" h="1376679">
                  <a:moveTo>
                    <a:pt x="0" y="688238"/>
                  </a:moveTo>
                  <a:lnTo>
                    <a:pt x="1665" y="639098"/>
                  </a:lnTo>
                  <a:lnTo>
                    <a:pt x="6588" y="590889"/>
                  </a:lnTo>
                  <a:lnTo>
                    <a:pt x="14656" y="543727"/>
                  </a:lnTo>
                  <a:lnTo>
                    <a:pt x="25756" y="497729"/>
                  </a:lnTo>
                  <a:lnTo>
                    <a:pt x="39777" y="453012"/>
                  </a:lnTo>
                  <a:lnTo>
                    <a:pt x="56605" y="409691"/>
                  </a:lnTo>
                  <a:lnTo>
                    <a:pt x="76130" y="367885"/>
                  </a:lnTo>
                  <a:lnTo>
                    <a:pt x="98238" y="327709"/>
                  </a:lnTo>
                  <a:lnTo>
                    <a:pt x="122817" y="289280"/>
                  </a:lnTo>
                  <a:lnTo>
                    <a:pt x="149756" y="252714"/>
                  </a:lnTo>
                  <a:lnTo>
                    <a:pt x="178941" y="218129"/>
                  </a:lnTo>
                  <a:lnTo>
                    <a:pt x="210261" y="185640"/>
                  </a:lnTo>
                  <a:lnTo>
                    <a:pt x="243604" y="155365"/>
                  </a:lnTo>
                  <a:lnTo>
                    <a:pt x="278857" y="127420"/>
                  </a:lnTo>
                  <a:lnTo>
                    <a:pt x="315907" y="101921"/>
                  </a:lnTo>
                  <a:lnTo>
                    <a:pt x="354644" y="78985"/>
                  </a:lnTo>
                  <a:lnTo>
                    <a:pt x="394954" y="58730"/>
                  </a:lnTo>
                  <a:lnTo>
                    <a:pt x="436726" y="41270"/>
                  </a:lnTo>
                  <a:lnTo>
                    <a:pt x="479846" y="26724"/>
                  </a:lnTo>
                  <a:lnTo>
                    <a:pt x="524204" y="15207"/>
                  </a:lnTo>
                  <a:lnTo>
                    <a:pt x="569686" y="6836"/>
                  </a:lnTo>
                  <a:lnTo>
                    <a:pt x="616180" y="1728"/>
                  </a:lnTo>
                  <a:lnTo>
                    <a:pt x="663575" y="0"/>
                  </a:lnTo>
                  <a:lnTo>
                    <a:pt x="710969" y="1728"/>
                  </a:lnTo>
                  <a:lnTo>
                    <a:pt x="757463" y="6836"/>
                  </a:lnTo>
                  <a:lnTo>
                    <a:pt x="802945" y="15207"/>
                  </a:lnTo>
                  <a:lnTo>
                    <a:pt x="847303" y="26724"/>
                  </a:lnTo>
                  <a:lnTo>
                    <a:pt x="890423" y="41270"/>
                  </a:lnTo>
                  <a:lnTo>
                    <a:pt x="932195" y="58730"/>
                  </a:lnTo>
                  <a:lnTo>
                    <a:pt x="972505" y="78985"/>
                  </a:lnTo>
                  <a:lnTo>
                    <a:pt x="1011242" y="101921"/>
                  </a:lnTo>
                  <a:lnTo>
                    <a:pt x="1048292" y="127420"/>
                  </a:lnTo>
                  <a:lnTo>
                    <a:pt x="1083545" y="155365"/>
                  </a:lnTo>
                  <a:lnTo>
                    <a:pt x="1116888" y="185640"/>
                  </a:lnTo>
                  <a:lnTo>
                    <a:pt x="1148208" y="218129"/>
                  </a:lnTo>
                  <a:lnTo>
                    <a:pt x="1177393" y="252714"/>
                  </a:lnTo>
                  <a:lnTo>
                    <a:pt x="1204332" y="289280"/>
                  </a:lnTo>
                  <a:lnTo>
                    <a:pt x="1228911" y="327709"/>
                  </a:lnTo>
                  <a:lnTo>
                    <a:pt x="1251019" y="367885"/>
                  </a:lnTo>
                  <a:lnTo>
                    <a:pt x="1270544" y="409691"/>
                  </a:lnTo>
                  <a:lnTo>
                    <a:pt x="1287372" y="453012"/>
                  </a:lnTo>
                  <a:lnTo>
                    <a:pt x="1301393" y="497729"/>
                  </a:lnTo>
                  <a:lnTo>
                    <a:pt x="1312493" y="543727"/>
                  </a:lnTo>
                  <a:lnTo>
                    <a:pt x="1320561" y="590889"/>
                  </a:lnTo>
                  <a:lnTo>
                    <a:pt x="1325484" y="639098"/>
                  </a:lnTo>
                  <a:lnTo>
                    <a:pt x="1327150" y="688238"/>
                  </a:lnTo>
                  <a:lnTo>
                    <a:pt x="1325484" y="737385"/>
                  </a:lnTo>
                  <a:lnTo>
                    <a:pt x="1320561" y="785600"/>
                  </a:lnTo>
                  <a:lnTo>
                    <a:pt x="1312493" y="832765"/>
                  </a:lnTo>
                  <a:lnTo>
                    <a:pt x="1301393" y="878765"/>
                  </a:lnTo>
                  <a:lnTo>
                    <a:pt x="1287372" y="923483"/>
                  </a:lnTo>
                  <a:lnTo>
                    <a:pt x="1270544" y="966803"/>
                  </a:lnTo>
                  <a:lnTo>
                    <a:pt x="1251019" y="1008608"/>
                  </a:lnTo>
                  <a:lnTo>
                    <a:pt x="1228911" y="1048781"/>
                  </a:lnTo>
                  <a:lnTo>
                    <a:pt x="1204332" y="1087206"/>
                  </a:lnTo>
                  <a:lnTo>
                    <a:pt x="1177393" y="1123768"/>
                  </a:lnTo>
                  <a:lnTo>
                    <a:pt x="1148208" y="1158348"/>
                  </a:lnTo>
                  <a:lnTo>
                    <a:pt x="1116888" y="1190831"/>
                  </a:lnTo>
                  <a:lnTo>
                    <a:pt x="1083545" y="1221101"/>
                  </a:lnTo>
                  <a:lnTo>
                    <a:pt x="1048292" y="1249040"/>
                  </a:lnTo>
                  <a:lnTo>
                    <a:pt x="1011242" y="1274533"/>
                  </a:lnTo>
                  <a:lnTo>
                    <a:pt x="972505" y="1297463"/>
                  </a:lnTo>
                  <a:lnTo>
                    <a:pt x="932195" y="1317714"/>
                  </a:lnTo>
                  <a:lnTo>
                    <a:pt x="890423" y="1335168"/>
                  </a:lnTo>
                  <a:lnTo>
                    <a:pt x="847303" y="1349710"/>
                  </a:lnTo>
                  <a:lnTo>
                    <a:pt x="802945" y="1361223"/>
                  </a:lnTo>
                  <a:lnTo>
                    <a:pt x="757463" y="1369591"/>
                  </a:lnTo>
                  <a:lnTo>
                    <a:pt x="710969" y="1374698"/>
                  </a:lnTo>
                  <a:lnTo>
                    <a:pt x="663575" y="1376426"/>
                  </a:lnTo>
                  <a:lnTo>
                    <a:pt x="616180" y="1374698"/>
                  </a:lnTo>
                  <a:lnTo>
                    <a:pt x="569686" y="1369591"/>
                  </a:lnTo>
                  <a:lnTo>
                    <a:pt x="524204" y="1361223"/>
                  </a:lnTo>
                  <a:lnTo>
                    <a:pt x="479846" y="1349710"/>
                  </a:lnTo>
                  <a:lnTo>
                    <a:pt x="436726" y="1335168"/>
                  </a:lnTo>
                  <a:lnTo>
                    <a:pt x="394954" y="1317714"/>
                  </a:lnTo>
                  <a:lnTo>
                    <a:pt x="354644" y="1297463"/>
                  </a:lnTo>
                  <a:lnTo>
                    <a:pt x="315907" y="1274533"/>
                  </a:lnTo>
                  <a:lnTo>
                    <a:pt x="278857" y="1249040"/>
                  </a:lnTo>
                  <a:lnTo>
                    <a:pt x="243604" y="1221101"/>
                  </a:lnTo>
                  <a:lnTo>
                    <a:pt x="210261" y="1190831"/>
                  </a:lnTo>
                  <a:lnTo>
                    <a:pt x="178941" y="1158348"/>
                  </a:lnTo>
                  <a:lnTo>
                    <a:pt x="149756" y="1123768"/>
                  </a:lnTo>
                  <a:lnTo>
                    <a:pt x="122817" y="1087206"/>
                  </a:lnTo>
                  <a:lnTo>
                    <a:pt x="98238" y="1048781"/>
                  </a:lnTo>
                  <a:lnTo>
                    <a:pt x="76130" y="1008608"/>
                  </a:lnTo>
                  <a:lnTo>
                    <a:pt x="56605" y="966803"/>
                  </a:lnTo>
                  <a:lnTo>
                    <a:pt x="39777" y="923483"/>
                  </a:lnTo>
                  <a:lnTo>
                    <a:pt x="25756" y="878765"/>
                  </a:lnTo>
                  <a:lnTo>
                    <a:pt x="14656" y="832765"/>
                  </a:lnTo>
                  <a:lnTo>
                    <a:pt x="6588" y="785600"/>
                  </a:lnTo>
                  <a:lnTo>
                    <a:pt x="1665" y="737385"/>
                  </a:lnTo>
                  <a:lnTo>
                    <a:pt x="0" y="688238"/>
                  </a:lnTo>
                  <a:close/>
                </a:path>
              </a:pathLst>
            </a:custGeom>
            <a:ln w="76319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32">
              <a:extLst>
                <a:ext uri="{FF2B5EF4-FFF2-40B4-BE49-F238E27FC236}">
                  <a16:creationId xmlns:a16="http://schemas.microsoft.com/office/drawing/2014/main" id="{0FFA85AF-9A99-A0E4-E9CF-A504405417B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99303" y="5938904"/>
              <a:ext cx="192016" cy="19512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object 33">
                <a:extLst>
                  <a:ext uri="{FF2B5EF4-FFF2-40B4-BE49-F238E27FC236}">
                    <a16:creationId xmlns:a16="http://schemas.microsoft.com/office/drawing/2014/main" id="{95791634-3DED-756F-BE69-6D16F4B534AD}"/>
                  </a:ext>
                </a:extLst>
              </p:cNvPr>
              <p:cNvSpPr txBox="1"/>
              <p:nvPr/>
            </p:nvSpPr>
            <p:spPr>
              <a:xfrm>
                <a:off x="9502140" y="6428176"/>
                <a:ext cx="2595205" cy="36022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000" dirty="0">
                    <a:cs typeface="Times New Roman"/>
                  </a:rPr>
                  <a:t>BFS, space time: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/>
                      </a:rPr>
                      <m:t>𝑂</m:t>
                    </m:r>
                    <m:d>
                      <m:dPr>
                        <m:ctrlPr>
                          <a:rPr lang="ar-AE" sz="2000" i="1" dirty="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ar-AE" sz="2000" i="1" dirty="0">
                                <a:latin typeface="Cambria Math" panose="02040503050406030204" pitchFamily="18" charset="0"/>
                                <a:cs typeface="Times New Roman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sz="2000" dirty="0">
                  <a:cs typeface="Times New Roman"/>
                </a:endParaRPr>
              </a:p>
            </p:txBody>
          </p:sp>
        </mc:Choice>
        <mc:Fallback>
          <p:sp>
            <p:nvSpPr>
              <p:cNvPr id="51" name="object 33">
                <a:extLst>
                  <a:ext uri="{FF2B5EF4-FFF2-40B4-BE49-F238E27FC236}">
                    <a16:creationId xmlns:a16="http://schemas.microsoft.com/office/drawing/2014/main" id="{95791634-3DED-756F-BE69-6D16F4B53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140" y="6428176"/>
                <a:ext cx="2595205" cy="360227"/>
              </a:xfrm>
              <a:prstGeom prst="rect">
                <a:avLst/>
              </a:prstGeom>
              <a:blipFill>
                <a:blip r:embed="rId7"/>
                <a:stretch>
                  <a:fillRect l="-4706" t="-10000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3">
                <a:extLst>
                  <a:ext uri="{FF2B5EF4-FFF2-40B4-BE49-F238E27FC236}">
                    <a16:creationId xmlns:a16="http://schemas.microsoft.com/office/drawing/2014/main" id="{D1A14FCC-CB97-46E7-5BCA-AD677BD25C06}"/>
                  </a:ext>
                </a:extLst>
              </p:cNvPr>
              <p:cNvSpPr txBox="1"/>
              <p:nvPr/>
            </p:nvSpPr>
            <p:spPr>
              <a:xfrm>
                <a:off x="753668" y="2723953"/>
                <a:ext cx="5685232" cy="3199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2000" dirty="0">
                    <a:cs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/>
                      </a:rPr>
                      <m:t>𝑚</m:t>
                    </m:r>
                  </m:oMath>
                </a14:m>
                <a:r>
                  <a:rPr lang="en-US" sz="2000" dirty="0">
                    <a:cs typeface="Arial"/>
                  </a:rPr>
                  <a:t> be the maximum depth of the graph from </a:t>
                </a:r>
                <a:r>
                  <a:rPr lang="en-US" sz="2000" b="1" dirty="0">
                    <a:cs typeface="Arial"/>
                  </a:rPr>
                  <a:t>Start</a:t>
                </a:r>
                <a:r>
                  <a:rPr lang="en-US" sz="2000" dirty="0">
                    <a:cs typeface="Arial"/>
                  </a:rPr>
                  <a:t>.</a:t>
                </a:r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53" name="object 3">
                <a:extLst>
                  <a:ext uri="{FF2B5EF4-FFF2-40B4-BE49-F238E27FC236}">
                    <a16:creationId xmlns:a16="http://schemas.microsoft.com/office/drawing/2014/main" id="{D1A14FCC-CB97-46E7-5BCA-AD677BD25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68" y="2723953"/>
                <a:ext cx="5685232" cy="319959"/>
              </a:xfrm>
              <a:prstGeom prst="rect">
                <a:avLst/>
              </a:prstGeom>
              <a:blipFill>
                <a:blip r:embed="rId8"/>
                <a:stretch>
                  <a:fillRect l="-2361" t="-21154" r="-1609" b="-48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bject 3">
            <a:extLst>
              <a:ext uri="{FF2B5EF4-FFF2-40B4-BE49-F238E27FC236}">
                <a16:creationId xmlns:a16="http://schemas.microsoft.com/office/drawing/2014/main" id="{6E0CC4D7-A6CC-D669-199F-61A4553A7E47}"/>
              </a:ext>
            </a:extLst>
          </p:cNvPr>
          <p:cNvSpPr txBox="1"/>
          <p:nvPr/>
        </p:nvSpPr>
        <p:spPr>
          <a:xfrm>
            <a:off x="1147741" y="3544660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Space complexity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3">
                <a:extLst>
                  <a:ext uri="{FF2B5EF4-FFF2-40B4-BE49-F238E27FC236}">
                    <a16:creationId xmlns:a16="http://schemas.microsoft.com/office/drawing/2014/main" id="{7427E8AB-CCB9-BDC1-FF38-E7C575458551}"/>
                  </a:ext>
                </a:extLst>
              </p:cNvPr>
              <p:cNvSpPr txBox="1"/>
              <p:nvPr/>
            </p:nvSpPr>
            <p:spPr>
              <a:xfrm>
                <a:off x="3589257" y="3544660"/>
                <a:ext cx="2381092" cy="3199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𝑚𝑏</m:t>
                          </m:r>
                        </m:e>
                      </m:d>
                    </m:oMath>
                  </m:oMathPara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56" name="object 3">
                <a:extLst>
                  <a:ext uri="{FF2B5EF4-FFF2-40B4-BE49-F238E27FC236}">
                    <a16:creationId xmlns:a16="http://schemas.microsoft.com/office/drawing/2014/main" id="{7427E8AB-CCB9-BDC1-FF38-E7C575458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257" y="3544660"/>
                <a:ext cx="2381092" cy="319959"/>
              </a:xfrm>
              <a:prstGeom prst="rect">
                <a:avLst/>
              </a:prstGeom>
              <a:blipFill>
                <a:blip r:embed="rId9"/>
                <a:stretch>
                  <a:fillRect l="-513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bject 3">
            <a:extLst>
              <a:ext uri="{FF2B5EF4-FFF2-40B4-BE49-F238E27FC236}">
                <a16:creationId xmlns:a16="http://schemas.microsoft.com/office/drawing/2014/main" id="{68831256-EC93-DACC-0A59-F7CEE006BCF7}"/>
              </a:ext>
            </a:extLst>
          </p:cNvPr>
          <p:cNvSpPr txBox="1"/>
          <p:nvPr/>
        </p:nvSpPr>
        <p:spPr>
          <a:xfrm>
            <a:off x="3589257" y="4141869"/>
            <a:ext cx="3682122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 lvl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tabLst>
                <a:tab pos="758190" algn="l"/>
              </a:tabLst>
            </a:pPr>
            <a:r>
              <a:rPr lang="en-US" sz="2000" dirty="0">
                <a:cs typeface="Arial"/>
              </a:rPr>
              <a:t>With backtracking using the system stack, we do not explicitly use back-pointers.</a:t>
            </a:r>
            <a:endParaRPr sz="2000" dirty="0">
              <a:cs typeface="Arial"/>
            </a:endParaRPr>
          </a:p>
        </p:txBody>
      </p:sp>
      <p:sp>
        <p:nvSpPr>
          <p:cNvPr id="58" name="object 3">
            <a:extLst>
              <a:ext uri="{FF2B5EF4-FFF2-40B4-BE49-F238E27FC236}">
                <a16:creationId xmlns:a16="http://schemas.microsoft.com/office/drawing/2014/main" id="{C6047144-CC32-171E-0B92-752B2B2E1B2F}"/>
              </a:ext>
            </a:extLst>
          </p:cNvPr>
          <p:cNvSpPr txBox="1"/>
          <p:nvPr/>
        </p:nvSpPr>
        <p:spPr>
          <a:xfrm>
            <a:off x="1147741" y="5806435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Time complexity</a:t>
            </a:r>
            <a:endParaRPr lang="en-US" sz="2000" dirty="0"/>
          </a:p>
        </p:txBody>
      </p:sp>
      <p:sp>
        <p:nvSpPr>
          <p:cNvPr id="59" name="object 3">
            <a:extLst>
              <a:ext uri="{FF2B5EF4-FFF2-40B4-BE49-F238E27FC236}">
                <a16:creationId xmlns:a16="http://schemas.microsoft.com/office/drawing/2014/main" id="{C68B83A4-A399-5B3B-6CD2-5F9F70AC9CE6}"/>
              </a:ext>
            </a:extLst>
          </p:cNvPr>
          <p:cNvSpPr txBox="1"/>
          <p:nvPr/>
        </p:nvSpPr>
        <p:spPr>
          <a:xfrm>
            <a:off x="3589257" y="5795404"/>
            <a:ext cx="216384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 lvl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tabLst>
                <a:tab pos="758190" algn="l"/>
              </a:tabLst>
            </a:pPr>
            <a:r>
              <a:rPr lang="en-US" sz="2000" dirty="0">
                <a:cs typeface="Arial"/>
              </a:rPr>
              <a:t>For a finite tree, we may visit all nodes:</a:t>
            </a:r>
            <a:endParaRPr sz="2000" dirty="0"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ED854B7C-4B25-5586-A8A8-F6CEA9C19F47}"/>
                  </a:ext>
                </a:extLst>
              </p:cNvPr>
              <p:cNvSpPr txBox="1"/>
              <p:nvPr/>
            </p:nvSpPr>
            <p:spPr>
              <a:xfrm>
                <a:off x="5890018" y="5949292"/>
                <a:ext cx="804144" cy="3199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" lvl="1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tabLst>
                    <a:tab pos="7581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ED854B7C-4B25-5586-A8A8-F6CEA9C19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018" y="5949292"/>
                <a:ext cx="804144" cy="319959"/>
              </a:xfrm>
              <a:prstGeom prst="rect">
                <a:avLst/>
              </a:prstGeom>
              <a:blipFill>
                <a:blip r:embed="rId10"/>
                <a:stretch>
                  <a:fillRect l="-530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4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3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CFAB7-2F27-EC77-5A2D-952F502A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7108E681-DDB0-EAF7-7D8F-F8D2FD662B3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The Problem with DFS</a:t>
            </a:r>
          </a:p>
        </p:txBody>
      </p:sp>
      <p:sp>
        <p:nvSpPr>
          <p:cNvPr id="53" name="object 3">
            <a:extLst>
              <a:ext uri="{FF2B5EF4-FFF2-40B4-BE49-F238E27FC236}">
                <a16:creationId xmlns:a16="http://schemas.microsoft.com/office/drawing/2014/main" id="{FC8AC811-9A19-687C-46C0-AFA09AAADD44}"/>
              </a:ext>
            </a:extLst>
          </p:cNvPr>
          <p:cNvSpPr txBox="1"/>
          <p:nvPr/>
        </p:nvSpPr>
        <p:spPr>
          <a:xfrm>
            <a:off x="753668" y="1164528"/>
            <a:ext cx="127325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lang="en-US" sz="2000" b="1" i="1" dirty="0">
                <a:cs typeface="Arial"/>
              </a:rPr>
              <a:t>Finite tree:</a:t>
            </a:r>
            <a:endParaRPr sz="2000" b="1" i="1" dirty="0">
              <a:cs typeface="Arial"/>
            </a:endParaRPr>
          </a:p>
        </p:txBody>
      </p:sp>
      <p:grpSp>
        <p:nvGrpSpPr>
          <p:cNvPr id="2" name="object 10">
            <a:extLst>
              <a:ext uri="{FF2B5EF4-FFF2-40B4-BE49-F238E27FC236}">
                <a16:creationId xmlns:a16="http://schemas.microsoft.com/office/drawing/2014/main" id="{A090DBE6-0925-BFD7-F9E8-D73A587D8DD7}"/>
              </a:ext>
            </a:extLst>
          </p:cNvPr>
          <p:cNvGrpSpPr/>
          <p:nvPr/>
        </p:nvGrpSpPr>
        <p:grpSpPr>
          <a:xfrm>
            <a:off x="10549506" y="5141343"/>
            <a:ext cx="1437005" cy="1455420"/>
            <a:chOff x="6975726" y="4895948"/>
            <a:chExt cx="1437005" cy="1455420"/>
          </a:xfrm>
        </p:grpSpPr>
        <p:pic>
          <p:nvPicPr>
            <p:cNvPr id="3" name="object 11">
              <a:extLst>
                <a:ext uri="{FF2B5EF4-FFF2-40B4-BE49-F238E27FC236}">
                  <a16:creationId xmlns:a16="http://schemas.microsoft.com/office/drawing/2014/main" id="{26902347-3DBF-D64E-E6B8-9CE33E1670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5726" y="4895948"/>
              <a:ext cx="1436795" cy="1455104"/>
            </a:xfrm>
            <a:prstGeom prst="rect">
              <a:avLst/>
            </a:prstGeom>
          </p:spPr>
        </p:pic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0F14CA67-E54F-75C8-7436-5DDA942D95F4}"/>
                </a:ext>
              </a:extLst>
            </p:cNvPr>
            <p:cNvSpPr/>
            <p:nvPr/>
          </p:nvSpPr>
          <p:spPr>
            <a:xfrm>
              <a:off x="7264400" y="5181600"/>
              <a:ext cx="889000" cy="844550"/>
            </a:xfrm>
            <a:custGeom>
              <a:avLst/>
              <a:gdLst/>
              <a:ahLst/>
              <a:cxnLst/>
              <a:rect l="l" t="t" r="r" b="b"/>
              <a:pathLst>
                <a:path w="889000" h="844550">
                  <a:moveTo>
                    <a:pt x="444500" y="0"/>
                  </a:moveTo>
                  <a:lnTo>
                    <a:pt x="396066" y="2478"/>
                  </a:lnTo>
                  <a:lnTo>
                    <a:pt x="349144" y="9741"/>
                  </a:lnTo>
                  <a:lnTo>
                    <a:pt x="304003" y="21532"/>
                  </a:lnTo>
                  <a:lnTo>
                    <a:pt x="260915" y="37591"/>
                  </a:lnTo>
                  <a:lnTo>
                    <a:pt x="220152" y="57662"/>
                  </a:lnTo>
                  <a:lnTo>
                    <a:pt x="181983" y="81487"/>
                  </a:lnTo>
                  <a:lnTo>
                    <a:pt x="146682" y="108807"/>
                  </a:lnTo>
                  <a:lnTo>
                    <a:pt x="114517" y="139365"/>
                  </a:lnTo>
                  <a:lnTo>
                    <a:pt x="85762" y="172903"/>
                  </a:lnTo>
                  <a:lnTo>
                    <a:pt x="60687" y="209164"/>
                  </a:lnTo>
                  <a:lnTo>
                    <a:pt x="39562" y="247889"/>
                  </a:lnTo>
                  <a:lnTo>
                    <a:pt x="22660" y="288820"/>
                  </a:lnTo>
                  <a:lnTo>
                    <a:pt x="10252" y="331700"/>
                  </a:lnTo>
                  <a:lnTo>
                    <a:pt x="2608" y="376271"/>
                  </a:lnTo>
                  <a:lnTo>
                    <a:pt x="0" y="422275"/>
                  </a:lnTo>
                  <a:lnTo>
                    <a:pt x="2608" y="468285"/>
                  </a:lnTo>
                  <a:lnTo>
                    <a:pt x="10252" y="512861"/>
                  </a:lnTo>
                  <a:lnTo>
                    <a:pt x="22660" y="555744"/>
                  </a:lnTo>
                  <a:lnTo>
                    <a:pt x="39562" y="596677"/>
                  </a:lnTo>
                  <a:lnTo>
                    <a:pt x="60687" y="635402"/>
                  </a:lnTo>
                  <a:lnTo>
                    <a:pt x="85762" y="671662"/>
                  </a:lnTo>
                  <a:lnTo>
                    <a:pt x="114517" y="705199"/>
                  </a:lnTo>
                  <a:lnTo>
                    <a:pt x="146682" y="735755"/>
                  </a:lnTo>
                  <a:lnTo>
                    <a:pt x="181983" y="763073"/>
                  </a:lnTo>
                  <a:lnTo>
                    <a:pt x="220152" y="786895"/>
                  </a:lnTo>
                  <a:lnTo>
                    <a:pt x="260915" y="806964"/>
                  </a:lnTo>
                  <a:lnTo>
                    <a:pt x="304003" y="823021"/>
                  </a:lnTo>
                  <a:lnTo>
                    <a:pt x="349144" y="834810"/>
                  </a:lnTo>
                  <a:lnTo>
                    <a:pt x="396066" y="842072"/>
                  </a:lnTo>
                  <a:lnTo>
                    <a:pt x="444500" y="844550"/>
                  </a:lnTo>
                  <a:lnTo>
                    <a:pt x="492933" y="842072"/>
                  </a:lnTo>
                  <a:lnTo>
                    <a:pt x="539855" y="834810"/>
                  </a:lnTo>
                  <a:lnTo>
                    <a:pt x="584996" y="823021"/>
                  </a:lnTo>
                  <a:lnTo>
                    <a:pt x="628084" y="806964"/>
                  </a:lnTo>
                  <a:lnTo>
                    <a:pt x="668847" y="786895"/>
                  </a:lnTo>
                  <a:lnTo>
                    <a:pt x="707016" y="763073"/>
                  </a:lnTo>
                  <a:lnTo>
                    <a:pt x="742317" y="735755"/>
                  </a:lnTo>
                  <a:lnTo>
                    <a:pt x="774482" y="705199"/>
                  </a:lnTo>
                  <a:lnTo>
                    <a:pt x="803237" y="671662"/>
                  </a:lnTo>
                  <a:lnTo>
                    <a:pt x="828312" y="635402"/>
                  </a:lnTo>
                  <a:lnTo>
                    <a:pt x="849437" y="596677"/>
                  </a:lnTo>
                  <a:lnTo>
                    <a:pt x="866339" y="555744"/>
                  </a:lnTo>
                  <a:lnTo>
                    <a:pt x="878747" y="512861"/>
                  </a:lnTo>
                  <a:lnTo>
                    <a:pt x="886391" y="468285"/>
                  </a:lnTo>
                  <a:lnTo>
                    <a:pt x="889000" y="422275"/>
                  </a:lnTo>
                  <a:lnTo>
                    <a:pt x="886391" y="376271"/>
                  </a:lnTo>
                  <a:lnTo>
                    <a:pt x="878747" y="331700"/>
                  </a:lnTo>
                  <a:lnTo>
                    <a:pt x="866339" y="288820"/>
                  </a:lnTo>
                  <a:lnTo>
                    <a:pt x="849437" y="247889"/>
                  </a:lnTo>
                  <a:lnTo>
                    <a:pt x="828312" y="209164"/>
                  </a:lnTo>
                  <a:lnTo>
                    <a:pt x="803237" y="172903"/>
                  </a:lnTo>
                  <a:lnTo>
                    <a:pt x="774482" y="139365"/>
                  </a:lnTo>
                  <a:lnTo>
                    <a:pt x="742317" y="108807"/>
                  </a:lnTo>
                  <a:lnTo>
                    <a:pt x="707016" y="81487"/>
                  </a:lnTo>
                  <a:lnTo>
                    <a:pt x="668847" y="57662"/>
                  </a:lnTo>
                  <a:lnTo>
                    <a:pt x="628084" y="37591"/>
                  </a:lnTo>
                  <a:lnTo>
                    <a:pt x="584996" y="21532"/>
                  </a:lnTo>
                  <a:lnTo>
                    <a:pt x="539855" y="9741"/>
                  </a:lnTo>
                  <a:lnTo>
                    <a:pt x="492933" y="2478"/>
                  </a:lnTo>
                  <a:lnTo>
                    <a:pt x="444500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13">
              <a:extLst>
                <a:ext uri="{FF2B5EF4-FFF2-40B4-BE49-F238E27FC236}">
                  <a16:creationId xmlns:a16="http://schemas.microsoft.com/office/drawing/2014/main" id="{79FF3BD7-3E2A-0DFE-FE5A-5F770FC1328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2829" y="5835717"/>
              <a:ext cx="195191" cy="198302"/>
            </a:xfrm>
            <a:prstGeom prst="rect">
              <a:avLst/>
            </a:prstGeom>
          </p:spPr>
        </p:pic>
      </p:grpSp>
      <p:pic>
        <p:nvPicPr>
          <p:cNvPr id="11" name="object 2">
            <a:extLst>
              <a:ext uri="{FF2B5EF4-FFF2-40B4-BE49-F238E27FC236}">
                <a16:creationId xmlns:a16="http://schemas.microsoft.com/office/drawing/2014/main" id="{D9CE33CA-7BC5-3010-474C-A10E48FDE5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2723" y="1289384"/>
            <a:ext cx="3520675" cy="3550395"/>
          </a:xfrm>
          <a:prstGeom prst="rect">
            <a:avLst/>
          </a:prstGeom>
        </p:spPr>
      </p:pic>
      <p:sp>
        <p:nvSpPr>
          <p:cNvPr id="14" name="object 6">
            <a:extLst>
              <a:ext uri="{FF2B5EF4-FFF2-40B4-BE49-F238E27FC236}">
                <a16:creationId xmlns:a16="http://schemas.microsoft.com/office/drawing/2014/main" id="{7BCD1024-1530-3F03-556C-F1A47FF1C558}"/>
              </a:ext>
            </a:extLst>
          </p:cNvPr>
          <p:cNvSpPr/>
          <p:nvPr/>
        </p:nvSpPr>
        <p:spPr>
          <a:xfrm>
            <a:off x="9159240" y="937260"/>
            <a:ext cx="575288" cy="1944814"/>
          </a:xfrm>
          <a:custGeom>
            <a:avLst/>
            <a:gdLst/>
            <a:ahLst/>
            <a:cxnLst/>
            <a:rect l="l" t="t" r="r" b="b"/>
            <a:pathLst>
              <a:path w="807085" h="3246120">
                <a:moveTo>
                  <a:pt x="149101" y="215560"/>
                </a:moveTo>
                <a:lnTo>
                  <a:pt x="74560" y="231857"/>
                </a:lnTo>
                <a:lnTo>
                  <a:pt x="732408" y="3245866"/>
                </a:lnTo>
                <a:lnTo>
                  <a:pt x="806957" y="3229483"/>
                </a:lnTo>
                <a:lnTo>
                  <a:pt x="149101" y="215560"/>
                </a:lnTo>
                <a:close/>
              </a:path>
              <a:path w="807085" h="3246120">
                <a:moveTo>
                  <a:pt x="62991" y="0"/>
                </a:moveTo>
                <a:lnTo>
                  <a:pt x="0" y="248158"/>
                </a:lnTo>
                <a:lnTo>
                  <a:pt x="74560" y="231857"/>
                </a:lnTo>
                <a:lnTo>
                  <a:pt x="66420" y="194563"/>
                </a:lnTo>
                <a:lnTo>
                  <a:pt x="140969" y="178308"/>
                </a:lnTo>
                <a:lnTo>
                  <a:pt x="206752" y="178308"/>
                </a:lnTo>
                <a:lnTo>
                  <a:pt x="62991" y="0"/>
                </a:lnTo>
                <a:close/>
              </a:path>
              <a:path w="807085" h="3246120">
                <a:moveTo>
                  <a:pt x="140969" y="178308"/>
                </a:moveTo>
                <a:lnTo>
                  <a:pt x="66420" y="194563"/>
                </a:lnTo>
                <a:lnTo>
                  <a:pt x="74560" y="231857"/>
                </a:lnTo>
                <a:lnTo>
                  <a:pt x="149101" y="215560"/>
                </a:lnTo>
                <a:lnTo>
                  <a:pt x="140969" y="178308"/>
                </a:lnTo>
                <a:close/>
              </a:path>
              <a:path w="807085" h="3246120">
                <a:moveTo>
                  <a:pt x="206752" y="178308"/>
                </a:moveTo>
                <a:lnTo>
                  <a:pt x="140969" y="178308"/>
                </a:lnTo>
                <a:lnTo>
                  <a:pt x="149101" y="215560"/>
                </a:lnTo>
                <a:lnTo>
                  <a:pt x="223646" y="199262"/>
                </a:lnTo>
                <a:lnTo>
                  <a:pt x="206752" y="17830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6564B825-D211-CE1A-EFFA-FBA5FB8A0DB7}"/>
              </a:ext>
            </a:extLst>
          </p:cNvPr>
          <p:cNvSpPr/>
          <p:nvPr/>
        </p:nvSpPr>
        <p:spPr>
          <a:xfrm>
            <a:off x="7998501" y="1289384"/>
            <a:ext cx="3520676" cy="3559919"/>
          </a:xfrm>
          <a:custGeom>
            <a:avLst/>
            <a:gdLst/>
            <a:ahLst/>
            <a:cxnLst/>
            <a:rect l="l" t="t" r="r" b="b"/>
            <a:pathLst>
              <a:path w="3987800" h="4032250">
                <a:moveTo>
                  <a:pt x="1993900" y="0"/>
                </a:moveTo>
                <a:lnTo>
                  <a:pt x="1946154" y="566"/>
                </a:lnTo>
                <a:lnTo>
                  <a:pt x="1898684" y="2258"/>
                </a:lnTo>
                <a:lnTo>
                  <a:pt x="1851501" y="5061"/>
                </a:lnTo>
                <a:lnTo>
                  <a:pt x="1804619" y="8965"/>
                </a:lnTo>
                <a:lnTo>
                  <a:pt x="1758050" y="13955"/>
                </a:lnTo>
                <a:lnTo>
                  <a:pt x="1711806" y="20019"/>
                </a:lnTo>
                <a:lnTo>
                  <a:pt x="1665899" y="27146"/>
                </a:lnTo>
                <a:lnTo>
                  <a:pt x="1620343" y="35321"/>
                </a:lnTo>
                <a:lnTo>
                  <a:pt x="1575150" y="44533"/>
                </a:lnTo>
                <a:lnTo>
                  <a:pt x="1530332" y="54768"/>
                </a:lnTo>
                <a:lnTo>
                  <a:pt x="1485902" y="66015"/>
                </a:lnTo>
                <a:lnTo>
                  <a:pt x="1441872" y="78260"/>
                </a:lnTo>
                <a:lnTo>
                  <a:pt x="1398255" y="91491"/>
                </a:lnTo>
                <a:lnTo>
                  <a:pt x="1355063" y="105695"/>
                </a:lnTo>
                <a:lnTo>
                  <a:pt x="1312309" y="120860"/>
                </a:lnTo>
                <a:lnTo>
                  <a:pt x="1270005" y="136973"/>
                </a:lnTo>
                <a:lnTo>
                  <a:pt x="1228163" y="154021"/>
                </a:lnTo>
                <a:lnTo>
                  <a:pt x="1186797" y="171992"/>
                </a:lnTo>
                <a:lnTo>
                  <a:pt x="1145919" y="190873"/>
                </a:lnTo>
                <a:lnTo>
                  <a:pt x="1105541" y="210652"/>
                </a:lnTo>
                <a:lnTo>
                  <a:pt x="1065675" y="231315"/>
                </a:lnTo>
                <a:lnTo>
                  <a:pt x="1026335" y="252851"/>
                </a:lnTo>
                <a:lnTo>
                  <a:pt x="987533" y="275246"/>
                </a:lnTo>
                <a:lnTo>
                  <a:pt x="949280" y="298488"/>
                </a:lnTo>
                <a:lnTo>
                  <a:pt x="911591" y="322565"/>
                </a:lnTo>
                <a:lnTo>
                  <a:pt x="874476" y="347463"/>
                </a:lnTo>
                <a:lnTo>
                  <a:pt x="837950" y="373170"/>
                </a:lnTo>
                <a:lnTo>
                  <a:pt x="802023" y="399673"/>
                </a:lnTo>
                <a:lnTo>
                  <a:pt x="766709" y="426961"/>
                </a:lnTo>
                <a:lnTo>
                  <a:pt x="732021" y="455019"/>
                </a:lnTo>
                <a:lnTo>
                  <a:pt x="697970" y="483836"/>
                </a:lnTo>
                <a:lnTo>
                  <a:pt x="664569" y="513399"/>
                </a:lnTo>
                <a:lnTo>
                  <a:pt x="631831" y="543695"/>
                </a:lnTo>
                <a:lnTo>
                  <a:pt x="599768" y="574711"/>
                </a:lnTo>
                <a:lnTo>
                  <a:pt x="568392" y="606436"/>
                </a:lnTo>
                <a:lnTo>
                  <a:pt x="537717" y="638856"/>
                </a:lnTo>
                <a:lnTo>
                  <a:pt x="507754" y="671959"/>
                </a:lnTo>
                <a:lnTo>
                  <a:pt x="478517" y="705731"/>
                </a:lnTo>
                <a:lnTo>
                  <a:pt x="450017" y="740162"/>
                </a:lnTo>
                <a:lnTo>
                  <a:pt x="422267" y="775237"/>
                </a:lnTo>
                <a:lnTo>
                  <a:pt x="395280" y="810944"/>
                </a:lnTo>
                <a:lnTo>
                  <a:pt x="369068" y="847271"/>
                </a:lnTo>
                <a:lnTo>
                  <a:pt x="343644" y="884204"/>
                </a:lnTo>
                <a:lnTo>
                  <a:pt x="319020" y="921732"/>
                </a:lnTo>
                <a:lnTo>
                  <a:pt x="295208" y="959842"/>
                </a:lnTo>
                <a:lnTo>
                  <a:pt x="272222" y="998521"/>
                </a:lnTo>
                <a:lnTo>
                  <a:pt x="250073" y="1037756"/>
                </a:lnTo>
                <a:lnTo>
                  <a:pt x="228774" y="1077534"/>
                </a:lnTo>
                <a:lnTo>
                  <a:pt x="208338" y="1117844"/>
                </a:lnTo>
                <a:lnTo>
                  <a:pt x="188777" y="1158673"/>
                </a:lnTo>
                <a:lnTo>
                  <a:pt x="170103" y="1200007"/>
                </a:lnTo>
                <a:lnTo>
                  <a:pt x="152329" y="1241834"/>
                </a:lnTo>
                <a:lnTo>
                  <a:pt x="135468" y="1284142"/>
                </a:lnTo>
                <a:lnTo>
                  <a:pt x="119533" y="1326919"/>
                </a:lnTo>
                <a:lnTo>
                  <a:pt x="104534" y="1370150"/>
                </a:lnTo>
                <a:lnTo>
                  <a:pt x="90486" y="1413824"/>
                </a:lnTo>
                <a:lnTo>
                  <a:pt x="77400" y="1457928"/>
                </a:lnTo>
                <a:lnTo>
                  <a:pt x="65290" y="1502450"/>
                </a:lnTo>
                <a:lnTo>
                  <a:pt x="54167" y="1547376"/>
                </a:lnTo>
                <a:lnTo>
                  <a:pt x="44044" y="1592695"/>
                </a:lnTo>
                <a:lnTo>
                  <a:pt x="34933" y="1638393"/>
                </a:lnTo>
                <a:lnTo>
                  <a:pt x="26848" y="1684458"/>
                </a:lnTo>
                <a:lnTo>
                  <a:pt x="19800" y="1730877"/>
                </a:lnTo>
                <a:lnTo>
                  <a:pt x="13802" y="1777638"/>
                </a:lnTo>
                <a:lnTo>
                  <a:pt x="8866" y="1824728"/>
                </a:lnTo>
                <a:lnTo>
                  <a:pt x="5006" y="1872134"/>
                </a:lnTo>
                <a:lnTo>
                  <a:pt x="2233" y="1919844"/>
                </a:lnTo>
                <a:lnTo>
                  <a:pt x="560" y="1967845"/>
                </a:lnTo>
                <a:lnTo>
                  <a:pt x="0" y="2016125"/>
                </a:lnTo>
                <a:lnTo>
                  <a:pt x="560" y="2064404"/>
                </a:lnTo>
                <a:lnTo>
                  <a:pt x="2233" y="2112405"/>
                </a:lnTo>
                <a:lnTo>
                  <a:pt x="5006" y="2160115"/>
                </a:lnTo>
                <a:lnTo>
                  <a:pt x="8866" y="2207521"/>
                </a:lnTo>
                <a:lnTo>
                  <a:pt x="13802" y="2254611"/>
                </a:lnTo>
                <a:lnTo>
                  <a:pt x="19800" y="2301372"/>
                </a:lnTo>
                <a:lnTo>
                  <a:pt x="26848" y="2347791"/>
                </a:lnTo>
                <a:lnTo>
                  <a:pt x="34933" y="2393856"/>
                </a:lnTo>
                <a:lnTo>
                  <a:pt x="44044" y="2439554"/>
                </a:lnTo>
                <a:lnTo>
                  <a:pt x="54167" y="2484873"/>
                </a:lnTo>
                <a:lnTo>
                  <a:pt x="65290" y="2529799"/>
                </a:lnTo>
                <a:lnTo>
                  <a:pt x="77400" y="2574321"/>
                </a:lnTo>
                <a:lnTo>
                  <a:pt x="90486" y="2618425"/>
                </a:lnTo>
                <a:lnTo>
                  <a:pt x="104534" y="2662099"/>
                </a:lnTo>
                <a:lnTo>
                  <a:pt x="119533" y="2705330"/>
                </a:lnTo>
                <a:lnTo>
                  <a:pt x="135468" y="2748107"/>
                </a:lnTo>
                <a:lnTo>
                  <a:pt x="152329" y="2790415"/>
                </a:lnTo>
                <a:lnTo>
                  <a:pt x="170103" y="2832242"/>
                </a:lnTo>
                <a:lnTo>
                  <a:pt x="188777" y="2873576"/>
                </a:lnTo>
                <a:lnTo>
                  <a:pt x="208338" y="2914405"/>
                </a:lnTo>
                <a:lnTo>
                  <a:pt x="228774" y="2954715"/>
                </a:lnTo>
                <a:lnTo>
                  <a:pt x="250073" y="2994493"/>
                </a:lnTo>
                <a:lnTo>
                  <a:pt x="272222" y="3033728"/>
                </a:lnTo>
                <a:lnTo>
                  <a:pt x="295208" y="3072407"/>
                </a:lnTo>
                <a:lnTo>
                  <a:pt x="319020" y="3110517"/>
                </a:lnTo>
                <a:lnTo>
                  <a:pt x="343644" y="3148045"/>
                </a:lnTo>
                <a:lnTo>
                  <a:pt x="369068" y="3184978"/>
                </a:lnTo>
                <a:lnTo>
                  <a:pt x="395280" y="3221305"/>
                </a:lnTo>
                <a:lnTo>
                  <a:pt x="422267" y="3257012"/>
                </a:lnTo>
                <a:lnTo>
                  <a:pt x="450017" y="3292087"/>
                </a:lnTo>
                <a:lnTo>
                  <a:pt x="478517" y="3326518"/>
                </a:lnTo>
                <a:lnTo>
                  <a:pt x="507754" y="3360290"/>
                </a:lnTo>
                <a:lnTo>
                  <a:pt x="537717" y="3393393"/>
                </a:lnTo>
                <a:lnTo>
                  <a:pt x="568392" y="3425813"/>
                </a:lnTo>
                <a:lnTo>
                  <a:pt x="599768" y="3457538"/>
                </a:lnTo>
                <a:lnTo>
                  <a:pt x="631831" y="3488554"/>
                </a:lnTo>
                <a:lnTo>
                  <a:pt x="664569" y="3518850"/>
                </a:lnTo>
                <a:lnTo>
                  <a:pt x="697970" y="3548413"/>
                </a:lnTo>
                <a:lnTo>
                  <a:pt x="732021" y="3577230"/>
                </a:lnTo>
                <a:lnTo>
                  <a:pt x="766709" y="3605288"/>
                </a:lnTo>
                <a:lnTo>
                  <a:pt x="802023" y="3632576"/>
                </a:lnTo>
                <a:lnTo>
                  <a:pt x="837950" y="3659079"/>
                </a:lnTo>
                <a:lnTo>
                  <a:pt x="874476" y="3684786"/>
                </a:lnTo>
                <a:lnTo>
                  <a:pt x="911591" y="3709684"/>
                </a:lnTo>
                <a:lnTo>
                  <a:pt x="949280" y="3733761"/>
                </a:lnTo>
                <a:lnTo>
                  <a:pt x="987533" y="3757003"/>
                </a:lnTo>
                <a:lnTo>
                  <a:pt x="1026335" y="3779398"/>
                </a:lnTo>
                <a:lnTo>
                  <a:pt x="1065675" y="3800934"/>
                </a:lnTo>
                <a:lnTo>
                  <a:pt x="1105541" y="3821597"/>
                </a:lnTo>
                <a:lnTo>
                  <a:pt x="1145919" y="3841376"/>
                </a:lnTo>
                <a:lnTo>
                  <a:pt x="1186797" y="3860257"/>
                </a:lnTo>
                <a:lnTo>
                  <a:pt x="1228163" y="3878228"/>
                </a:lnTo>
                <a:lnTo>
                  <a:pt x="1270005" y="3895276"/>
                </a:lnTo>
                <a:lnTo>
                  <a:pt x="1312309" y="3911389"/>
                </a:lnTo>
                <a:lnTo>
                  <a:pt x="1355063" y="3926554"/>
                </a:lnTo>
                <a:lnTo>
                  <a:pt x="1398255" y="3940758"/>
                </a:lnTo>
                <a:lnTo>
                  <a:pt x="1441872" y="3953989"/>
                </a:lnTo>
                <a:lnTo>
                  <a:pt x="1485902" y="3966234"/>
                </a:lnTo>
                <a:lnTo>
                  <a:pt x="1530332" y="3977481"/>
                </a:lnTo>
                <a:lnTo>
                  <a:pt x="1575150" y="3987716"/>
                </a:lnTo>
                <a:lnTo>
                  <a:pt x="1620343" y="3996928"/>
                </a:lnTo>
                <a:lnTo>
                  <a:pt x="1665899" y="4005103"/>
                </a:lnTo>
                <a:lnTo>
                  <a:pt x="1711806" y="4012230"/>
                </a:lnTo>
                <a:lnTo>
                  <a:pt x="1758050" y="4018294"/>
                </a:lnTo>
                <a:lnTo>
                  <a:pt x="1804619" y="4023284"/>
                </a:lnTo>
                <a:lnTo>
                  <a:pt x="1851501" y="4027188"/>
                </a:lnTo>
                <a:lnTo>
                  <a:pt x="1898684" y="4029991"/>
                </a:lnTo>
                <a:lnTo>
                  <a:pt x="1946154" y="4031683"/>
                </a:lnTo>
                <a:lnTo>
                  <a:pt x="1993900" y="4032250"/>
                </a:lnTo>
                <a:lnTo>
                  <a:pt x="2041645" y="4031683"/>
                </a:lnTo>
                <a:lnTo>
                  <a:pt x="2089115" y="4029991"/>
                </a:lnTo>
                <a:lnTo>
                  <a:pt x="2136298" y="4027188"/>
                </a:lnTo>
                <a:lnTo>
                  <a:pt x="2183180" y="4023284"/>
                </a:lnTo>
                <a:lnTo>
                  <a:pt x="2229749" y="4018294"/>
                </a:lnTo>
                <a:lnTo>
                  <a:pt x="2275993" y="4012230"/>
                </a:lnTo>
                <a:lnTo>
                  <a:pt x="2321900" y="4005103"/>
                </a:lnTo>
                <a:lnTo>
                  <a:pt x="2367456" y="3996928"/>
                </a:lnTo>
                <a:lnTo>
                  <a:pt x="2412649" y="3987716"/>
                </a:lnTo>
                <a:lnTo>
                  <a:pt x="2457467" y="3977481"/>
                </a:lnTo>
                <a:lnTo>
                  <a:pt x="2501897" y="3966234"/>
                </a:lnTo>
                <a:lnTo>
                  <a:pt x="2545927" y="3953989"/>
                </a:lnTo>
                <a:lnTo>
                  <a:pt x="2589544" y="3940758"/>
                </a:lnTo>
                <a:lnTo>
                  <a:pt x="2632736" y="3926554"/>
                </a:lnTo>
                <a:lnTo>
                  <a:pt x="2675490" y="3911389"/>
                </a:lnTo>
                <a:lnTo>
                  <a:pt x="2717794" y="3895276"/>
                </a:lnTo>
                <a:lnTo>
                  <a:pt x="2759636" y="3878228"/>
                </a:lnTo>
                <a:lnTo>
                  <a:pt x="2801002" y="3860257"/>
                </a:lnTo>
                <a:lnTo>
                  <a:pt x="2841880" y="3841376"/>
                </a:lnTo>
                <a:lnTo>
                  <a:pt x="2882258" y="3821597"/>
                </a:lnTo>
                <a:lnTo>
                  <a:pt x="2922124" y="3800934"/>
                </a:lnTo>
                <a:lnTo>
                  <a:pt x="2961464" y="3779398"/>
                </a:lnTo>
                <a:lnTo>
                  <a:pt x="3000266" y="3757003"/>
                </a:lnTo>
                <a:lnTo>
                  <a:pt x="3038519" y="3733761"/>
                </a:lnTo>
                <a:lnTo>
                  <a:pt x="3076208" y="3709684"/>
                </a:lnTo>
                <a:lnTo>
                  <a:pt x="3113323" y="3684786"/>
                </a:lnTo>
                <a:lnTo>
                  <a:pt x="3149849" y="3659079"/>
                </a:lnTo>
                <a:lnTo>
                  <a:pt x="3185776" y="3632576"/>
                </a:lnTo>
                <a:lnTo>
                  <a:pt x="3221090" y="3605288"/>
                </a:lnTo>
                <a:lnTo>
                  <a:pt x="3255778" y="3577230"/>
                </a:lnTo>
                <a:lnTo>
                  <a:pt x="3289829" y="3548413"/>
                </a:lnTo>
                <a:lnTo>
                  <a:pt x="3323230" y="3518850"/>
                </a:lnTo>
                <a:lnTo>
                  <a:pt x="3355968" y="3488554"/>
                </a:lnTo>
                <a:lnTo>
                  <a:pt x="3388031" y="3457538"/>
                </a:lnTo>
                <a:lnTo>
                  <a:pt x="3419407" y="3425813"/>
                </a:lnTo>
                <a:lnTo>
                  <a:pt x="3450082" y="3393393"/>
                </a:lnTo>
                <a:lnTo>
                  <a:pt x="3480045" y="3360290"/>
                </a:lnTo>
                <a:lnTo>
                  <a:pt x="3509282" y="3326518"/>
                </a:lnTo>
                <a:lnTo>
                  <a:pt x="3537782" y="3292087"/>
                </a:lnTo>
                <a:lnTo>
                  <a:pt x="3565532" y="3257012"/>
                </a:lnTo>
                <a:lnTo>
                  <a:pt x="3592519" y="3221305"/>
                </a:lnTo>
                <a:lnTo>
                  <a:pt x="3618731" y="3184978"/>
                </a:lnTo>
                <a:lnTo>
                  <a:pt x="3644155" y="3148045"/>
                </a:lnTo>
                <a:lnTo>
                  <a:pt x="3668779" y="3110517"/>
                </a:lnTo>
                <a:lnTo>
                  <a:pt x="3692591" y="3072407"/>
                </a:lnTo>
                <a:lnTo>
                  <a:pt x="3715577" y="3033728"/>
                </a:lnTo>
                <a:lnTo>
                  <a:pt x="3737726" y="2994493"/>
                </a:lnTo>
                <a:lnTo>
                  <a:pt x="3759025" y="2954715"/>
                </a:lnTo>
                <a:lnTo>
                  <a:pt x="3779461" y="2914405"/>
                </a:lnTo>
                <a:lnTo>
                  <a:pt x="3799022" y="2873576"/>
                </a:lnTo>
                <a:lnTo>
                  <a:pt x="3817696" y="2832242"/>
                </a:lnTo>
                <a:lnTo>
                  <a:pt x="3835470" y="2790415"/>
                </a:lnTo>
                <a:lnTo>
                  <a:pt x="3852331" y="2748107"/>
                </a:lnTo>
                <a:lnTo>
                  <a:pt x="3868266" y="2705330"/>
                </a:lnTo>
                <a:lnTo>
                  <a:pt x="3883265" y="2662099"/>
                </a:lnTo>
                <a:lnTo>
                  <a:pt x="3897313" y="2618425"/>
                </a:lnTo>
                <a:lnTo>
                  <a:pt x="3910399" y="2574321"/>
                </a:lnTo>
                <a:lnTo>
                  <a:pt x="3922509" y="2529799"/>
                </a:lnTo>
                <a:lnTo>
                  <a:pt x="3933632" y="2484873"/>
                </a:lnTo>
                <a:lnTo>
                  <a:pt x="3943755" y="2439554"/>
                </a:lnTo>
                <a:lnTo>
                  <a:pt x="3952866" y="2393856"/>
                </a:lnTo>
                <a:lnTo>
                  <a:pt x="3960951" y="2347791"/>
                </a:lnTo>
                <a:lnTo>
                  <a:pt x="3967999" y="2301372"/>
                </a:lnTo>
                <a:lnTo>
                  <a:pt x="3973997" y="2254611"/>
                </a:lnTo>
                <a:lnTo>
                  <a:pt x="3978933" y="2207521"/>
                </a:lnTo>
                <a:lnTo>
                  <a:pt x="3982793" y="2160115"/>
                </a:lnTo>
                <a:lnTo>
                  <a:pt x="3985566" y="2112405"/>
                </a:lnTo>
                <a:lnTo>
                  <a:pt x="3987239" y="2064404"/>
                </a:lnTo>
                <a:lnTo>
                  <a:pt x="3987800" y="2016125"/>
                </a:lnTo>
                <a:lnTo>
                  <a:pt x="3987239" y="1967845"/>
                </a:lnTo>
                <a:lnTo>
                  <a:pt x="3985566" y="1919844"/>
                </a:lnTo>
                <a:lnTo>
                  <a:pt x="3982793" y="1872134"/>
                </a:lnTo>
                <a:lnTo>
                  <a:pt x="3978933" y="1824728"/>
                </a:lnTo>
                <a:lnTo>
                  <a:pt x="3973997" y="1777638"/>
                </a:lnTo>
                <a:lnTo>
                  <a:pt x="3967999" y="1730877"/>
                </a:lnTo>
                <a:lnTo>
                  <a:pt x="3960951" y="1684458"/>
                </a:lnTo>
                <a:lnTo>
                  <a:pt x="3952866" y="1638393"/>
                </a:lnTo>
                <a:lnTo>
                  <a:pt x="3943755" y="1592695"/>
                </a:lnTo>
                <a:lnTo>
                  <a:pt x="3933632" y="1547376"/>
                </a:lnTo>
                <a:lnTo>
                  <a:pt x="3922509" y="1502450"/>
                </a:lnTo>
                <a:lnTo>
                  <a:pt x="3910399" y="1457928"/>
                </a:lnTo>
                <a:lnTo>
                  <a:pt x="3897313" y="1413824"/>
                </a:lnTo>
                <a:lnTo>
                  <a:pt x="3883265" y="1370150"/>
                </a:lnTo>
                <a:lnTo>
                  <a:pt x="3868266" y="1326919"/>
                </a:lnTo>
                <a:lnTo>
                  <a:pt x="3852331" y="1284142"/>
                </a:lnTo>
                <a:lnTo>
                  <a:pt x="3835470" y="1241834"/>
                </a:lnTo>
                <a:lnTo>
                  <a:pt x="3817696" y="1200007"/>
                </a:lnTo>
                <a:lnTo>
                  <a:pt x="3799022" y="1158673"/>
                </a:lnTo>
                <a:lnTo>
                  <a:pt x="3779461" y="1117844"/>
                </a:lnTo>
                <a:lnTo>
                  <a:pt x="3759025" y="1077534"/>
                </a:lnTo>
                <a:lnTo>
                  <a:pt x="3737726" y="1037756"/>
                </a:lnTo>
                <a:lnTo>
                  <a:pt x="3715577" y="998521"/>
                </a:lnTo>
                <a:lnTo>
                  <a:pt x="3692591" y="959842"/>
                </a:lnTo>
                <a:lnTo>
                  <a:pt x="3668779" y="921732"/>
                </a:lnTo>
                <a:lnTo>
                  <a:pt x="3644155" y="884204"/>
                </a:lnTo>
                <a:lnTo>
                  <a:pt x="3618731" y="847271"/>
                </a:lnTo>
                <a:lnTo>
                  <a:pt x="3592519" y="810944"/>
                </a:lnTo>
                <a:lnTo>
                  <a:pt x="3565532" y="775237"/>
                </a:lnTo>
                <a:lnTo>
                  <a:pt x="3537782" y="740162"/>
                </a:lnTo>
                <a:lnTo>
                  <a:pt x="3509282" y="705731"/>
                </a:lnTo>
                <a:lnTo>
                  <a:pt x="3480045" y="671959"/>
                </a:lnTo>
                <a:lnTo>
                  <a:pt x="3450082" y="638856"/>
                </a:lnTo>
                <a:lnTo>
                  <a:pt x="3419407" y="606436"/>
                </a:lnTo>
                <a:lnTo>
                  <a:pt x="3388031" y="574711"/>
                </a:lnTo>
                <a:lnTo>
                  <a:pt x="3355968" y="543695"/>
                </a:lnTo>
                <a:lnTo>
                  <a:pt x="3323230" y="513399"/>
                </a:lnTo>
                <a:lnTo>
                  <a:pt x="3289829" y="483836"/>
                </a:lnTo>
                <a:lnTo>
                  <a:pt x="3255778" y="455019"/>
                </a:lnTo>
                <a:lnTo>
                  <a:pt x="3221090" y="426961"/>
                </a:lnTo>
                <a:lnTo>
                  <a:pt x="3185776" y="399673"/>
                </a:lnTo>
                <a:lnTo>
                  <a:pt x="3149849" y="373170"/>
                </a:lnTo>
                <a:lnTo>
                  <a:pt x="3113323" y="347463"/>
                </a:lnTo>
                <a:lnTo>
                  <a:pt x="3076208" y="322565"/>
                </a:lnTo>
                <a:lnTo>
                  <a:pt x="3038519" y="298488"/>
                </a:lnTo>
                <a:lnTo>
                  <a:pt x="3000266" y="275246"/>
                </a:lnTo>
                <a:lnTo>
                  <a:pt x="2961464" y="252851"/>
                </a:lnTo>
                <a:lnTo>
                  <a:pt x="2922124" y="231315"/>
                </a:lnTo>
                <a:lnTo>
                  <a:pt x="2882258" y="210652"/>
                </a:lnTo>
                <a:lnTo>
                  <a:pt x="2841880" y="190873"/>
                </a:lnTo>
                <a:lnTo>
                  <a:pt x="2801002" y="171992"/>
                </a:lnTo>
                <a:lnTo>
                  <a:pt x="2759636" y="154021"/>
                </a:lnTo>
                <a:lnTo>
                  <a:pt x="2717794" y="136973"/>
                </a:lnTo>
                <a:lnTo>
                  <a:pt x="2675490" y="120860"/>
                </a:lnTo>
                <a:lnTo>
                  <a:pt x="2632736" y="105695"/>
                </a:lnTo>
                <a:lnTo>
                  <a:pt x="2589544" y="91491"/>
                </a:lnTo>
                <a:lnTo>
                  <a:pt x="2545927" y="78260"/>
                </a:lnTo>
                <a:lnTo>
                  <a:pt x="2501897" y="66015"/>
                </a:lnTo>
                <a:lnTo>
                  <a:pt x="2457467" y="54768"/>
                </a:lnTo>
                <a:lnTo>
                  <a:pt x="2412649" y="44533"/>
                </a:lnTo>
                <a:lnTo>
                  <a:pt x="2367456" y="35321"/>
                </a:lnTo>
                <a:lnTo>
                  <a:pt x="2321900" y="27146"/>
                </a:lnTo>
                <a:lnTo>
                  <a:pt x="2275993" y="20019"/>
                </a:lnTo>
                <a:lnTo>
                  <a:pt x="2229749" y="13955"/>
                </a:lnTo>
                <a:lnTo>
                  <a:pt x="2183180" y="8965"/>
                </a:lnTo>
                <a:lnTo>
                  <a:pt x="2136298" y="5061"/>
                </a:lnTo>
                <a:lnTo>
                  <a:pt x="2089115" y="2258"/>
                </a:lnTo>
                <a:lnTo>
                  <a:pt x="2041645" y="566"/>
                </a:lnTo>
                <a:lnTo>
                  <a:pt x="199390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8CA605D0-A192-827E-1128-C442E30A4CC3}"/>
              </a:ext>
            </a:extLst>
          </p:cNvPr>
          <p:cNvSpPr/>
          <p:nvPr/>
        </p:nvSpPr>
        <p:spPr>
          <a:xfrm>
            <a:off x="8684301" y="3073316"/>
            <a:ext cx="398038" cy="398038"/>
          </a:xfrm>
          <a:custGeom>
            <a:avLst/>
            <a:gdLst/>
            <a:ahLst/>
            <a:cxnLst/>
            <a:rect l="l" t="t" r="r" b="b"/>
            <a:pathLst>
              <a:path w="450850" h="450850">
                <a:moveTo>
                  <a:pt x="225425" y="0"/>
                </a:moveTo>
                <a:lnTo>
                  <a:pt x="180005" y="4581"/>
                </a:lnTo>
                <a:lnTo>
                  <a:pt x="137695" y="17720"/>
                </a:lnTo>
                <a:lnTo>
                  <a:pt x="99404" y="38509"/>
                </a:lnTo>
                <a:lnTo>
                  <a:pt x="66039" y="66039"/>
                </a:lnTo>
                <a:lnTo>
                  <a:pt x="38509" y="99404"/>
                </a:lnTo>
                <a:lnTo>
                  <a:pt x="17720" y="137695"/>
                </a:lnTo>
                <a:lnTo>
                  <a:pt x="4581" y="180005"/>
                </a:lnTo>
                <a:lnTo>
                  <a:pt x="0" y="225425"/>
                </a:lnTo>
                <a:lnTo>
                  <a:pt x="4581" y="270844"/>
                </a:lnTo>
                <a:lnTo>
                  <a:pt x="17720" y="313154"/>
                </a:lnTo>
                <a:lnTo>
                  <a:pt x="38509" y="351445"/>
                </a:lnTo>
                <a:lnTo>
                  <a:pt x="66039" y="384810"/>
                </a:lnTo>
                <a:lnTo>
                  <a:pt x="99404" y="412340"/>
                </a:lnTo>
                <a:lnTo>
                  <a:pt x="137695" y="433129"/>
                </a:lnTo>
                <a:lnTo>
                  <a:pt x="180005" y="446268"/>
                </a:lnTo>
                <a:lnTo>
                  <a:pt x="225425" y="450850"/>
                </a:lnTo>
                <a:lnTo>
                  <a:pt x="270844" y="446268"/>
                </a:lnTo>
                <a:lnTo>
                  <a:pt x="313154" y="433129"/>
                </a:lnTo>
                <a:lnTo>
                  <a:pt x="351445" y="412340"/>
                </a:lnTo>
                <a:lnTo>
                  <a:pt x="384809" y="384810"/>
                </a:lnTo>
                <a:lnTo>
                  <a:pt x="412340" y="351445"/>
                </a:lnTo>
                <a:lnTo>
                  <a:pt x="433129" y="313154"/>
                </a:lnTo>
                <a:lnTo>
                  <a:pt x="446268" y="270844"/>
                </a:lnTo>
                <a:lnTo>
                  <a:pt x="450850" y="225425"/>
                </a:lnTo>
                <a:lnTo>
                  <a:pt x="446268" y="180005"/>
                </a:lnTo>
                <a:lnTo>
                  <a:pt x="433129" y="137695"/>
                </a:lnTo>
                <a:lnTo>
                  <a:pt x="412340" y="99404"/>
                </a:lnTo>
                <a:lnTo>
                  <a:pt x="384810" y="66039"/>
                </a:lnTo>
                <a:lnTo>
                  <a:pt x="351445" y="38509"/>
                </a:lnTo>
                <a:lnTo>
                  <a:pt x="313154" y="17720"/>
                </a:lnTo>
                <a:lnTo>
                  <a:pt x="270844" y="4581"/>
                </a:lnTo>
                <a:lnTo>
                  <a:pt x="2254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65656296-ADD6-22C0-42E0-592A4A608A78}"/>
              </a:ext>
            </a:extLst>
          </p:cNvPr>
          <p:cNvSpPr/>
          <p:nvPr/>
        </p:nvSpPr>
        <p:spPr>
          <a:xfrm>
            <a:off x="8684301" y="3073316"/>
            <a:ext cx="398038" cy="398038"/>
          </a:xfrm>
          <a:custGeom>
            <a:avLst/>
            <a:gdLst/>
            <a:ahLst/>
            <a:cxnLst/>
            <a:rect l="l" t="t" r="r" b="b"/>
            <a:pathLst>
              <a:path w="450850" h="450850">
                <a:moveTo>
                  <a:pt x="0" y="225425"/>
                </a:moveTo>
                <a:lnTo>
                  <a:pt x="4581" y="180005"/>
                </a:lnTo>
                <a:lnTo>
                  <a:pt x="17720" y="137695"/>
                </a:lnTo>
                <a:lnTo>
                  <a:pt x="38509" y="99404"/>
                </a:lnTo>
                <a:lnTo>
                  <a:pt x="66039" y="66039"/>
                </a:lnTo>
                <a:lnTo>
                  <a:pt x="99404" y="38509"/>
                </a:lnTo>
                <a:lnTo>
                  <a:pt x="137695" y="17720"/>
                </a:lnTo>
                <a:lnTo>
                  <a:pt x="180005" y="4581"/>
                </a:lnTo>
                <a:lnTo>
                  <a:pt x="225425" y="0"/>
                </a:lnTo>
                <a:lnTo>
                  <a:pt x="270844" y="4581"/>
                </a:lnTo>
                <a:lnTo>
                  <a:pt x="313154" y="17720"/>
                </a:lnTo>
                <a:lnTo>
                  <a:pt x="351445" y="38509"/>
                </a:lnTo>
                <a:lnTo>
                  <a:pt x="384810" y="66039"/>
                </a:lnTo>
                <a:lnTo>
                  <a:pt x="412340" y="99404"/>
                </a:lnTo>
                <a:lnTo>
                  <a:pt x="433129" y="137695"/>
                </a:lnTo>
                <a:lnTo>
                  <a:pt x="446268" y="180005"/>
                </a:lnTo>
                <a:lnTo>
                  <a:pt x="450850" y="225425"/>
                </a:lnTo>
                <a:lnTo>
                  <a:pt x="446268" y="270844"/>
                </a:lnTo>
                <a:lnTo>
                  <a:pt x="433129" y="313154"/>
                </a:lnTo>
                <a:lnTo>
                  <a:pt x="412340" y="351445"/>
                </a:lnTo>
                <a:lnTo>
                  <a:pt x="384809" y="384810"/>
                </a:lnTo>
                <a:lnTo>
                  <a:pt x="351445" y="412340"/>
                </a:lnTo>
                <a:lnTo>
                  <a:pt x="313154" y="433129"/>
                </a:lnTo>
                <a:lnTo>
                  <a:pt x="270844" y="446268"/>
                </a:lnTo>
                <a:lnTo>
                  <a:pt x="225425" y="450850"/>
                </a:lnTo>
                <a:lnTo>
                  <a:pt x="180005" y="446268"/>
                </a:lnTo>
                <a:lnTo>
                  <a:pt x="137695" y="433129"/>
                </a:lnTo>
                <a:lnTo>
                  <a:pt x="99404" y="412340"/>
                </a:lnTo>
                <a:lnTo>
                  <a:pt x="66039" y="384810"/>
                </a:lnTo>
                <a:lnTo>
                  <a:pt x="38509" y="351445"/>
                </a:lnTo>
                <a:lnTo>
                  <a:pt x="17720" y="313154"/>
                </a:lnTo>
                <a:lnTo>
                  <a:pt x="4581" y="270844"/>
                </a:lnTo>
                <a:lnTo>
                  <a:pt x="0" y="225425"/>
                </a:lnTo>
                <a:close/>
              </a:path>
            </a:pathLst>
          </a:custGeom>
          <a:ln w="28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19C855DB-757D-CE2B-B5F3-6DF55E57115C}"/>
              </a:ext>
            </a:extLst>
          </p:cNvPr>
          <p:cNvSpPr txBox="1"/>
          <p:nvPr/>
        </p:nvSpPr>
        <p:spPr>
          <a:xfrm>
            <a:off x="8692936" y="3145655"/>
            <a:ext cx="37000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20" dirty="0">
                <a:latin typeface="Times New Roman"/>
                <a:cs typeface="Times New Roman"/>
              </a:rPr>
              <a:t>G</a:t>
            </a:r>
            <a:r>
              <a:rPr sz="1400" spc="-20" dirty="0">
                <a:latin typeface="Times New Roman"/>
                <a:cs typeface="Times New Roman"/>
              </a:rPr>
              <a:t>oal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028BF07-9A40-CC93-8E38-54E5F271A2F7}"/>
              </a:ext>
            </a:extLst>
          </p:cNvPr>
          <p:cNvGrpSpPr/>
          <p:nvPr/>
        </p:nvGrpSpPr>
        <p:grpSpPr>
          <a:xfrm>
            <a:off x="9574041" y="1412148"/>
            <a:ext cx="398038" cy="398038"/>
            <a:chOff x="9963821" y="1519312"/>
            <a:chExt cx="398038" cy="398038"/>
          </a:xfrm>
        </p:grpSpPr>
        <p:sp>
          <p:nvSpPr>
            <p:cNvPr id="54" name="object 9">
              <a:extLst>
                <a:ext uri="{FF2B5EF4-FFF2-40B4-BE49-F238E27FC236}">
                  <a16:creationId xmlns:a16="http://schemas.microsoft.com/office/drawing/2014/main" id="{6BD621A1-4573-DA58-7562-ADB132359A0F}"/>
                </a:ext>
              </a:extLst>
            </p:cNvPr>
            <p:cNvSpPr/>
            <p:nvPr/>
          </p:nvSpPr>
          <p:spPr>
            <a:xfrm>
              <a:off x="9963821" y="1519312"/>
              <a:ext cx="398038" cy="398038"/>
            </a:xfrm>
            <a:custGeom>
              <a:avLst/>
              <a:gdLst/>
              <a:ahLst/>
              <a:cxnLst/>
              <a:rect l="l" t="t" r="r" b="b"/>
              <a:pathLst>
                <a:path w="450850" h="450850">
                  <a:moveTo>
                    <a:pt x="0" y="225425"/>
                  </a:moveTo>
                  <a:lnTo>
                    <a:pt x="4581" y="180005"/>
                  </a:lnTo>
                  <a:lnTo>
                    <a:pt x="17720" y="137695"/>
                  </a:lnTo>
                  <a:lnTo>
                    <a:pt x="38509" y="99404"/>
                  </a:lnTo>
                  <a:lnTo>
                    <a:pt x="66039" y="66039"/>
                  </a:lnTo>
                  <a:lnTo>
                    <a:pt x="99404" y="38509"/>
                  </a:lnTo>
                  <a:lnTo>
                    <a:pt x="137695" y="17720"/>
                  </a:lnTo>
                  <a:lnTo>
                    <a:pt x="180005" y="4581"/>
                  </a:lnTo>
                  <a:lnTo>
                    <a:pt x="225425" y="0"/>
                  </a:lnTo>
                  <a:lnTo>
                    <a:pt x="270844" y="4581"/>
                  </a:lnTo>
                  <a:lnTo>
                    <a:pt x="313154" y="17720"/>
                  </a:lnTo>
                  <a:lnTo>
                    <a:pt x="351445" y="38509"/>
                  </a:lnTo>
                  <a:lnTo>
                    <a:pt x="384810" y="66039"/>
                  </a:lnTo>
                  <a:lnTo>
                    <a:pt x="412340" y="99404"/>
                  </a:lnTo>
                  <a:lnTo>
                    <a:pt x="433129" y="137695"/>
                  </a:lnTo>
                  <a:lnTo>
                    <a:pt x="446268" y="180005"/>
                  </a:lnTo>
                  <a:lnTo>
                    <a:pt x="450850" y="225425"/>
                  </a:lnTo>
                  <a:lnTo>
                    <a:pt x="446268" y="270844"/>
                  </a:lnTo>
                  <a:lnTo>
                    <a:pt x="433129" y="313154"/>
                  </a:lnTo>
                  <a:lnTo>
                    <a:pt x="412340" y="351445"/>
                  </a:lnTo>
                  <a:lnTo>
                    <a:pt x="384809" y="384810"/>
                  </a:lnTo>
                  <a:lnTo>
                    <a:pt x="351445" y="412340"/>
                  </a:lnTo>
                  <a:lnTo>
                    <a:pt x="313154" y="433129"/>
                  </a:lnTo>
                  <a:lnTo>
                    <a:pt x="270844" y="446268"/>
                  </a:lnTo>
                  <a:lnTo>
                    <a:pt x="225425" y="450850"/>
                  </a:lnTo>
                  <a:lnTo>
                    <a:pt x="180005" y="446268"/>
                  </a:lnTo>
                  <a:lnTo>
                    <a:pt x="137695" y="433129"/>
                  </a:lnTo>
                  <a:lnTo>
                    <a:pt x="99404" y="412340"/>
                  </a:lnTo>
                  <a:lnTo>
                    <a:pt x="66039" y="384810"/>
                  </a:lnTo>
                  <a:lnTo>
                    <a:pt x="38509" y="351445"/>
                  </a:lnTo>
                  <a:lnTo>
                    <a:pt x="17720" y="313154"/>
                  </a:lnTo>
                  <a:lnTo>
                    <a:pt x="4581" y="270844"/>
                  </a:lnTo>
                  <a:lnTo>
                    <a:pt x="0" y="225425"/>
                  </a:lnTo>
                  <a:close/>
                </a:path>
              </a:pathLst>
            </a:custGeom>
            <a:solidFill>
              <a:schemeClr val="bg1"/>
            </a:solidFill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>
              <a:extLst>
                <a:ext uri="{FF2B5EF4-FFF2-40B4-BE49-F238E27FC236}">
                  <a16:creationId xmlns:a16="http://schemas.microsoft.com/office/drawing/2014/main" id="{F5F0B18D-6F42-D57E-4C7F-FF459F06D3B3}"/>
                </a:ext>
              </a:extLst>
            </p:cNvPr>
            <p:cNvSpPr txBox="1"/>
            <p:nvPr/>
          </p:nvSpPr>
          <p:spPr>
            <a:xfrm>
              <a:off x="9972456" y="1591651"/>
              <a:ext cx="370007" cy="22826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spc="-20" dirty="0">
                  <a:latin typeface="Times New Roman"/>
                  <a:cs typeface="Times New Roman"/>
                </a:rPr>
                <a:t>G</a:t>
              </a:r>
              <a:r>
                <a:rPr sz="1400" spc="-20" dirty="0">
                  <a:latin typeface="Times New Roman"/>
                  <a:cs typeface="Times New Roman"/>
                </a:rPr>
                <a:t>oal</a:t>
              </a:r>
              <a:endParaRPr sz="1400" dirty="0">
                <a:latin typeface="Times New Roman"/>
                <a:cs typeface="Times New Roman"/>
              </a:endParaRPr>
            </a:p>
          </p:txBody>
        </p:sp>
      </p:grpSp>
      <p:sp>
        <p:nvSpPr>
          <p:cNvPr id="60" name="object 3">
            <a:extLst>
              <a:ext uri="{FF2B5EF4-FFF2-40B4-BE49-F238E27FC236}">
                <a16:creationId xmlns:a16="http://schemas.microsoft.com/office/drawing/2014/main" id="{D46D8155-8BE7-2025-D260-8B44BA6B8196}"/>
              </a:ext>
            </a:extLst>
          </p:cNvPr>
          <p:cNvSpPr txBox="1"/>
          <p:nvPr/>
        </p:nvSpPr>
        <p:spPr>
          <a:xfrm>
            <a:off x="1147741" y="1853767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Complete</a:t>
            </a:r>
            <a:endParaRPr lang="en-US" sz="2000" dirty="0"/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785D63AF-D221-794F-2467-C5ECC8DD9EDD}"/>
              </a:ext>
            </a:extLst>
          </p:cNvPr>
          <p:cNvSpPr txBox="1"/>
          <p:nvPr/>
        </p:nvSpPr>
        <p:spPr>
          <a:xfrm>
            <a:off x="1147741" y="2757610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</a:t>
            </a:r>
            <a:endParaRPr lang="en-US" sz="2000" dirty="0"/>
          </a:p>
        </p:txBody>
      </p:sp>
      <p:sp>
        <p:nvSpPr>
          <p:cNvPr id="62" name="object 3">
            <a:extLst>
              <a:ext uri="{FF2B5EF4-FFF2-40B4-BE49-F238E27FC236}">
                <a16:creationId xmlns:a16="http://schemas.microsoft.com/office/drawing/2014/main" id="{C7E8F6E7-F4CE-762D-4F06-682AF2CB6EFE}"/>
              </a:ext>
            </a:extLst>
          </p:cNvPr>
          <p:cNvSpPr txBox="1"/>
          <p:nvPr/>
        </p:nvSpPr>
        <p:spPr>
          <a:xfrm>
            <a:off x="3930029" y="1853766"/>
            <a:ext cx="52694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Yes.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63" name="object 3">
            <a:extLst>
              <a:ext uri="{FF2B5EF4-FFF2-40B4-BE49-F238E27FC236}">
                <a16:creationId xmlns:a16="http://schemas.microsoft.com/office/drawing/2014/main" id="{9F61E9D2-5931-DC30-16FC-C4F5425FAFE8}"/>
              </a:ext>
            </a:extLst>
          </p:cNvPr>
          <p:cNvSpPr txBox="1"/>
          <p:nvPr/>
        </p:nvSpPr>
        <p:spPr>
          <a:xfrm>
            <a:off x="3930028" y="2757610"/>
            <a:ext cx="3316592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No. Stops when the first goal is reached which is not guaranteed to be the best.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4" name="object 3">
            <a:extLst>
              <a:ext uri="{FF2B5EF4-FFF2-40B4-BE49-F238E27FC236}">
                <a16:creationId xmlns:a16="http://schemas.microsoft.com/office/drawing/2014/main" id="{4B3E7ADA-8CA5-3AF9-BF02-85437615F478}"/>
              </a:ext>
            </a:extLst>
          </p:cNvPr>
          <p:cNvSpPr txBox="1"/>
          <p:nvPr/>
        </p:nvSpPr>
        <p:spPr>
          <a:xfrm>
            <a:off x="753668" y="3797625"/>
            <a:ext cx="141041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lang="en-US" sz="2000" b="1" i="1" dirty="0">
                <a:cs typeface="Arial"/>
              </a:rPr>
              <a:t>Infinite tree:</a:t>
            </a:r>
            <a:endParaRPr sz="2000" b="1" i="1" dirty="0">
              <a:cs typeface="Arial"/>
            </a:endParaRPr>
          </a:p>
        </p:txBody>
      </p:sp>
      <p:sp>
        <p:nvSpPr>
          <p:cNvPr id="65" name="object 3">
            <a:extLst>
              <a:ext uri="{FF2B5EF4-FFF2-40B4-BE49-F238E27FC236}">
                <a16:creationId xmlns:a16="http://schemas.microsoft.com/office/drawing/2014/main" id="{35776D44-67AF-8AE7-D1C3-ADD02B9441AF}"/>
              </a:ext>
            </a:extLst>
          </p:cNvPr>
          <p:cNvSpPr txBox="1"/>
          <p:nvPr/>
        </p:nvSpPr>
        <p:spPr>
          <a:xfrm>
            <a:off x="1147741" y="4486864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Complete</a:t>
            </a:r>
            <a:endParaRPr lang="en-US" sz="2000" dirty="0"/>
          </a:p>
        </p:txBody>
      </p:sp>
      <p:sp>
        <p:nvSpPr>
          <p:cNvPr id="66" name="object 3">
            <a:extLst>
              <a:ext uri="{FF2B5EF4-FFF2-40B4-BE49-F238E27FC236}">
                <a16:creationId xmlns:a16="http://schemas.microsoft.com/office/drawing/2014/main" id="{858FFE61-FB76-044E-CEE1-7E763CC2CB72}"/>
              </a:ext>
            </a:extLst>
          </p:cNvPr>
          <p:cNvSpPr txBox="1"/>
          <p:nvPr/>
        </p:nvSpPr>
        <p:spPr>
          <a:xfrm>
            <a:off x="1147741" y="5458793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</a:t>
            </a:r>
            <a:endParaRPr lang="en-US" sz="2000" dirty="0"/>
          </a:p>
        </p:txBody>
      </p:sp>
      <p:sp>
        <p:nvSpPr>
          <p:cNvPr id="67" name="object 3">
            <a:extLst>
              <a:ext uri="{FF2B5EF4-FFF2-40B4-BE49-F238E27FC236}">
                <a16:creationId xmlns:a16="http://schemas.microsoft.com/office/drawing/2014/main" id="{D3DD2464-5296-9E5A-F2D2-39C7A9B2BA80}"/>
              </a:ext>
            </a:extLst>
          </p:cNvPr>
          <p:cNvSpPr txBox="1"/>
          <p:nvPr/>
        </p:nvSpPr>
        <p:spPr>
          <a:xfrm>
            <a:off x="3930028" y="4413180"/>
            <a:ext cx="372807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No. May explore infinitely without backtracking toward solution.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8" name="object 3">
            <a:extLst>
              <a:ext uri="{FF2B5EF4-FFF2-40B4-BE49-F238E27FC236}">
                <a16:creationId xmlns:a16="http://schemas.microsoft.com/office/drawing/2014/main" id="{09771288-177B-46E5-5352-2AB5E2C9999C}"/>
              </a:ext>
            </a:extLst>
          </p:cNvPr>
          <p:cNvSpPr txBox="1"/>
          <p:nvPr/>
        </p:nvSpPr>
        <p:spPr>
          <a:xfrm>
            <a:off x="3930028" y="5453965"/>
            <a:ext cx="52694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object 33">
            <a:extLst>
              <a:ext uri="{FF2B5EF4-FFF2-40B4-BE49-F238E27FC236}">
                <a16:creationId xmlns:a16="http://schemas.microsoft.com/office/drawing/2014/main" id="{3867AD4E-7F0A-A023-1CCC-7C6A16E273DC}"/>
              </a:ext>
            </a:extLst>
          </p:cNvPr>
          <p:cNvSpPr txBox="1"/>
          <p:nvPr/>
        </p:nvSpPr>
        <p:spPr>
          <a:xfrm>
            <a:off x="10079567" y="5760511"/>
            <a:ext cx="46993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cs typeface="Times New Roman"/>
              </a:rPr>
              <a:t>BFS</a:t>
            </a:r>
            <a:endParaRPr sz="20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355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7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2AD5-7D3D-53C1-CA45-239C8FBD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372520CE-616D-2FAE-FFA1-B61A3A0868A0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500EE4-C3C0-4DBF-AE95-AB9BFC43B691}"/>
                  </a:ext>
                </a:extLst>
              </p:cNvPr>
              <p:cNvSpPr txBox="1"/>
              <p:nvPr/>
            </p:nvSpPr>
            <p:spPr>
              <a:xfrm>
                <a:off x="815340" y="1236256"/>
                <a:ext cx="580644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need to search a randomly generated state space graph with one goal, uniform edge costs, depth of goal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and maximum graph depth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. Considering worst-case performance, would you choose BFS or DFS for your search?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500EE4-C3C0-4DBF-AE95-AB9BFC43B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" y="1236256"/>
                <a:ext cx="5806440" cy="1200329"/>
              </a:xfrm>
              <a:prstGeom prst="rect">
                <a:avLst/>
              </a:prstGeom>
              <a:blipFill>
                <a:blip r:embed="rId2"/>
                <a:stretch>
                  <a:fillRect l="-945" t="-3046" r="-735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C7A281-43C4-3464-6783-05F2307F26B2}"/>
                  </a:ext>
                </a:extLst>
              </p:cNvPr>
              <p:cNvSpPr txBox="1"/>
              <p:nvPr/>
            </p:nvSpPr>
            <p:spPr>
              <a:xfrm>
                <a:off x="7894320" y="1236255"/>
                <a:ext cx="384810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DFS could waste enormous time exploring deep, irrelevant paths: the goal is very shallow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) compared to maximum depth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C7A281-43C4-3464-6783-05F2307F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320" y="1236255"/>
                <a:ext cx="3848100" cy="1200329"/>
              </a:xfrm>
              <a:prstGeom prst="rect">
                <a:avLst/>
              </a:prstGeom>
              <a:blipFill>
                <a:blip r:embed="rId3"/>
                <a:stretch>
                  <a:fillRect l="-1268" t="-3046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2AA606-77EB-59E7-BD01-7EEC0410E481}"/>
                  </a:ext>
                </a:extLst>
              </p:cNvPr>
              <p:cNvSpPr txBox="1"/>
              <p:nvPr/>
            </p:nvSpPr>
            <p:spPr>
              <a:xfrm>
                <a:off x="815340" y="3994696"/>
                <a:ext cx="5806440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need to search a randomly generated state space graph with one goal, uniform edge costs, goal depth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, and maximum graph depth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. The branching factor is very large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). Considering worst-case behavior, would you choose BFS or DFS for your search?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2AA606-77EB-59E7-BD01-7EEC0410E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" y="3994696"/>
                <a:ext cx="5806440" cy="1477328"/>
              </a:xfrm>
              <a:prstGeom prst="rect">
                <a:avLst/>
              </a:prstGeom>
              <a:blipFill>
                <a:blip r:embed="rId4"/>
                <a:stretch>
                  <a:fillRect l="-945" t="-2058" r="-315" b="-53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E89D1D-EF80-A199-9678-2F252F6F7D61}"/>
                  </a:ext>
                </a:extLst>
              </p:cNvPr>
              <p:cNvSpPr txBox="1"/>
              <p:nvPr/>
            </p:nvSpPr>
            <p:spPr>
              <a:xfrm>
                <a:off x="7894320" y="3994696"/>
                <a:ext cx="3848100" cy="12064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BFS is computationally infeasible:</a:t>
                </a:r>
              </a:p>
              <a:p>
                <a:endParaRPr lang="en-US" dirty="0"/>
              </a:p>
              <a:p>
                <a:pPr lvl="1"/>
                <a:r>
                  <a:rPr lang="en-US" b="1" dirty="0">
                    <a:solidFill>
                      <a:srgbClr val="1306BA"/>
                    </a:solidFill>
                  </a:rPr>
                  <a:t>Space complexity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1000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95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rgbClr val="1306BA"/>
                    </a:solidFill>
                  </a:rPr>
                  <a:t>Time complexity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1000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95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E89D1D-EF80-A199-9678-2F252F6F7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320" y="3994696"/>
                <a:ext cx="3848100" cy="1206484"/>
              </a:xfrm>
              <a:prstGeom prst="rect">
                <a:avLst/>
              </a:prstGeom>
              <a:blipFill>
                <a:blip r:embed="rId5"/>
                <a:stretch>
                  <a:fillRect l="-1268" t="-2525" b="-70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44B3B66-ECB3-99D2-BB92-170D858D5B72}"/>
              </a:ext>
            </a:extLst>
          </p:cNvPr>
          <p:cNvSpPr txBox="1"/>
          <p:nvPr/>
        </p:nvSpPr>
        <p:spPr>
          <a:xfrm>
            <a:off x="3398520" y="2711172"/>
            <a:ext cx="5486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AE79C4-E933-41CB-2064-EDBD50A7E435}"/>
              </a:ext>
            </a:extLst>
          </p:cNvPr>
          <p:cNvSpPr txBox="1"/>
          <p:nvPr/>
        </p:nvSpPr>
        <p:spPr>
          <a:xfrm>
            <a:off x="3398520" y="5568672"/>
            <a:ext cx="5486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DFS</a:t>
            </a:r>
          </a:p>
        </p:txBody>
      </p:sp>
    </p:spTree>
    <p:extLst>
      <p:ext uri="{BB962C8B-B14F-4D97-AF65-F5344CB8AC3E}">
        <p14:creationId xmlns:p14="http://schemas.microsoft.com/office/powerpoint/2010/main" val="81785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F28E-55B9-F541-F1F7-87001887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E67FB37E-2C4F-45E9-208E-262C90F863AD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Uniform-Cost Search (UCS)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464FA-9617-8884-7F79-196D8C3C3AD0}"/>
              </a:ext>
            </a:extLst>
          </p:cNvPr>
          <p:cNvSpPr txBox="1"/>
          <p:nvPr/>
        </p:nvSpPr>
        <p:spPr>
          <a:xfrm>
            <a:off x="2268219" y="1812893"/>
            <a:ext cx="4970781" cy="6591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984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Expand the least-cost node first</a:t>
            </a:r>
          </a:p>
          <a:p>
            <a:pPr marL="2984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Use a priority queue to take the least-cost item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D3044A7-68A6-0651-5282-3EB042417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9111" y="2107938"/>
            <a:ext cx="2289299" cy="364110"/>
          </a:xfrm>
          <a:ln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000" dirty="0"/>
              <a:t>This sounds familiar.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5797CE-56C5-6B34-0CCD-D37300B98A56}"/>
              </a:ext>
            </a:extLst>
          </p:cNvPr>
          <p:cNvCxnSpPr/>
          <p:nvPr/>
        </p:nvCxnSpPr>
        <p:spPr>
          <a:xfrm flipH="1">
            <a:off x="7664592" y="2289993"/>
            <a:ext cx="9298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099BEA-4F00-A2F3-EF6D-AAEDE6A00FA8}"/>
              </a:ext>
            </a:extLst>
          </p:cNvPr>
          <p:cNvSpPr txBox="1"/>
          <p:nvPr/>
        </p:nvSpPr>
        <p:spPr>
          <a:xfrm>
            <a:off x="604517" y="885856"/>
            <a:ext cx="1109448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cs typeface="Arial"/>
              </a:rPr>
              <a:t>Suppose we have a graph in which each</a:t>
            </a:r>
            <a:r>
              <a:rPr lang="en-US" spc="-15" dirty="0">
                <a:cs typeface="Arial"/>
              </a:rPr>
              <a:t> </a:t>
            </a:r>
            <a:r>
              <a:rPr lang="en-US" dirty="0">
                <a:cs typeface="Arial"/>
              </a:rPr>
              <a:t>node</a:t>
            </a:r>
            <a:r>
              <a:rPr lang="en-US" spc="-15" dirty="0">
                <a:cs typeface="Arial"/>
              </a:rPr>
              <a:t> </a:t>
            </a:r>
            <a:r>
              <a:rPr lang="en-US" dirty="0">
                <a:cs typeface="Arial"/>
              </a:rPr>
              <a:t>has a</a:t>
            </a:r>
            <a:r>
              <a:rPr lang="en-US" spc="-20" dirty="0">
                <a:cs typeface="Arial"/>
              </a:rPr>
              <a:t> </a:t>
            </a:r>
            <a:r>
              <a:rPr lang="en-US" dirty="0">
                <a:cs typeface="Arial"/>
              </a:rPr>
              <a:t>path cost</a:t>
            </a:r>
            <a:r>
              <a:rPr lang="en-US" spc="-15" dirty="0">
                <a:cs typeface="Arial"/>
              </a:rPr>
              <a:t> (</a:t>
            </a:r>
            <a:r>
              <a:rPr lang="en-US" dirty="0">
                <a:cs typeface="Arial"/>
              </a:rPr>
              <a:t>i.e., sum </a:t>
            </a:r>
            <a:r>
              <a:rPr lang="en-US" spc="-25" dirty="0">
                <a:cs typeface="Arial"/>
              </a:rPr>
              <a:t>of </a:t>
            </a:r>
            <a:r>
              <a:rPr lang="en-US" dirty="0">
                <a:cs typeface="Arial"/>
              </a:rPr>
              <a:t>edge</a:t>
            </a:r>
            <a:r>
              <a:rPr lang="en-US" spc="-35" dirty="0">
                <a:cs typeface="Arial"/>
              </a:rPr>
              <a:t> </a:t>
            </a:r>
            <a:r>
              <a:rPr lang="en-US" dirty="0">
                <a:cs typeface="Arial"/>
              </a:rPr>
              <a:t>costs</a:t>
            </a:r>
            <a:r>
              <a:rPr lang="en-US" spc="-25" dirty="0">
                <a:cs typeface="Arial"/>
              </a:rPr>
              <a:t> </a:t>
            </a:r>
            <a:r>
              <a:rPr lang="en-US" dirty="0">
                <a:cs typeface="Arial"/>
              </a:rPr>
              <a:t>along</a:t>
            </a:r>
            <a:r>
              <a:rPr lang="en-US" spc="-25" dirty="0">
                <a:cs typeface="Arial"/>
              </a:rPr>
              <a:t> </a:t>
            </a:r>
            <a:r>
              <a:rPr lang="en-US" dirty="0">
                <a:cs typeface="Arial"/>
              </a:rPr>
              <a:t>the</a:t>
            </a:r>
            <a:r>
              <a:rPr lang="en-US" spc="-20" dirty="0">
                <a:cs typeface="Arial"/>
              </a:rPr>
              <a:t> </a:t>
            </a:r>
            <a:r>
              <a:rPr lang="en-US" spc="-10" dirty="0">
                <a:cs typeface="Arial"/>
              </a:rPr>
              <a:t>path) from the start node. </a:t>
            </a:r>
            <a:r>
              <a:rPr lang="en-US" dirty="0">
                <a:cs typeface="Arial"/>
              </a:rPr>
              <a:t>We want to find a least-cost path to a goal.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80E79-E7AF-12E8-FB14-CAD96D14FCDE}"/>
              </a:ext>
            </a:extLst>
          </p:cNvPr>
          <p:cNvSpPr txBox="1"/>
          <p:nvPr/>
        </p:nvSpPr>
        <p:spPr>
          <a:xfrm>
            <a:off x="762000" y="3282836"/>
            <a:ext cx="392430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UCS and Dijkstra </a:t>
            </a:r>
            <a:r>
              <a:rPr lang="en-US" b="1" i="1" dirty="0"/>
              <a:t>Similarities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 nodes in order of lowest cumulative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priority queues for minimum-cost selection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Guarantee optimal paths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D7B4CE-8069-8AC4-6DA0-BBA0911B6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74519"/>
              </p:ext>
            </p:extLst>
          </p:nvPr>
        </p:nvGraphicFramePr>
        <p:xfrm>
          <a:off x="5739194" y="3100980"/>
          <a:ext cx="6079873" cy="211803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836939876"/>
                    </a:ext>
                  </a:extLst>
                </a:gridCol>
                <a:gridCol w="1899284">
                  <a:extLst>
                    <a:ext uri="{9D8B030D-6E8A-4147-A177-3AD203B41FA5}">
                      <a16:colId xmlns:a16="http://schemas.microsoft.com/office/drawing/2014/main" val="1669828229"/>
                    </a:ext>
                  </a:extLst>
                </a:gridCol>
                <a:gridCol w="2626109">
                  <a:extLst>
                    <a:ext uri="{9D8B030D-6E8A-4147-A177-3AD203B41FA5}">
                      <a16:colId xmlns:a16="http://schemas.microsoft.com/office/drawing/2014/main" val="976917458"/>
                    </a:ext>
                  </a:extLst>
                </a:gridCol>
              </a:tblGrid>
              <a:tr h="479899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Differences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514626"/>
                  </a:ext>
                </a:extLst>
              </a:tr>
              <a:tr h="47989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Dijkstra's Algorithm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Uniform Cost Search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005194"/>
                  </a:ext>
                </a:extLst>
              </a:tr>
              <a:tr h="479899">
                <a:tc>
                  <a:txBody>
                    <a:bodyPr/>
                    <a:lstStyle/>
                    <a:p>
                      <a:r>
                        <a:rPr lang="en-US" sz="1600" b="1" dirty="0"/>
                        <a:t>Implementation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Pre-load all vertices in priority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Lazy insertion</a:t>
                      </a:r>
                      <a:r>
                        <a:rPr lang="en-US" sz="1600" dirty="0"/>
                        <a:t> - add nodes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398866"/>
                  </a:ext>
                </a:extLst>
              </a:tr>
              <a:tr h="410854">
                <a:tc>
                  <a:txBody>
                    <a:bodyPr/>
                    <a:lstStyle/>
                    <a:p>
                      <a:r>
                        <a:rPr lang="en-US" sz="1600" b="1" dirty="0"/>
                        <a:t>Memory Usage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Stores entire graph upfront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Memory-efficient, on-demand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96311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3BA1412-09BF-D631-C3DD-50769A40A7B8}"/>
              </a:ext>
            </a:extLst>
          </p:cNvPr>
          <p:cNvSpPr txBox="1"/>
          <p:nvPr/>
        </p:nvSpPr>
        <p:spPr>
          <a:xfrm>
            <a:off x="3413760" y="5847950"/>
            <a:ext cx="59055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UCS is ideal for AI search problems with large or dynamically generated state spaces that cannot be fully stored in memory.</a:t>
            </a:r>
          </a:p>
        </p:txBody>
      </p:sp>
    </p:spTree>
    <p:extLst>
      <p:ext uri="{BB962C8B-B14F-4D97-AF65-F5344CB8AC3E}">
        <p14:creationId xmlns:p14="http://schemas.microsoft.com/office/powerpoint/2010/main" val="14766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2271A-77EE-6DD6-A1CB-A4423315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DE0EA20A-F168-B715-1318-8F70AD04ABFF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Uniform-Cost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3">
                <a:extLst>
                  <a:ext uri="{FF2B5EF4-FFF2-40B4-BE49-F238E27FC236}">
                    <a16:creationId xmlns:a16="http://schemas.microsoft.com/office/drawing/2014/main" id="{7061459B-ABB5-E400-EBFF-0C7FD677C95C}"/>
                  </a:ext>
                </a:extLst>
              </p:cNvPr>
              <p:cNvSpPr txBox="1"/>
              <p:nvPr/>
            </p:nvSpPr>
            <p:spPr>
              <a:xfrm>
                <a:off x="606721" y="1119780"/>
                <a:ext cx="8146492" cy="96116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2000" dirty="0">
                    <a:cs typeface="Arial"/>
                  </a:rPr>
                  <a:t>Let:</a:t>
                </a:r>
              </a:p>
              <a:p>
                <a:pPr marL="685800" lvl="1" indent="-203200">
                  <a:spcBef>
                    <a:spcPts val="95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cs typeface="Arial"/>
                  </a:rPr>
                  <a:t> be the cost of the least-cost goal node.</a:t>
                </a:r>
              </a:p>
              <a:p>
                <a:pPr marL="685800" lvl="1" indent="-203200">
                  <a:spcBef>
                    <a:spcPts val="95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/>
                      </a:rPr>
                      <m:t>𝜖</m:t>
                    </m:r>
                  </m:oMath>
                </a14:m>
                <a:r>
                  <a:rPr lang="en-US" sz="2000" dirty="0">
                    <a:cs typeface="Arial"/>
                  </a:rPr>
                  <a:t> be the minimum edge cost in the graph: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/>
                      </a:rPr>
                      <m:t>𝑒𝑑𝑔𝑒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/>
                      </a:rPr>
                      <m:t>𝑐𝑜𝑠𝑡𝑠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Arial"/>
                      </a:rPr>
                      <m:t>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Arial"/>
                      </a:rPr>
                      <m:t>𝜖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/>
                      </a:rPr>
                      <m:t>&gt;</m:t>
                    </m:r>
                    <m:r>
                      <a:rPr lang="en-US" sz="2000" i="1" spc="-50" dirty="0"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en-US" sz="2000" i="1" spc="-25" dirty="0">
                        <a:latin typeface="Cambria Math" panose="02040503050406030204" pitchFamily="18" charset="0"/>
                        <a:cs typeface="Arial"/>
                      </a:rPr>
                      <m:t>0</m:t>
                    </m:r>
                  </m:oMath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53" name="object 3">
                <a:extLst>
                  <a:ext uri="{FF2B5EF4-FFF2-40B4-BE49-F238E27FC236}">
                    <a16:creationId xmlns:a16="http://schemas.microsoft.com/office/drawing/2014/main" id="{7061459B-ABB5-E400-EBFF-0C7FD677C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21" y="1119780"/>
                <a:ext cx="8146492" cy="961161"/>
              </a:xfrm>
              <a:prstGeom prst="rect">
                <a:avLst/>
              </a:prstGeom>
              <a:blipFill>
                <a:blip r:embed="rId2"/>
                <a:stretch>
                  <a:fillRect l="-1647" t="-7006" b="-15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bject 3">
            <a:extLst>
              <a:ext uri="{FF2B5EF4-FFF2-40B4-BE49-F238E27FC236}">
                <a16:creationId xmlns:a16="http://schemas.microsoft.com/office/drawing/2014/main" id="{E2743464-C7EC-9B08-146E-897639EA1965}"/>
              </a:ext>
            </a:extLst>
          </p:cNvPr>
          <p:cNvSpPr txBox="1"/>
          <p:nvPr/>
        </p:nvSpPr>
        <p:spPr>
          <a:xfrm>
            <a:off x="4859148" y="6000195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Space complexity</a:t>
            </a:r>
            <a:endParaRPr lang="en-US" sz="2000" dirty="0"/>
          </a:p>
        </p:txBody>
      </p:sp>
      <p:sp>
        <p:nvSpPr>
          <p:cNvPr id="58" name="object 3">
            <a:extLst>
              <a:ext uri="{FF2B5EF4-FFF2-40B4-BE49-F238E27FC236}">
                <a16:creationId xmlns:a16="http://schemas.microsoft.com/office/drawing/2014/main" id="{5D19B8A2-1872-3DFA-4267-817A74FADA1B}"/>
              </a:ext>
            </a:extLst>
          </p:cNvPr>
          <p:cNvSpPr txBox="1"/>
          <p:nvPr/>
        </p:nvSpPr>
        <p:spPr>
          <a:xfrm>
            <a:off x="1361101" y="6025686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Time complexity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91668B66-B187-DB06-C329-362ED87B79E7}"/>
                  </a:ext>
                </a:extLst>
              </p:cNvPr>
              <p:cNvSpPr txBox="1"/>
              <p:nvPr/>
            </p:nvSpPr>
            <p:spPr>
              <a:xfrm>
                <a:off x="6967017" y="6000196"/>
                <a:ext cx="804144" cy="37093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" lvl="1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tabLst>
                    <a:tab pos="7581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𝜖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91668B66-B187-DB06-C329-362ED87B7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017" y="6000196"/>
                <a:ext cx="804144" cy="370935"/>
              </a:xfrm>
              <a:prstGeom prst="rect">
                <a:avLst/>
              </a:prstGeom>
              <a:blipFill>
                <a:blip r:embed="rId3"/>
                <a:stretch>
                  <a:fillRect l="-10606" t="-91803" r="-65909" b="-10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3">
            <a:extLst>
              <a:ext uri="{FF2B5EF4-FFF2-40B4-BE49-F238E27FC236}">
                <a16:creationId xmlns:a16="http://schemas.microsoft.com/office/drawing/2014/main" id="{29129C3F-9302-76B1-00A2-A0BFCE1A8573}"/>
              </a:ext>
            </a:extLst>
          </p:cNvPr>
          <p:cNvSpPr txBox="1"/>
          <p:nvPr/>
        </p:nvSpPr>
        <p:spPr>
          <a:xfrm>
            <a:off x="9681155" y="340127"/>
            <a:ext cx="121445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Complete?</a:t>
            </a:r>
            <a:endParaRPr lang="en-US" sz="20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612E19-A5D4-27E4-0455-C3CC881BE9D9}"/>
              </a:ext>
            </a:extLst>
          </p:cNvPr>
          <p:cNvSpPr txBox="1"/>
          <p:nvPr/>
        </p:nvSpPr>
        <p:spPr>
          <a:xfrm>
            <a:off x="9681155" y="857805"/>
            <a:ext cx="133637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Optimal?</a:t>
            </a:r>
            <a:endParaRPr lang="en-US" sz="20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75F78D7-5D22-51B3-5516-D3A8609CBEF9}"/>
              </a:ext>
            </a:extLst>
          </p:cNvPr>
          <p:cNvSpPr txBox="1"/>
          <p:nvPr/>
        </p:nvSpPr>
        <p:spPr>
          <a:xfrm>
            <a:off x="11193569" y="340127"/>
            <a:ext cx="52694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Yes.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E9396EB-0DE2-D2DF-2272-C19F3F38E12F}"/>
              </a:ext>
            </a:extLst>
          </p:cNvPr>
          <p:cNvSpPr txBox="1"/>
          <p:nvPr/>
        </p:nvSpPr>
        <p:spPr>
          <a:xfrm>
            <a:off x="11193569" y="857806"/>
            <a:ext cx="52694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Yes.</a:t>
            </a:r>
            <a:endParaRPr lang="en-US" sz="20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5E7AB801-87FA-5D4C-1F34-24B99016632B}"/>
                  </a:ext>
                </a:extLst>
              </p:cNvPr>
              <p:cNvSpPr txBox="1"/>
              <p:nvPr/>
            </p:nvSpPr>
            <p:spPr>
              <a:xfrm>
                <a:off x="3335358" y="6000196"/>
                <a:ext cx="804144" cy="37093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" lvl="1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tabLst>
                    <a:tab pos="7581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𝜖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5E7AB801-87FA-5D4C-1F34-24B990166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358" y="6000196"/>
                <a:ext cx="804144" cy="370935"/>
              </a:xfrm>
              <a:prstGeom prst="rect">
                <a:avLst/>
              </a:prstGeom>
              <a:blipFill>
                <a:blip r:embed="rId4"/>
                <a:stretch>
                  <a:fillRect l="-9848" t="-91803" r="-66667" b="-10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A0450C-E902-DE6B-2D5D-6DF84784A06C}"/>
                  </a:ext>
                </a:extLst>
              </p:cNvPr>
              <p:cNvSpPr txBox="1"/>
              <p:nvPr/>
            </p:nvSpPr>
            <p:spPr>
              <a:xfrm>
                <a:off x="543271" y="2427710"/>
                <a:ext cx="7972655" cy="11671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In the worst-case, UCS may need to explore paths that use many small-cost edges. That is, to accumulate cost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using only a minimum-cost number of edges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000" dirty="0"/>
                  <a:t>, we need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r>
                  <a:rPr lang="en-US" sz="2000" dirty="0"/>
                  <a:t> edges: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A0450C-E902-DE6B-2D5D-6DF84784A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71" y="2427710"/>
                <a:ext cx="7972655" cy="1167179"/>
              </a:xfrm>
              <a:prstGeom prst="rect">
                <a:avLst/>
              </a:prstGeom>
              <a:blipFill>
                <a:blip r:embed="rId5"/>
                <a:stretch>
                  <a:fillRect l="-765" t="-2604" r="-1300" b="-2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9D35D-7087-8EFC-437E-9D25844616BA}"/>
                  </a:ext>
                </a:extLst>
              </p:cNvPr>
              <p:cNvSpPr txBox="1"/>
              <p:nvPr/>
            </p:nvSpPr>
            <p:spPr>
              <a:xfrm>
                <a:off x="1463109" y="3756504"/>
                <a:ext cx="257932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𝑛𝑢𝑚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𝑒𝑑𝑔𝑒𝑠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9D35D-7087-8EFC-437E-9D258446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109" y="3756504"/>
                <a:ext cx="2579328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55C957-BE6C-9B4E-D511-ACBFF75A2237}"/>
                  </a:ext>
                </a:extLst>
              </p:cNvPr>
              <p:cNvSpPr txBox="1"/>
              <p:nvPr/>
            </p:nvSpPr>
            <p:spPr>
              <a:xfrm>
                <a:off x="4862931" y="3594889"/>
                <a:ext cx="2356714" cy="679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𝑛𝑢𝑚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𝑒𝑑𝑔𝑒𝑠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55C957-BE6C-9B4E-D511-ACBFF75A2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931" y="3594889"/>
                <a:ext cx="2356714" cy="679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ACEBDF-0398-FC50-D0D5-3D9B1BDD59BD}"/>
                  </a:ext>
                </a:extLst>
              </p:cNvPr>
              <p:cNvSpPr txBox="1"/>
              <p:nvPr/>
            </p:nvSpPr>
            <p:spPr>
              <a:xfrm>
                <a:off x="4293468" y="3756504"/>
                <a:ext cx="45602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ACEBDF-0398-FC50-D0D5-3D9B1BDD5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468" y="3756504"/>
                <a:ext cx="45602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027D8C2-AF66-0738-44B9-0B3961DA52A2}"/>
              </a:ext>
            </a:extLst>
          </p:cNvPr>
          <p:cNvSpPr txBox="1"/>
          <p:nvPr/>
        </p:nvSpPr>
        <p:spPr>
          <a:xfrm>
            <a:off x="8983980" y="5052163"/>
            <a:ext cx="3002992" cy="16312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UCS expands nodes by cost, not depth, and may follow deep low-cost paths before reaching a shorter but costlier goal path.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9E5FCF6-0F82-554D-ABC2-2E5FF0B47E26}"/>
              </a:ext>
            </a:extLst>
          </p:cNvPr>
          <p:cNvGrpSpPr/>
          <p:nvPr/>
        </p:nvGrpSpPr>
        <p:grpSpPr>
          <a:xfrm>
            <a:off x="9778635" y="3102885"/>
            <a:ext cx="1280864" cy="1770066"/>
            <a:chOff x="10304415" y="470048"/>
            <a:chExt cx="1280864" cy="17700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05CD2FE4-9B4E-0F9B-62CF-966BAA9CD16A}"/>
                    </a:ext>
                  </a:extLst>
                </p:cNvPr>
                <p:cNvSpPr txBox="1"/>
                <p:nvPr/>
              </p:nvSpPr>
              <p:spPr>
                <a:xfrm>
                  <a:off x="10331767" y="920586"/>
                  <a:ext cx="41609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05CD2FE4-9B4E-0F9B-62CF-966BAA9CD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1767" y="920586"/>
                  <a:ext cx="41609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12F7CA98-8BF5-3FB2-C5D4-ED6DB732166F}"/>
                    </a:ext>
                  </a:extLst>
                </p:cNvPr>
                <p:cNvSpPr txBox="1"/>
                <p:nvPr/>
              </p:nvSpPr>
              <p:spPr>
                <a:xfrm>
                  <a:off x="10331767" y="1490875"/>
                  <a:ext cx="41609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12F7CA98-8BF5-3FB2-C5D4-ED6DB7321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1767" y="1490875"/>
                  <a:ext cx="416090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CC51D68-E75A-C6DF-AD3E-9283FAC462D9}"/>
                </a:ext>
              </a:extLst>
            </p:cNvPr>
            <p:cNvSpPr/>
            <p:nvPr/>
          </p:nvSpPr>
          <p:spPr>
            <a:xfrm>
              <a:off x="10304415" y="651732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3492A85-E8F1-9A9D-90CD-1779848DDBB8}"/>
                </a:ext>
              </a:extLst>
            </p:cNvPr>
            <p:cNvSpPr/>
            <p:nvPr/>
          </p:nvSpPr>
          <p:spPr>
            <a:xfrm>
              <a:off x="11305927" y="651732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2894890-B5E9-4B4F-AEC7-D6A8F19C528F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10583767" y="791408"/>
              <a:ext cx="72216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1C2E5220-1C70-D1C0-A279-68BAA6BB4159}"/>
                    </a:ext>
                  </a:extLst>
                </p:cNvPr>
                <p:cNvSpPr txBox="1"/>
                <p:nvPr/>
              </p:nvSpPr>
              <p:spPr>
                <a:xfrm>
                  <a:off x="10707076" y="470048"/>
                  <a:ext cx="41609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1C2E5220-1C70-D1C0-A279-68BAA6BB4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7076" y="470048"/>
                  <a:ext cx="41609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FE2FDEB-B283-C910-461A-874325D1C768}"/>
                </a:ext>
              </a:extLst>
            </p:cNvPr>
            <p:cNvSpPr/>
            <p:nvPr/>
          </p:nvSpPr>
          <p:spPr>
            <a:xfrm>
              <a:off x="10313987" y="1237601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1E7D5E-53A6-D80A-62E5-DC2110317E59}"/>
                </a:ext>
              </a:extLst>
            </p:cNvPr>
            <p:cNvSpPr/>
            <p:nvPr/>
          </p:nvSpPr>
          <p:spPr>
            <a:xfrm>
              <a:off x="10313987" y="1823470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0859BDA-DEF6-0BEC-2534-BE88CE175D2E}"/>
                </a:ext>
              </a:extLst>
            </p:cNvPr>
            <p:cNvSpPr/>
            <p:nvPr/>
          </p:nvSpPr>
          <p:spPr>
            <a:xfrm>
              <a:off x="10946447" y="1823470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70CE646-0ECE-0266-D251-159A47FA4167}"/>
                </a:ext>
              </a:extLst>
            </p:cNvPr>
            <p:cNvSpPr/>
            <p:nvPr/>
          </p:nvSpPr>
          <p:spPr>
            <a:xfrm>
              <a:off x="10946447" y="1237601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0AE7B514-6DFA-DB21-3833-500CBA0F04CF}"/>
                </a:ext>
              </a:extLst>
            </p:cNvPr>
            <p:cNvCxnSpPr>
              <a:cxnSpLocks/>
              <a:stCxn id="24" idx="4"/>
              <a:endCxn id="67" idx="0"/>
            </p:cNvCxnSpPr>
            <p:nvPr/>
          </p:nvCxnSpPr>
          <p:spPr>
            <a:xfrm>
              <a:off x="10444091" y="931084"/>
              <a:ext cx="9572" cy="306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2FE385A-8EDA-4B54-B51C-0DB058CD38A1}"/>
                </a:ext>
              </a:extLst>
            </p:cNvPr>
            <p:cNvCxnSpPr>
              <a:cxnSpLocks/>
              <a:stCxn id="67" idx="4"/>
              <a:endCxn id="68" idx="0"/>
            </p:cNvCxnSpPr>
            <p:nvPr/>
          </p:nvCxnSpPr>
          <p:spPr>
            <a:xfrm>
              <a:off x="10453663" y="1516953"/>
              <a:ext cx="0" cy="306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64890A9-8805-D68C-7E25-83D23D790522}"/>
                </a:ext>
              </a:extLst>
            </p:cNvPr>
            <p:cNvCxnSpPr>
              <a:cxnSpLocks/>
              <a:stCxn id="69" idx="0"/>
              <a:endCxn id="70" idx="4"/>
            </p:cNvCxnSpPr>
            <p:nvPr/>
          </p:nvCxnSpPr>
          <p:spPr>
            <a:xfrm flipV="1">
              <a:off x="11086123" y="1516953"/>
              <a:ext cx="0" cy="306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F445695-A2B8-178C-BD7C-646B051CF31E}"/>
                </a:ext>
              </a:extLst>
            </p:cNvPr>
            <p:cNvCxnSpPr>
              <a:cxnSpLocks/>
              <a:stCxn id="68" idx="6"/>
              <a:endCxn id="69" idx="2"/>
            </p:cNvCxnSpPr>
            <p:nvPr/>
          </p:nvCxnSpPr>
          <p:spPr>
            <a:xfrm>
              <a:off x="10593339" y="1963146"/>
              <a:ext cx="353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0C175E79-34C6-3B6D-857C-5BED565469D8}"/>
                </a:ext>
              </a:extLst>
            </p:cNvPr>
            <p:cNvCxnSpPr>
              <a:cxnSpLocks/>
              <a:stCxn id="70" idx="0"/>
              <a:endCxn id="25" idx="4"/>
            </p:cNvCxnSpPr>
            <p:nvPr/>
          </p:nvCxnSpPr>
          <p:spPr>
            <a:xfrm flipV="1">
              <a:off x="11086123" y="931084"/>
              <a:ext cx="359480" cy="306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9CEDDD1B-AE35-758C-26B6-51D1D47369D1}"/>
                    </a:ext>
                  </a:extLst>
                </p:cNvPr>
                <p:cNvSpPr txBox="1"/>
                <p:nvPr/>
              </p:nvSpPr>
              <p:spPr>
                <a:xfrm>
                  <a:off x="11017754" y="1498061"/>
                  <a:ext cx="41609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9CEDDD1B-AE35-758C-26B6-51D1D4736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7754" y="1498061"/>
                  <a:ext cx="41609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5C1E97E-4D60-2DB9-1F6E-922BBB18BC1F}"/>
                    </a:ext>
                  </a:extLst>
                </p:cNvPr>
                <p:cNvSpPr txBox="1"/>
                <p:nvPr/>
              </p:nvSpPr>
              <p:spPr>
                <a:xfrm>
                  <a:off x="10548702" y="1932337"/>
                  <a:ext cx="41609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5C1E97E-4D60-2DB9-1F6E-922BBB18B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8702" y="1932337"/>
                  <a:ext cx="41609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E8BCE26-7598-82AA-E373-5E701C1B9409}"/>
                    </a:ext>
                  </a:extLst>
                </p:cNvPr>
                <p:cNvSpPr txBox="1"/>
                <p:nvPr/>
              </p:nvSpPr>
              <p:spPr>
                <a:xfrm>
                  <a:off x="11151862" y="1039882"/>
                  <a:ext cx="41609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E8BCE26-7598-82AA-E373-5E701C1B9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1862" y="1039882"/>
                  <a:ext cx="416090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86D86D8-12D1-2071-D930-58206695EF59}"/>
                  </a:ext>
                </a:extLst>
              </p:cNvPr>
              <p:cNvSpPr txBox="1"/>
              <p:nvPr/>
            </p:nvSpPr>
            <p:spPr>
              <a:xfrm>
                <a:off x="606721" y="4614921"/>
                <a:ext cx="4770608" cy="411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4765" marR="17780">
                  <a:lnSpc>
                    <a:spcPct val="100000"/>
                  </a:lnSpc>
                  <a:spcBef>
                    <a:spcPts val="600"/>
                  </a:spcBef>
                  <a:buClr>
                    <a:srgbClr val="33CC33"/>
                  </a:buClr>
                  <a:buSzPct val="150000"/>
                  <a:tabLst>
                    <a:tab pos="361950" algn="l"/>
                  </a:tabLst>
                </a:pPr>
                <a:r>
                  <a:rPr lang="en-US" sz="2000" dirty="0"/>
                  <a:t>UCS may explore all nodes up to depth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r>
                  <a:rPr lang="en-US" sz="2000" dirty="0"/>
                  <a:t>:</a:t>
                </a:r>
                <a:endParaRPr lang="en-US" sz="2000" dirty="0">
                  <a:cs typeface="Arial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86D86D8-12D1-2071-D930-58206695E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21" y="4614921"/>
                <a:ext cx="4770608" cy="411523"/>
              </a:xfrm>
              <a:prstGeom prst="rect">
                <a:avLst/>
              </a:prstGeom>
              <a:blipFill>
                <a:blip r:embed="rId12"/>
                <a:stretch>
                  <a:fillRect l="-895" t="-114706" r="-10870" b="-16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D360B56-3454-2C11-6AB6-E21D289A3965}"/>
                  </a:ext>
                </a:extLst>
              </p:cNvPr>
              <p:cNvSpPr txBox="1"/>
              <p:nvPr/>
            </p:nvSpPr>
            <p:spPr>
              <a:xfrm>
                <a:off x="2628237" y="5104865"/>
                <a:ext cx="4591408" cy="410818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1+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+…+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𝜖</m:t>
                              </m:r>
                            </m:den>
                          </m:f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𝜖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1800" b="0" dirty="0">
                  <a:cs typeface="Arial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D360B56-3454-2C11-6AB6-E21D289A3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37" y="5104865"/>
                <a:ext cx="4591408" cy="410818"/>
              </a:xfrm>
              <a:prstGeom prst="rect">
                <a:avLst/>
              </a:prstGeom>
              <a:blipFill>
                <a:blip r:embed="rId13"/>
                <a:stretch>
                  <a:fillRect t="-65714" b="-75714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7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8" grpId="0"/>
      <p:bldP spid="60" grpId="0"/>
      <p:bldP spid="5" grpId="0"/>
      <p:bldP spid="6" grpId="0"/>
      <p:bldP spid="11" grpId="0"/>
      <p:bldP spid="16" grpId="0"/>
      <p:bldP spid="18" grpId="0"/>
      <p:bldP spid="19" grpId="0"/>
      <p:bldP spid="20" grpId="0"/>
      <p:bldP spid="23" grpId="0"/>
      <p:bldP spid="110" grpId="0"/>
      <p:bldP spid="1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D719F747-3D4E-F654-E2B0-188EB1022FC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Performance Measures for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CF26494-45FD-D793-2A7A-925103BE46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953" y="2729660"/>
                <a:ext cx="5883729" cy="14960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3000"/>
                  </a:spcBef>
                  <a:buFont typeface="Arial" panose="020B0604020202020204" pitchFamily="34" charset="0"/>
                  <a:buNone/>
                </a:pPr>
                <a:r>
                  <a:rPr lang="en-US" sz="2000" b="1" dirty="0"/>
                  <a:t>Complexity</a:t>
                </a: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: Branching factor (maximum actions per state)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: Depth of shallowest goal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: Maximum path length in state space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CF26494-45FD-D793-2A7A-925103BE4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53" y="2729660"/>
                <a:ext cx="5883729" cy="1496074"/>
              </a:xfrm>
              <a:prstGeom prst="rect">
                <a:avLst/>
              </a:prstGeom>
              <a:blipFill>
                <a:blip r:embed="rId2"/>
                <a:stretch>
                  <a:fillRect l="-1140" t="-4490" r="-518" b="-5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A32E8D-D962-C31F-319C-9745142ABFDA}"/>
                  </a:ext>
                </a:extLst>
              </p:cNvPr>
              <p:cNvSpPr txBox="1"/>
              <p:nvPr/>
            </p:nvSpPr>
            <p:spPr>
              <a:xfrm>
                <a:off x="7949683" y="3191611"/>
                <a:ext cx="3116424" cy="681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en-US" sz="1800" dirty="0"/>
                  <a:t>Most algorithms have exponential complexity: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A32E8D-D962-C31F-319C-9745142AB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683" y="3191611"/>
                <a:ext cx="3116424" cy="681982"/>
              </a:xfrm>
              <a:prstGeom prst="rect">
                <a:avLst/>
              </a:prstGeom>
              <a:blipFill>
                <a:blip r:embed="rId3"/>
                <a:stretch>
                  <a:fillRect l="-1566" t="-5405" b="-126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Content Placeholder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536087"/>
                  </p:ext>
                </p:extLst>
              </p:nvPr>
            </p:nvGraphicFramePr>
            <p:xfrm>
              <a:off x="4103914" y="5058203"/>
              <a:ext cx="6620070" cy="1533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0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61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23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07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6984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Optimal?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Complete?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BFS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Yes</a:t>
                          </a:r>
                          <a:r>
                            <a:rPr lang="en-US" dirty="0"/>
                            <a:t>*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DFS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lang="en-US" dirty="0"/>
                            <a:t>No</a:t>
                          </a:r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UCS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d>
                                  <m:dPr>
                                    <m:ctrlPr>
                                      <a:rPr lang="ar-A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ar-AE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d>
                                  <m:dPr>
                                    <m:ctrlPr>
                                      <a:rPr lang="ar-A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ar-AE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ar-AE" b="0" i="1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ar-AE" b="0" i="1" smtClean="0"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lang="en-US" dirty="0"/>
                            <a:t>Yes, assuming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Content Placeholder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536087"/>
                  </p:ext>
                </p:extLst>
              </p:nvPr>
            </p:nvGraphicFramePr>
            <p:xfrm>
              <a:off x="4103914" y="5058203"/>
              <a:ext cx="6620070" cy="1533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0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61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23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07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6984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Optimal?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Complete?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1066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BFS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6477" t="-97015" r="-403977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4045" t="-97015" r="-299438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Yes</a:t>
                          </a:r>
                          <a:r>
                            <a:rPr lang="en-US" dirty="0"/>
                            <a:t>*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t>DFS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6477" t="-220000" r="-40397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4045" t="-220000" r="-29943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lang="en-US" dirty="0"/>
                            <a:t>No</a:t>
                          </a:r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1066"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UCS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6477" t="-290909" r="-403977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4045" t="-290909" r="-299438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>
                            <a:buNone/>
                          </a:pPr>
                          <a:r>
                            <a:rPr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0000" t="-290909" r="-1176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D403E0A-5CD9-69D2-85F2-B0F354EC890D}"/>
              </a:ext>
            </a:extLst>
          </p:cNvPr>
          <p:cNvSpPr txBox="1"/>
          <p:nvPr/>
        </p:nvSpPr>
        <p:spPr>
          <a:xfrm>
            <a:off x="541953" y="4495790"/>
            <a:ext cx="11083158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Since no search algorithm excels in all measures of time, space, and optimality, choose based on problem-specific constraints and priorities.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F07DEB0-99FD-A60D-13D3-8C2744F60071}"/>
              </a:ext>
            </a:extLst>
          </p:cNvPr>
          <p:cNvGraphicFramePr>
            <a:graphicFrameLocks noGrp="1"/>
          </p:cNvGraphicFramePr>
          <p:nvPr/>
        </p:nvGraphicFramePr>
        <p:xfrm>
          <a:off x="2824064" y="889984"/>
          <a:ext cx="6730482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7100">
                  <a:extLst>
                    <a:ext uri="{9D8B030D-6E8A-4147-A177-3AD203B41FA5}">
                      <a16:colId xmlns:a16="http://schemas.microsoft.com/office/drawing/2014/main" val="759020604"/>
                    </a:ext>
                  </a:extLst>
                </a:gridCol>
                <a:gridCol w="4613382">
                  <a:extLst>
                    <a:ext uri="{9D8B030D-6E8A-4147-A177-3AD203B41FA5}">
                      <a16:colId xmlns:a16="http://schemas.microsoft.com/office/drawing/2014/main" val="2530123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588" lvl="1" indent="0" algn="r">
                        <a:buNone/>
                      </a:pPr>
                      <a:r>
                        <a:rPr lang="en-US" sz="2000" b="1" dirty="0"/>
                        <a:t>Completeness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588" lvl="1" indent="0">
                        <a:buNone/>
                      </a:pPr>
                      <a:r>
                        <a:rPr lang="en-US" sz="2000" dirty="0"/>
                        <a:t>Does it always find a solution if one exists?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649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588" lvl="1" indent="0" algn="r">
                        <a:buNone/>
                      </a:pPr>
                      <a:r>
                        <a:rPr lang="en-US" sz="2000" b="1" dirty="0"/>
                        <a:t>Optimality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588" lvl="1" indent="0">
                        <a:buNone/>
                      </a:pPr>
                      <a:r>
                        <a:rPr lang="en-US" sz="2000" dirty="0"/>
                        <a:t>Does it find a least-cost solution?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31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588" lvl="1" indent="0" algn="r">
                        <a:buNone/>
                      </a:pPr>
                      <a:r>
                        <a:rPr lang="en-US" sz="2000" b="1" dirty="0"/>
                        <a:t>Time Complexity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588" lvl="1" indent="0">
                        <a:buNone/>
                      </a:pPr>
                      <a:r>
                        <a:rPr lang="en-US" sz="2000" dirty="0"/>
                        <a:t>Number of nodes generated/expanded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01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Space Complexity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Maximum memory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87296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E6623D4-20AE-A62E-0374-7C3A393966BB}"/>
              </a:ext>
            </a:extLst>
          </p:cNvPr>
          <p:cNvSpPr txBox="1"/>
          <p:nvPr/>
        </p:nvSpPr>
        <p:spPr>
          <a:xfrm>
            <a:off x="124986" y="6246580"/>
            <a:ext cx="210615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/>
              <a:t>* Positive, monotonically increasing edge weights.</a:t>
            </a:r>
          </a:p>
        </p:txBody>
      </p:sp>
    </p:spTree>
    <p:extLst>
      <p:ext uri="{BB962C8B-B14F-4D97-AF65-F5344CB8AC3E}">
        <p14:creationId xmlns:p14="http://schemas.microsoft.com/office/powerpoint/2010/main" val="317217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943" y="654890"/>
            <a:ext cx="6880751" cy="435932"/>
          </a:xfrm>
        </p:spPr>
        <p:txBody>
          <a:bodyPr>
            <a:normAutofit fontScale="92500"/>
          </a:bodyPr>
          <a:lstStyle/>
          <a:p>
            <a:pPr marL="3175" lvl="1" indent="0">
              <a:buNone/>
            </a:pPr>
            <a:r>
              <a:rPr sz="2200" b="1" dirty="0">
                <a:solidFill>
                  <a:srgbClr val="461D7C"/>
                </a:solidFill>
              </a:rPr>
              <a:t>Why can</a:t>
            </a:r>
            <a:r>
              <a:rPr lang="en-US" sz="2200" b="1" dirty="0">
                <a:solidFill>
                  <a:srgbClr val="461D7C"/>
                </a:solidFill>
              </a:rPr>
              <a:t> </a:t>
            </a:r>
            <a:r>
              <a:rPr sz="2200" b="1" dirty="0">
                <a:solidFill>
                  <a:srgbClr val="461D7C"/>
                </a:solidFill>
              </a:rPr>
              <a:t>we </a:t>
            </a:r>
            <a:r>
              <a:rPr lang="en-US" sz="2200" b="1" dirty="0">
                <a:solidFill>
                  <a:srgbClr val="461D7C"/>
                </a:solidFill>
              </a:rPr>
              <a:t>not </a:t>
            </a:r>
            <a:r>
              <a:rPr sz="2200" b="1" dirty="0">
                <a:solidFill>
                  <a:srgbClr val="461D7C"/>
                </a:solidFill>
              </a:rPr>
              <a:t>always do brute-force exhaustive search?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698CBC9F-B40B-507D-C21E-CD5E635E016A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Questions to Consider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AE44D-275C-63E0-A876-18D16F581C47}"/>
              </a:ext>
            </a:extLst>
          </p:cNvPr>
          <p:cNvSpPr txBox="1"/>
          <p:nvPr/>
        </p:nvSpPr>
        <p:spPr>
          <a:xfrm>
            <a:off x="1565453" y="5730777"/>
            <a:ext cx="959331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Efficient search needs heuristics estimating goal distance, domain knowledge, cost estimates, and constraint information - motivating </a:t>
            </a:r>
            <a:r>
              <a:rPr lang="en-US" b="1" dirty="0">
                <a:solidFill>
                  <a:srgbClr val="FF0000"/>
                </a:solidFill>
              </a:rPr>
              <a:t>informed search algorithms </a:t>
            </a:r>
            <a:r>
              <a:rPr lang="en-US" dirty="0"/>
              <a:t>like A*.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7133D-DA16-DA03-3F98-5E6DF8DE83F3}"/>
              </a:ext>
            </a:extLst>
          </p:cNvPr>
          <p:cNvSpPr txBox="1"/>
          <p:nvPr/>
        </p:nvSpPr>
        <p:spPr>
          <a:xfrm>
            <a:off x="1565454" y="2228358"/>
            <a:ext cx="9690831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Problems become exponentially harder with high branching factors, deep solutions, massive state spaces (like chess), and absence of good heuristics to guide search.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F8E38-B021-E07A-6CDB-A6BF5586E848}"/>
              </a:ext>
            </a:extLst>
          </p:cNvPr>
          <p:cNvSpPr txBox="1">
            <a:spLocks/>
          </p:cNvSpPr>
          <p:nvPr/>
        </p:nvSpPr>
        <p:spPr>
          <a:xfrm>
            <a:off x="471489" y="1855474"/>
            <a:ext cx="6822229" cy="468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lvl="1" indent="0">
              <a:buNone/>
            </a:pPr>
            <a:r>
              <a:rPr lang="en-US" sz="2200" b="1" dirty="0">
                <a:solidFill>
                  <a:srgbClr val="461D7C"/>
                </a:solidFill>
              </a:rPr>
              <a:t>What makes some search problems exponentially harder?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D06985-F314-D5B1-DDDD-C136CBD00795}"/>
                  </a:ext>
                </a:extLst>
              </p:cNvPr>
              <p:cNvSpPr txBox="1"/>
              <p:nvPr/>
            </p:nvSpPr>
            <p:spPr>
              <a:xfrm>
                <a:off x="1565453" y="1090822"/>
                <a:ext cx="9309967" cy="681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dirty="0"/>
                  <a:t>Exhaustive search fails due to exponential growth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memory constraints, prohibitive time requirements, and the fact that finding any good solution often suffices.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D06985-F314-D5B1-DDDD-C136CBD00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453" y="1090822"/>
                <a:ext cx="9309967" cy="681982"/>
              </a:xfrm>
              <a:prstGeom prst="rect">
                <a:avLst/>
              </a:prstGeom>
              <a:blipFill>
                <a:blip r:embed="rId2"/>
                <a:stretch>
                  <a:fillRect l="-589" t="-1786" b="-133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EF29EB-59E2-806D-03F4-E5951BB271AF}"/>
              </a:ext>
            </a:extLst>
          </p:cNvPr>
          <p:cNvSpPr txBox="1">
            <a:spLocks/>
          </p:cNvSpPr>
          <p:nvPr/>
        </p:nvSpPr>
        <p:spPr>
          <a:xfrm>
            <a:off x="471489" y="4147423"/>
            <a:ext cx="4771949" cy="4208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lvl="1" indent="0">
              <a:buNone/>
            </a:pPr>
            <a:r>
              <a:rPr lang="en-US" sz="2200" b="1" dirty="0">
                <a:solidFill>
                  <a:srgbClr val="461D7C"/>
                </a:solidFill>
              </a:rPr>
              <a:t>When might DFS be preferred over BFS?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98838-58A3-C945-8671-B30853AC7DE0}"/>
              </a:ext>
            </a:extLst>
          </p:cNvPr>
          <p:cNvSpPr txBox="1"/>
          <p:nvPr/>
        </p:nvSpPr>
        <p:spPr>
          <a:xfrm>
            <a:off x="1565453" y="3403724"/>
            <a:ext cx="9690831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Balancing quality versus resources involves choosing appropriate algorithms, setting time/memory limits, applying heuristics, and accepting suboptimal solutions when necessary.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F1EA2A-681B-8B4C-5C5E-C61811C52F10}"/>
              </a:ext>
            </a:extLst>
          </p:cNvPr>
          <p:cNvSpPr txBox="1">
            <a:spLocks/>
          </p:cNvSpPr>
          <p:nvPr/>
        </p:nvSpPr>
        <p:spPr>
          <a:xfrm>
            <a:off x="471489" y="2983387"/>
            <a:ext cx="7634451" cy="422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lvl="1" indent="0">
              <a:buNone/>
            </a:pPr>
            <a:r>
              <a:rPr lang="en-US" sz="2200" b="1" dirty="0">
                <a:solidFill>
                  <a:srgbClr val="461D7C"/>
                </a:solidFill>
              </a:rPr>
              <a:t>How do we balance solution quality vs. computational resources?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C51423-D080-6637-7DFA-9C9BA7682F84}"/>
              </a:ext>
            </a:extLst>
          </p:cNvPr>
          <p:cNvSpPr txBox="1">
            <a:spLocks/>
          </p:cNvSpPr>
          <p:nvPr/>
        </p:nvSpPr>
        <p:spPr>
          <a:xfrm>
            <a:off x="471489" y="5309884"/>
            <a:ext cx="6822229" cy="4208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lvl="1" indent="0">
              <a:buNone/>
            </a:pPr>
            <a:r>
              <a:rPr lang="en-US" sz="2200" b="1" dirty="0">
                <a:solidFill>
                  <a:srgbClr val="461D7C"/>
                </a:solidFill>
              </a:rPr>
              <a:t>What information would help guide our search efficiently?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7BAC39-2060-91A4-F73A-E8DD7E6EB260}"/>
                  </a:ext>
                </a:extLst>
              </p:cNvPr>
              <p:cNvSpPr txBox="1"/>
              <p:nvPr/>
            </p:nvSpPr>
            <p:spPr>
              <a:xfrm>
                <a:off x="1565453" y="4517928"/>
                <a:ext cx="9620707" cy="681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dirty="0"/>
                  <a:t>DFS is preferred when memory is limited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), solutions are likely deep, any solution suffices, or cycles are unlikely in tree-structured problems.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7BAC39-2060-91A4-F73A-E8DD7E6EB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453" y="4517928"/>
                <a:ext cx="9620707" cy="681982"/>
              </a:xfrm>
              <a:prstGeom prst="rect">
                <a:avLst/>
              </a:prstGeom>
              <a:blipFill>
                <a:blip r:embed="rId3"/>
                <a:stretch>
                  <a:fillRect l="-570" t="-893" b="-133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610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6" grpId="0"/>
      <p:bldP spid="9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4372-A351-5FA3-EBA7-6A89F890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69E28F50-5E26-4763-21EB-CB9A05FB328A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Depth-Limited Search (DLS)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E8BEF-E5B8-9EBC-892E-83D5E196A07F}"/>
              </a:ext>
            </a:extLst>
          </p:cNvPr>
          <p:cNvSpPr txBox="1"/>
          <p:nvPr/>
        </p:nvSpPr>
        <p:spPr>
          <a:xfrm>
            <a:off x="794034" y="1029728"/>
            <a:ext cx="365285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4765" marR="17780">
              <a:lnSpc>
                <a:spcPct val="100000"/>
              </a:lnSpc>
              <a:spcBef>
                <a:spcPts val="600"/>
              </a:spcBef>
              <a:buClr>
                <a:srgbClr val="33CC33"/>
              </a:buClr>
              <a:buSzPct val="150000"/>
              <a:tabLst>
                <a:tab pos="361950" algn="l"/>
              </a:tabLst>
            </a:pPr>
            <a:r>
              <a:rPr lang="en-US" sz="2000" dirty="0"/>
              <a:t>What is the problem with DFS?</a:t>
            </a:r>
            <a:endParaRPr lang="en-US" sz="2000" dirty="0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0A1F5-27D5-5024-223B-F27FFE68AB61}"/>
              </a:ext>
            </a:extLst>
          </p:cNvPr>
          <p:cNvSpPr txBox="1"/>
          <p:nvPr/>
        </p:nvSpPr>
        <p:spPr>
          <a:xfrm>
            <a:off x="1399424" y="1486538"/>
            <a:ext cx="210312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Infinite state 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A7ED3D-1976-38DB-69AE-EC881FBF95A7}"/>
                  </a:ext>
                </a:extLst>
              </p:cNvPr>
              <p:cNvSpPr txBox="1"/>
              <p:nvPr/>
            </p:nvSpPr>
            <p:spPr>
              <a:xfrm>
                <a:off x="5843933" y="991839"/>
                <a:ext cx="436770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4765" marR="17780">
                  <a:lnSpc>
                    <a:spcPct val="100000"/>
                  </a:lnSpc>
                  <a:spcBef>
                    <a:spcPts val="600"/>
                  </a:spcBef>
                  <a:buClr>
                    <a:srgbClr val="33CC33"/>
                  </a:buClr>
                  <a:buSzPct val="150000"/>
                  <a:tabLst>
                    <a:tab pos="361950" algn="l"/>
                  </a:tabLst>
                </a:pPr>
                <a:r>
                  <a:rPr lang="en-US" sz="2000" dirty="0"/>
                  <a:t>Solution? Define a depth </a:t>
                </a:r>
                <a:r>
                  <a:rPr lang="en-US" sz="2000" b="1" dirty="0"/>
                  <a:t>limit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000" dirty="0"/>
                  <a:t>) which n</a:t>
                </a:r>
                <a:r>
                  <a:rPr lang="en-US" dirty="0"/>
                  <a:t>odes beyond depth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 are not expanded.</a:t>
                </a:r>
                <a:endParaRPr lang="en-US" sz="2000" dirty="0">
                  <a:cs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A7ED3D-1976-38DB-69AE-EC881FBF9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933" y="991839"/>
                <a:ext cx="4367701" cy="707886"/>
              </a:xfrm>
              <a:prstGeom prst="rect">
                <a:avLst/>
              </a:prstGeom>
              <a:blipFill>
                <a:blip r:embed="rId2"/>
                <a:stretch>
                  <a:fillRect l="-978" t="-5172" r="-1536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15E57AB-D4AC-4E4E-BA54-4A91F0B5403B}"/>
              </a:ext>
            </a:extLst>
          </p:cNvPr>
          <p:cNvSpPr txBox="1"/>
          <p:nvPr/>
        </p:nvSpPr>
        <p:spPr>
          <a:xfrm>
            <a:off x="770250" y="4436809"/>
            <a:ext cx="5077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4765" marR="17780">
              <a:lnSpc>
                <a:spcPct val="100000"/>
              </a:lnSpc>
              <a:spcBef>
                <a:spcPts val="600"/>
              </a:spcBef>
              <a:buClr>
                <a:srgbClr val="33CC33"/>
              </a:buClr>
              <a:buSzPct val="150000"/>
              <a:tabLst>
                <a:tab pos="361950" algn="l"/>
              </a:tabLst>
            </a:pPr>
            <a:r>
              <a:rPr lang="en-US" sz="2000" dirty="0"/>
              <a:t>What is the problem with depth-limited DFS?</a:t>
            </a:r>
            <a:endParaRPr lang="en-US" sz="2000" dirty="0"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A7C10C-9418-F39E-63EA-49FFC03CE37D}"/>
                  </a:ext>
                </a:extLst>
              </p:cNvPr>
              <p:cNvSpPr txBox="1"/>
              <p:nvPr/>
            </p:nvSpPr>
            <p:spPr>
              <a:xfrm>
                <a:off x="1826917" y="4975449"/>
                <a:ext cx="34137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Incomplete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𝑒𝑝𝑡h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𝑔𝑜𝑎𝑙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A7C10C-9418-F39E-63EA-49FFC03CE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917" y="4975449"/>
                <a:ext cx="3413760" cy="369332"/>
              </a:xfrm>
              <a:prstGeom prst="rect">
                <a:avLst/>
              </a:prstGeom>
              <a:blipFill>
                <a:blip r:embed="rId3"/>
                <a:stretch>
                  <a:fillRect l="-1607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3">
            <a:extLst>
              <a:ext uri="{FF2B5EF4-FFF2-40B4-BE49-F238E27FC236}">
                <a16:creationId xmlns:a16="http://schemas.microsoft.com/office/drawing/2014/main" id="{2DD0FEEE-1520-1F1C-1CCE-354411A52D9C}"/>
              </a:ext>
            </a:extLst>
          </p:cNvPr>
          <p:cNvSpPr txBox="1"/>
          <p:nvPr/>
        </p:nvSpPr>
        <p:spPr>
          <a:xfrm>
            <a:off x="2527539" y="2947158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Space complexity</a:t>
            </a:r>
            <a:endParaRPr lang="en-US" sz="2000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D5D95210-FE33-8BA6-7F21-7AF7497C4266}"/>
              </a:ext>
            </a:extLst>
          </p:cNvPr>
          <p:cNvSpPr txBox="1"/>
          <p:nvPr/>
        </p:nvSpPr>
        <p:spPr>
          <a:xfrm>
            <a:off x="2515415" y="2492184"/>
            <a:ext cx="19742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Time complexity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21D6896A-59A7-C821-9F41-C29CC409D311}"/>
                  </a:ext>
                </a:extLst>
              </p:cNvPr>
              <p:cNvSpPr txBox="1"/>
              <p:nvPr/>
            </p:nvSpPr>
            <p:spPr>
              <a:xfrm>
                <a:off x="4602968" y="2947159"/>
                <a:ext cx="804144" cy="3199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" lvl="1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tabLst>
                    <a:tab pos="7581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21D6896A-59A7-C821-9F41-C29CC409D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968" y="2947159"/>
                <a:ext cx="804144" cy="319959"/>
              </a:xfrm>
              <a:prstGeom prst="rect">
                <a:avLst/>
              </a:prstGeom>
              <a:blipFill>
                <a:blip r:embed="rId4"/>
                <a:stretch>
                  <a:fillRect l="-1515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D96C1E80-9D32-F75C-4F35-50C3BD4E4F46}"/>
                  </a:ext>
                </a:extLst>
              </p:cNvPr>
              <p:cNvSpPr txBox="1"/>
              <p:nvPr/>
            </p:nvSpPr>
            <p:spPr>
              <a:xfrm>
                <a:off x="4601183" y="2466694"/>
                <a:ext cx="804144" cy="37093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" lvl="1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tabLst>
                    <a:tab pos="7581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ℓ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2000" dirty="0">
                  <a:cs typeface="Arial"/>
                </a:endParaRPr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D96C1E80-9D32-F75C-4F35-50C3BD4E4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183" y="2466694"/>
                <a:ext cx="804144" cy="370935"/>
              </a:xfrm>
              <a:prstGeom prst="rect">
                <a:avLst/>
              </a:prstGeom>
              <a:blipFill>
                <a:blip r:embed="rId5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1ADD64-25CA-A9C0-CAC6-20EEF5FF5B53}"/>
                  </a:ext>
                </a:extLst>
              </p:cNvPr>
              <p:cNvSpPr txBox="1"/>
              <p:nvPr/>
            </p:nvSpPr>
            <p:spPr>
              <a:xfrm>
                <a:off x="5843933" y="1839575"/>
                <a:ext cx="447535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4765" marR="17780">
                  <a:lnSpc>
                    <a:spcPct val="100000"/>
                  </a:lnSpc>
                  <a:spcBef>
                    <a:spcPts val="600"/>
                  </a:spcBef>
                  <a:buClr>
                    <a:srgbClr val="33CC33"/>
                  </a:buClr>
                  <a:buSzPct val="150000"/>
                  <a:tabLst>
                    <a:tab pos="361950" algn="l"/>
                  </a:tabLst>
                </a:pPr>
                <a:r>
                  <a:rPr lang="en-US" sz="2000" dirty="0"/>
                  <a:t>Observe, DLS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000" dirty="0"/>
                  <a:t> DFS 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ℓ=∞</m:t>
                    </m:r>
                  </m:oMath>
                </a14:m>
                <a:r>
                  <a:rPr lang="en-US" sz="2000" dirty="0"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1ADD64-25CA-A9C0-CAC6-20EEF5FF5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933" y="1839575"/>
                <a:ext cx="4475352" cy="400110"/>
              </a:xfrm>
              <a:prstGeom prst="rect">
                <a:avLst/>
              </a:prstGeom>
              <a:blipFill>
                <a:blip r:embed="rId6"/>
                <a:stretch>
                  <a:fillRect l="-954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1FB9A2-D2EA-9C8A-4F01-0D606EEEC085}"/>
                  </a:ext>
                </a:extLst>
              </p:cNvPr>
              <p:cNvSpPr txBox="1"/>
              <p:nvPr/>
            </p:nvSpPr>
            <p:spPr>
              <a:xfrm>
                <a:off x="3073176" y="6118761"/>
                <a:ext cx="52901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4765" marR="17780">
                  <a:lnSpc>
                    <a:spcPct val="100000"/>
                  </a:lnSpc>
                  <a:spcBef>
                    <a:spcPts val="600"/>
                  </a:spcBef>
                  <a:buClr>
                    <a:srgbClr val="33CC33"/>
                  </a:buClr>
                  <a:buSzPct val="150000"/>
                  <a:tabLst>
                    <a:tab pos="361950" algn="l"/>
                  </a:tabLst>
                </a:pPr>
                <a:r>
                  <a:rPr lang="en-US" sz="2000" dirty="0"/>
                  <a:t>What if we iterate by increasing the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000" dirty="0"/>
                  <a:t>? </a:t>
                </a:r>
                <a:endParaRPr lang="en-US" sz="2000" dirty="0">
                  <a:cs typeface="Arial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1FB9A2-D2EA-9C8A-4F01-0D606EEEC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176" y="6118761"/>
                <a:ext cx="5290197" cy="400110"/>
              </a:xfrm>
              <a:prstGeom prst="rect">
                <a:avLst/>
              </a:prstGeom>
              <a:blipFill>
                <a:blip r:embed="rId7"/>
                <a:stretch>
                  <a:fillRect l="-691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E76F9B14-C42B-E472-317B-F9F466990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5" t="8726" r="5193" b="12079"/>
          <a:stretch>
            <a:fillRect/>
          </a:stretch>
        </p:blipFill>
        <p:spPr bwMode="auto">
          <a:xfrm>
            <a:off x="10438590" y="5561917"/>
            <a:ext cx="959376" cy="111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52" name="Group 4151">
            <a:extLst>
              <a:ext uri="{FF2B5EF4-FFF2-40B4-BE49-F238E27FC236}">
                <a16:creationId xmlns:a16="http://schemas.microsoft.com/office/drawing/2014/main" id="{92D0106E-A26C-A006-BB60-30377609521F}"/>
              </a:ext>
            </a:extLst>
          </p:cNvPr>
          <p:cNvGrpSpPr/>
          <p:nvPr/>
        </p:nvGrpSpPr>
        <p:grpSpPr>
          <a:xfrm>
            <a:off x="9097432" y="2812143"/>
            <a:ext cx="2896103" cy="2744991"/>
            <a:chOff x="9097432" y="2812143"/>
            <a:chExt cx="2896103" cy="274499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905EC6A-3226-EBB2-7EA4-440A85C441B0}"/>
                </a:ext>
              </a:extLst>
            </p:cNvPr>
            <p:cNvSpPr/>
            <p:nvPr/>
          </p:nvSpPr>
          <p:spPr>
            <a:xfrm>
              <a:off x="10513224" y="2812143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16F09B3-1829-ECEA-285E-9C2F0CA4D89C}"/>
                </a:ext>
              </a:extLst>
            </p:cNvPr>
            <p:cNvSpPr/>
            <p:nvPr/>
          </p:nvSpPr>
          <p:spPr>
            <a:xfrm>
              <a:off x="10819114" y="3370847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68E0962-EF21-EF1E-8807-97939FB53AF3}"/>
                </a:ext>
              </a:extLst>
            </p:cNvPr>
            <p:cNvCxnSpPr>
              <a:cxnSpLocks/>
              <a:stCxn id="20" idx="5"/>
              <a:endCxn id="21" idx="0"/>
            </p:cNvCxnSpPr>
            <p:nvPr/>
          </p:nvCxnSpPr>
          <p:spPr>
            <a:xfrm>
              <a:off x="10751666" y="3050585"/>
              <a:ext cx="207124" cy="3202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1590E58-02EF-5DF8-61F3-18F10447B4DF}"/>
                </a:ext>
              </a:extLst>
            </p:cNvPr>
            <p:cNvSpPr/>
            <p:nvPr/>
          </p:nvSpPr>
          <p:spPr>
            <a:xfrm>
              <a:off x="10298914" y="3370847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B0876FD-C406-05F1-2DFE-9190182771A1}"/>
                </a:ext>
              </a:extLst>
            </p:cNvPr>
            <p:cNvSpPr/>
            <p:nvPr/>
          </p:nvSpPr>
          <p:spPr>
            <a:xfrm>
              <a:off x="10019562" y="3850417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49BA882-B100-282C-4E45-D91CA1A56AFD}"/>
                </a:ext>
              </a:extLst>
            </p:cNvPr>
            <p:cNvCxnSpPr>
              <a:cxnSpLocks/>
              <a:stCxn id="20" idx="3"/>
              <a:endCxn id="24" idx="0"/>
            </p:cNvCxnSpPr>
            <p:nvPr/>
          </p:nvCxnSpPr>
          <p:spPr>
            <a:xfrm flipH="1">
              <a:off x="10438590" y="3050585"/>
              <a:ext cx="115544" cy="3202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FC3BE4F-1F4E-6EEB-C5E3-B7CB50313041}"/>
                </a:ext>
              </a:extLst>
            </p:cNvPr>
            <p:cNvSpPr/>
            <p:nvPr/>
          </p:nvSpPr>
          <p:spPr>
            <a:xfrm>
              <a:off x="10717942" y="5277782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BFC9052-8EFE-0892-E5BA-7DAC31AD37D5}"/>
                </a:ext>
              </a:extLst>
            </p:cNvPr>
            <p:cNvCxnSpPr>
              <a:cxnSpLocks/>
            </p:cNvCxnSpPr>
            <p:nvPr/>
          </p:nvCxnSpPr>
          <p:spPr>
            <a:xfrm>
              <a:off x="9925007" y="5090318"/>
              <a:ext cx="1917021" cy="0"/>
            </a:xfrm>
            <a:prstGeom prst="straightConnector1">
              <a:avLst/>
            </a:prstGeom>
            <a:ln w="34925">
              <a:solidFill>
                <a:srgbClr val="1306BA"/>
              </a:solidFill>
              <a:prstDash val="dash"/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bject 3">
                  <a:extLst>
                    <a:ext uri="{FF2B5EF4-FFF2-40B4-BE49-F238E27FC236}">
                      <a16:creationId xmlns:a16="http://schemas.microsoft.com/office/drawing/2014/main" id="{A6190AD3-C93C-65E8-7018-9CD833630D2A}"/>
                    </a:ext>
                  </a:extLst>
                </p:cNvPr>
                <p:cNvSpPr txBox="1"/>
                <p:nvPr/>
              </p:nvSpPr>
              <p:spPr>
                <a:xfrm>
                  <a:off x="9517952" y="4930338"/>
                  <a:ext cx="407055" cy="289182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3175" lvl="1">
                    <a:lnSpc>
                      <a:spcPct val="100000"/>
                    </a:lnSpc>
                    <a:spcBef>
                      <a:spcPts val="600"/>
                    </a:spcBef>
                    <a:buClr>
                      <a:schemeClr val="tx1"/>
                    </a:buClr>
                    <a:tabLst>
                      <a:tab pos="75819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Arial"/>
                          </a:rPr>
                          <m:t>ℓ</m:t>
                        </m:r>
                      </m:oMath>
                    </m:oMathPara>
                  </a14:m>
                  <a:endParaRPr dirty="0">
                    <a:cs typeface="Arial"/>
                  </a:endParaRPr>
                </a:p>
              </p:txBody>
            </p:sp>
          </mc:Choice>
          <mc:Fallback xmlns="">
            <p:sp>
              <p:nvSpPr>
                <p:cNvPr id="55" name="object 3">
                  <a:extLst>
                    <a:ext uri="{FF2B5EF4-FFF2-40B4-BE49-F238E27FC236}">
                      <a16:creationId xmlns:a16="http://schemas.microsoft.com/office/drawing/2014/main" id="{A6190AD3-C93C-65E8-7018-9CD833630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7952" y="4930338"/>
                  <a:ext cx="407055" cy="289182"/>
                </a:xfrm>
                <a:prstGeom prst="rect">
                  <a:avLst/>
                </a:prstGeom>
                <a:blipFill>
                  <a:blip r:embed="rId9"/>
                  <a:stretch>
                    <a:fillRect b="-85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9" name="object 3">
                  <a:extLst>
                    <a:ext uri="{FF2B5EF4-FFF2-40B4-BE49-F238E27FC236}">
                      <a16:creationId xmlns:a16="http://schemas.microsoft.com/office/drawing/2014/main" id="{31AA9578-6F1E-C882-4704-FFAA898FD063}"/>
                    </a:ext>
                  </a:extLst>
                </p:cNvPr>
                <p:cNvSpPr txBox="1"/>
                <p:nvPr/>
              </p:nvSpPr>
              <p:spPr>
                <a:xfrm>
                  <a:off x="9517952" y="3373771"/>
                  <a:ext cx="407055" cy="289182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3175" lvl="1">
                    <a:lnSpc>
                      <a:spcPct val="100000"/>
                    </a:lnSpc>
                    <a:spcBef>
                      <a:spcPts val="600"/>
                    </a:spcBef>
                    <a:buClr>
                      <a:schemeClr val="tx1"/>
                    </a:buClr>
                    <a:tabLst>
                      <a:tab pos="75819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oMath>
                    </m:oMathPara>
                  </a14:m>
                  <a:endParaRPr dirty="0">
                    <a:cs typeface="Arial"/>
                  </a:endParaRPr>
                </a:p>
              </p:txBody>
            </p:sp>
          </mc:Choice>
          <mc:Fallback xmlns="">
            <p:sp>
              <p:nvSpPr>
                <p:cNvPr id="4099" name="object 3">
                  <a:extLst>
                    <a:ext uri="{FF2B5EF4-FFF2-40B4-BE49-F238E27FC236}">
                      <a16:creationId xmlns:a16="http://schemas.microsoft.com/office/drawing/2014/main" id="{31AA9578-6F1E-C882-4704-FFAA898FD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7952" y="3373771"/>
                  <a:ext cx="407055" cy="289182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00" name="Oval 4099">
              <a:extLst>
                <a:ext uri="{FF2B5EF4-FFF2-40B4-BE49-F238E27FC236}">
                  <a16:creationId xmlns:a16="http://schemas.microsoft.com/office/drawing/2014/main" id="{A3F3312D-83AA-2487-5B1E-C34DFEFA3706}"/>
                </a:ext>
              </a:extLst>
            </p:cNvPr>
            <p:cNvSpPr/>
            <p:nvPr/>
          </p:nvSpPr>
          <p:spPr>
            <a:xfrm>
              <a:off x="10578266" y="3850417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01" name="Oval 4100">
              <a:extLst>
                <a:ext uri="{FF2B5EF4-FFF2-40B4-BE49-F238E27FC236}">
                  <a16:creationId xmlns:a16="http://schemas.microsoft.com/office/drawing/2014/main" id="{81EBCA81-5415-7DDA-D654-55B0BF612161}"/>
                </a:ext>
              </a:extLst>
            </p:cNvPr>
            <p:cNvSpPr/>
            <p:nvPr/>
          </p:nvSpPr>
          <p:spPr>
            <a:xfrm>
              <a:off x="11446750" y="3850417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02" name="Oval 4101">
              <a:extLst>
                <a:ext uri="{FF2B5EF4-FFF2-40B4-BE49-F238E27FC236}">
                  <a16:creationId xmlns:a16="http://schemas.microsoft.com/office/drawing/2014/main" id="{9476F112-DF58-2BB8-F7C6-DA8B15C852BB}"/>
                </a:ext>
              </a:extLst>
            </p:cNvPr>
            <p:cNvSpPr/>
            <p:nvPr/>
          </p:nvSpPr>
          <p:spPr>
            <a:xfrm>
              <a:off x="10997294" y="3850417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104" name="Straight Arrow Connector 4103">
              <a:extLst>
                <a:ext uri="{FF2B5EF4-FFF2-40B4-BE49-F238E27FC236}">
                  <a16:creationId xmlns:a16="http://schemas.microsoft.com/office/drawing/2014/main" id="{C51013BC-6406-9E80-943E-5EBBF71BECBD}"/>
                </a:ext>
              </a:extLst>
            </p:cNvPr>
            <p:cNvCxnSpPr>
              <a:cxnSpLocks/>
              <a:stCxn id="24" idx="3"/>
              <a:endCxn id="25" idx="0"/>
            </p:cNvCxnSpPr>
            <p:nvPr/>
          </p:nvCxnSpPr>
          <p:spPr>
            <a:xfrm flipH="1">
              <a:off x="10159238" y="3609289"/>
              <a:ext cx="180586" cy="2411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08" name="Straight Arrow Connector 4107">
              <a:extLst>
                <a:ext uri="{FF2B5EF4-FFF2-40B4-BE49-F238E27FC236}">
                  <a16:creationId xmlns:a16="http://schemas.microsoft.com/office/drawing/2014/main" id="{7992F9FD-3862-6668-8669-45C178070C82}"/>
                </a:ext>
              </a:extLst>
            </p:cNvPr>
            <p:cNvCxnSpPr>
              <a:cxnSpLocks/>
              <a:stCxn id="24" idx="5"/>
              <a:endCxn id="4100" idx="0"/>
            </p:cNvCxnSpPr>
            <p:nvPr/>
          </p:nvCxnSpPr>
          <p:spPr>
            <a:xfrm>
              <a:off x="10537356" y="3609289"/>
              <a:ext cx="180586" cy="2411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1" name="object 3">
                  <a:extLst>
                    <a:ext uri="{FF2B5EF4-FFF2-40B4-BE49-F238E27FC236}">
                      <a16:creationId xmlns:a16="http://schemas.microsoft.com/office/drawing/2014/main" id="{31D77446-0710-9A1E-2707-6CCCDE9B6F76}"/>
                    </a:ext>
                  </a:extLst>
                </p:cNvPr>
                <p:cNvSpPr txBox="1"/>
                <p:nvPr/>
              </p:nvSpPr>
              <p:spPr>
                <a:xfrm>
                  <a:off x="9097432" y="2812143"/>
                  <a:ext cx="1185501" cy="289182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3175" lvl="1">
                    <a:lnSpc>
                      <a:spcPct val="100000"/>
                    </a:lnSpc>
                    <a:spcBef>
                      <a:spcPts val="600"/>
                    </a:spcBef>
                    <a:buClr>
                      <a:schemeClr val="tx1"/>
                    </a:buClr>
                    <a:tabLst>
                      <a:tab pos="75819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𝑑𝑒𝑝𝑡h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=0</m:t>
                        </m:r>
                      </m:oMath>
                    </m:oMathPara>
                  </a14:m>
                  <a:endParaRPr dirty="0">
                    <a:cs typeface="Arial"/>
                  </a:endParaRPr>
                </a:p>
              </p:txBody>
            </p:sp>
          </mc:Choice>
          <mc:Fallback xmlns="">
            <p:sp>
              <p:nvSpPr>
                <p:cNvPr id="4111" name="object 3">
                  <a:extLst>
                    <a:ext uri="{FF2B5EF4-FFF2-40B4-BE49-F238E27FC236}">
                      <a16:creationId xmlns:a16="http://schemas.microsoft.com/office/drawing/2014/main" id="{31D77446-0710-9A1E-2707-6CCCDE9B6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432" y="2812143"/>
                  <a:ext cx="1185501" cy="289182"/>
                </a:xfrm>
                <a:prstGeom prst="rect">
                  <a:avLst/>
                </a:prstGeom>
                <a:blipFill>
                  <a:blip r:embed="rId11"/>
                  <a:stretch>
                    <a:fillRect l="-2564" b="-31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2" name="object 3">
                  <a:extLst>
                    <a:ext uri="{FF2B5EF4-FFF2-40B4-BE49-F238E27FC236}">
                      <a16:creationId xmlns:a16="http://schemas.microsoft.com/office/drawing/2014/main" id="{8AC035F7-5CAD-540B-A080-91788242F051}"/>
                    </a:ext>
                  </a:extLst>
                </p:cNvPr>
                <p:cNvSpPr txBox="1"/>
                <p:nvPr/>
              </p:nvSpPr>
              <p:spPr>
                <a:xfrm>
                  <a:off x="9517952" y="3861286"/>
                  <a:ext cx="407055" cy="289182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3175" lvl="1">
                    <a:lnSpc>
                      <a:spcPct val="100000"/>
                    </a:lnSpc>
                    <a:spcBef>
                      <a:spcPts val="600"/>
                    </a:spcBef>
                    <a:buClr>
                      <a:schemeClr val="tx1"/>
                    </a:buClr>
                    <a:tabLst>
                      <a:tab pos="75819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oMath>
                    </m:oMathPara>
                  </a14:m>
                  <a:endParaRPr dirty="0">
                    <a:cs typeface="Arial"/>
                  </a:endParaRPr>
                </a:p>
              </p:txBody>
            </p:sp>
          </mc:Choice>
          <mc:Fallback xmlns="">
            <p:sp>
              <p:nvSpPr>
                <p:cNvPr id="4112" name="object 3">
                  <a:extLst>
                    <a:ext uri="{FF2B5EF4-FFF2-40B4-BE49-F238E27FC236}">
                      <a16:creationId xmlns:a16="http://schemas.microsoft.com/office/drawing/2014/main" id="{8AC035F7-5CAD-540B-A080-91788242F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7952" y="3861286"/>
                  <a:ext cx="407055" cy="289182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3" name="object 3">
                  <a:extLst>
                    <a:ext uri="{FF2B5EF4-FFF2-40B4-BE49-F238E27FC236}">
                      <a16:creationId xmlns:a16="http://schemas.microsoft.com/office/drawing/2014/main" id="{F885694F-9A41-E940-B8B1-EB2B67D13A83}"/>
                    </a:ext>
                  </a:extLst>
                </p:cNvPr>
                <p:cNvSpPr txBox="1"/>
                <p:nvPr/>
              </p:nvSpPr>
              <p:spPr>
                <a:xfrm>
                  <a:off x="9517952" y="4436809"/>
                  <a:ext cx="407055" cy="289182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3175" lvl="1">
                    <a:lnSpc>
                      <a:spcPct val="100000"/>
                    </a:lnSpc>
                    <a:spcBef>
                      <a:spcPts val="600"/>
                    </a:spcBef>
                    <a:buClr>
                      <a:schemeClr val="tx1"/>
                    </a:buClr>
                    <a:tabLst>
                      <a:tab pos="75819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…</m:t>
                        </m:r>
                      </m:oMath>
                    </m:oMathPara>
                  </a14:m>
                  <a:endParaRPr dirty="0">
                    <a:cs typeface="Arial"/>
                  </a:endParaRPr>
                </a:p>
              </p:txBody>
            </p:sp>
          </mc:Choice>
          <mc:Fallback xmlns="">
            <p:sp>
              <p:nvSpPr>
                <p:cNvPr id="4113" name="object 3">
                  <a:extLst>
                    <a:ext uri="{FF2B5EF4-FFF2-40B4-BE49-F238E27FC236}">
                      <a16:creationId xmlns:a16="http://schemas.microsoft.com/office/drawing/2014/main" id="{F885694F-9A41-E940-B8B1-EB2B67D13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7952" y="4436809"/>
                  <a:ext cx="407055" cy="28918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14" name="Straight Arrow Connector 4113">
              <a:extLst>
                <a:ext uri="{FF2B5EF4-FFF2-40B4-BE49-F238E27FC236}">
                  <a16:creationId xmlns:a16="http://schemas.microsoft.com/office/drawing/2014/main" id="{AA3AAA33-AE9D-D1A3-4B6C-801C03D4DC02}"/>
                </a:ext>
              </a:extLst>
            </p:cNvPr>
            <p:cNvCxnSpPr>
              <a:cxnSpLocks/>
              <a:stCxn id="25" idx="4"/>
            </p:cNvCxnSpPr>
            <p:nvPr/>
          </p:nvCxnSpPr>
          <p:spPr>
            <a:xfrm>
              <a:off x="10159238" y="4129769"/>
              <a:ext cx="0" cy="344322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17" name="Straight Arrow Connector 4116">
              <a:extLst>
                <a:ext uri="{FF2B5EF4-FFF2-40B4-BE49-F238E27FC236}">
                  <a16:creationId xmlns:a16="http://schemas.microsoft.com/office/drawing/2014/main" id="{2EBAE7ED-053F-CD6E-83F0-5E6F655176D4}"/>
                </a:ext>
              </a:extLst>
            </p:cNvPr>
            <p:cNvCxnSpPr>
              <a:cxnSpLocks/>
              <a:stCxn id="4100" idx="4"/>
            </p:cNvCxnSpPr>
            <p:nvPr/>
          </p:nvCxnSpPr>
          <p:spPr>
            <a:xfrm>
              <a:off x="10717942" y="4129769"/>
              <a:ext cx="0" cy="344322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19" name="Straight Arrow Connector 4118">
              <a:extLst>
                <a:ext uri="{FF2B5EF4-FFF2-40B4-BE49-F238E27FC236}">
                  <a16:creationId xmlns:a16="http://schemas.microsoft.com/office/drawing/2014/main" id="{246B063F-D303-B65F-72F6-A9E693C42E7F}"/>
                </a:ext>
              </a:extLst>
            </p:cNvPr>
            <p:cNvCxnSpPr>
              <a:cxnSpLocks/>
              <a:stCxn id="4102" idx="4"/>
            </p:cNvCxnSpPr>
            <p:nvPr/>
          </p:nvCxnSpPr>
          <p:spPr>
            <a:xfrm>
              <a:off x="11136970" y="4129769"/>
              <a:ext cx="0" cy="344322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20" name="Straight Arrow Connector 4119">
              <a:extLst>
                <a:ext uri="{FF2B5EF4-FFF2-40B4-BE49-F238E27FC236}">
                  <a16:creationId xmlns:a16="http://schemas.microsoft.com/office/drawing/2014/main" id="{2CD59326-05F1-CA29-0F9D-A99E0C1907AA}"/>
                </a:ext>
              </a:extLst>
            </p:cNvPr>
            <p:cNvCxnSpPr>
              <a:cxnSpLocks/>
              <a:stCxn id="4101" idx="4"/>
            </p:cNvCxnSpPr>
            <p:nvPr/>
          </p:nvCxnSpPr>
          <p:spPr>
            <a:xfrm>
              <a:off x="11586426" y="4129769"/>
              <a:ext cx="0" cy="34927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26" name="Straight Arrow Connector 4125">
              <a:extLst>
                <a:ext uri="{FF2B5EF4-FFF2-40B4-BE49-F238E27FC236}">
                  <a16:creationId xmlns:a16="http://schemas.microsoft.com/office/drawing/2014/main" id="{75E09715-9C59-12C1-0293-23A18D6179D8}"/>
                </a:ext>
              </a:extLst>
            </p:cNvPr>
            <p:cNvCxnSpPr>
              <a:cxnSpLocks/>
              <a:stCxn id="21" idx="5"/>
              <a:endCxn id="4101" idx="0"/>
            </p:cNvCxnSpPr>
            <p:nvPr/>
          </p:nvCxnSpPr>
          <p:spPr>
            <a:xfrm>
              <a:off x="11057556" y="3609289"/>
              <a:ext cx="528870" cy="2411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30" name="Straight Arrow Connector 4129">
              <a:extLst>
                <a:ext uri="{FF2B5EF4-FFF2-40B4-BE49-F238E27FC236}">
                  <a16:creationId xmlns:a16="http://schemas.microsoft.com/office/drawing/2014/main" id="{D3620633-0DA3-598D-9974-C4B92F9B56BE}"/>
                </a:ext>
              </a:extLst>
            </p:cNvPr>
            <p:cNvCxnSpPr>
              <a:cxnSpLocks/>
              <a:stCxn id="21" idx="4"/>
              <a:endCxn id="4102" idx="1"/>
            </p:cNvCxnSpPr>
            <p:nvPr/>
          </p:nvCxnSpPr>
          <p:spPr>
            <a:xfrm>
              <a:off x="10958790" y="3650199"/>
              <a:ext cx="79414" cy="2411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33" name="Straight Arrow Connector 4132">
              <a:extLst>
                <a:ext uri="{FF2B5EF4-FFF2-40B4-BE49-F238E27FC236}">
                  <a16:creationId xmlns:a16="http://schemas.microsoft.com/office/drawing/2014/main" id="{125B1FBB-FE3D-C296-7990-7513F0B10A66}"/>
                </a:ext>
              </a:extLst>
            </p:cNvPr>
            <p:cNvCxnSpPr>
              <a:cxnSpLocks/>
              <a:endCxn id="48" idx="7"/>
            </p:cNvCxnSpPr>
            <p:nvPr/>
          </p:nvCxnSpPr>
          <p:spPr>
            <a:xfrm flipH="1">
              <a:off x="10956384" y="4999761"/>
              <a:ext cx="419028" cy="31893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35" name="Straight Arrow Connector 4134">
              <a:extLst>
                <a:ext uri="{FF2B5EF4-FFF2-40B4-BE49-F238E27FC236}">
                  <a16:creationId xmlns:a16="http://schemas.microsoft.com/office/drawing/2014/main" id="{4E37F0FF-3B56-E72F-574D-B709BE96FF06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10298914" y="4930338"/>
              <a:ext cx="459938" cy="3883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141" name="Oval 4140">
              <a:extLst>
                <a:ext uri="{FF2B5EF4-FFF2-40B4-BE49-F238E27FC236}">
                  <a16:creationId xmlns:a16="http://schemas.microsoft.com/office/drawing/2014/main" id="{DEC43993-4A5E-0035-14AB-503D7F892112}"/>
                </a:ext>
              </a:extLst>
            </p:cNvPr>
            <p:cNvSpPr/>
            <p:nvPr/>
          </p:nvSpPr>
          <p:spPr>
            <a:xfrm>
              <a:off x="10373548" y="4520041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2" name="Oval 4141">
              <a:extLst>
                <a:ext uri="{FF2B5EF4-FFF2-40B4-BE49-F238E27FC236}">
                  <a16:creationId xmlns:a16="http://schemas.microsoft.com/office/drawing/2014/main" id="{825663B0-BB8B-4879-9B19-137F326AEFD1}"/>
                </a:ext>
              </a:extLst>
            </p:cNvPr>
            <p:cNvSpPr/>
            <p:nvPr/>
          </p:nvSpPr>
          <p:spPr>
            <a:xfrm>
              <a:off x="10832869" y="4532946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3" name="Oval 4142">
              <a:extLst>
                <a:ext uri="{FF2B5EF4-FFF2-40B4-BE49-F238E27FC236}">
                  <a16:creationId xmlns:a16="http://schemas.microsoft.com/office/drawing/2014/main" id="{09D2939D-F7B0-E86F-EABD-E603F7A44E22}"/>
                </a:ext>
              </a:extLst>
            </p:cNvPr>
            <p:cNvSpPr/>
            <p:nvPr/>
          </p:nvSpPr>
          <p:spPr>
            <a:xfrm>
              <a:off x="11259172" y="4520041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8" name="Oval 4147">
              <a:extLst>
                <a:ext uri="{FF2B5EF4-FFF2-40B4-BE49-F238E27FC236}">
                  <a16:creationId xmlns:a16="http://schemas.microsoft.com/office/drawing/2014/main" id="{2CBA920A-DAD6-2F6E-6BDD-B43FF6AAA290}"/>
                </a:ext>
              </a:extLst>
            </p:cNvPr>
            <p:cNvSpPr/>
            <p:nvPr/>
          </p:nvSpPr>
          <p:spPr>
            <a:xfrm>
              <a:off x="11714183" y="4520041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9" name="Oval 4148">
              <a:extLst>
                <a:ext uri="{FF2B5EF4-FFF2-40B4-BE49-F238E27FC236}">
                  <a16:creationId xmlns:a16="http://schemas.microsoft.com/office/drawing/2014/main" id="{BAEF0D0A-7E4B-4E5E-EE1E-E91E54EA30B0}"/>
                </a:ext>
              </a:extLst>
            </p:cNvPr>
            <p:cNvSpPr/>
            <p:nvPr/>
          </p:nvSpPr>
          <p:spPr>
            <a:xfrm>
              <a:off x="9932282" y="4520041"/>
              <a:ext cx="279352" cy="2793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6074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EF4E8528-3673-479E-C4CF-0B0EAA1E092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Iterative Deepening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6E08B-9D18-4836-FCD5-D3CF06C5DC6E}"/>
              </a:ext>
            </a:extLst>
          </p:cNvPr>
          <p:cNvSpPr txBox="1"/>
          <p:nvPr/>
        </p:nvSpPr>
        <p:spPr>
          <a:xfrm>
            <a:off x="1375561" y="1603471"/>
            <a:ext cx="448394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4765" marR="17780">
              <a:lnSpc>
                <a:spcPct val="100000"/>
              </a:lnSpc>
              <a:spcBef>
                <a:spcPts val="600"/>
              </a:spcBef>
              <a:buClr>
                <a:srgbClr val="33CC33"/>
              </a:buClr>
              <a:buSzPct val="150000"/>
              <a:tabLst>
                <a:tab pos="361950" algn="l"/>
              </a:tabLst>
            </a:pPr>
            <a:r>
              <a:rPr lang="en-US" sz="2000" dirty="0">
                <a:cs typeface="Arial"/>
              </a:rPr>
              <a:t>What if we had the best of DFS and BFS?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81706A-159B-3854-01E7-1C2AA1CA3A70}"/>
                  </a:ext>
                </a:extLst>
              </p:cNvPr>
              <p:cNvSpPr txBox="1"/>
              <p:nvPr/>
            </p:nvSpPr>
            <p:spPr>
              <a:xfrm>
                <a:off x="6597228" y="882562"/>
                <a:ext cx="3921760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06BA"/>
                    </a:solidFill>
                  </a:rPr>
                  <a:t>Memory Efficiency </a:t>
                </a:r>
                <a:r>
                  <a:rPr lang="en-US" dirty="0"/>
                  <a:t>of DFS: stores only current path in memory thus linear space complexity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  <a:cs typeface="Arial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  <a:cs typeface="Arial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>
                    <a:cs typeface="Arial"/>
                  </a:rPr>
                  <a:t>.</a:t>
                </a:r>
                <a:endParaRPr lang="ar-AE" dirty="0">
                  <a:cs typeface="Arial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81706A-159B-3854-01E7-1C2AA1CA3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228" y="882562"/>
                <a:ext cx="3921760" cy="923330"/>
              </a:xfrm>
              <a:prstGeom prst="rect">
                <a:avLst/>
              </a:prstGeom>
              <a:blipFill>
                <a:blip r:embed="rId2"/>
                <a:stretch>
                  <a:fillRect l="-1242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F976B4A-F1C0-5DEC-250B-4FF21C86AD1B}"/>
              </a:ext>
            </a:extLst>
          </p:cNvPr>
          <p:cNvSpPr txBox="1"/>
          <p:nvPr/>
        </p:nvSpPr>
        <p:spPr>
          <a:xfrm>
            <a:off x="6597228" y="1805892"/>
            <a:ext cx="4375574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06BA"/>
                </a:solidFill>
              </a:rPr>
              <a:t>Completeness</a:t>
            </a:r>
            <a:r>
              <a:rPr lang="en-US" dirty="0"/>
              <a:t> guarantee of BFS: systematically explores all depths and will not get stuck in infinite paths.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312326-6FAA-EFCF-271F-A2059E8CB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400" y="3194289"/>
            <a:ext cx="8510588" cy="2464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A1EE7C-A0CC-C5E3-EB8E-FCFF529ECB0D}"/>
              </a:ext>
            </a:extLst>
          </p:cNvPr>
          <p:cNvSpPr txBox="1"/>
          <p:nvPr/>
        </p:nvSpPr>
        <p:spPr>
          <a:xfrm>
            <a:off x="2577077" y="6124209"/>
            <a:ext cx="737323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4765" marR="17780">
              <a:lnSpc>
                <a:spcPct val="100000"/>
              </a:lnSpc>
              <a:spcBef>
                <a:spcPts val="600"/>
              </a:spcBef>
              <a:buClr>
                <a:srgbClr val="33CC33"/>
              </a:buClr>
              <a:buSzPct val="150000"/>
              <a:tabLst>
                <a:tab pos="361950" algn="l"/>
              </a:tabLst>
            </a:pPr>
            <a:r>
              <a:rPr lang="en-US" sz="2000" dirty="0">
                <a:cs typeface="Arial"/>
              </a:rPr>
              <a:t>Problem? What about all the redundancy in which we revisit nodes?</a:t>
            </a:r>
          </a:p>
        </p:txBody>
      </p:sp>
    </p:spTree>
    <p:extLst>
      <p:ext uri="{BB962C8B-B14F-4D97-AF65-F5344CB8AC3E}">
        <p14:creationId xmlns:p14="http://schemas.microsoft.com/office/powerpoint/2010/main" val="165200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23CA937D-CB3D-0C2F-710B-6FD439C53BA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IDS: Mathematically Reasonable Redundancy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FDBAD8-4DB5-CAEC-1678-900373830CAB}"/>
                  </a:ext>
                </a:extLst>
              </p:cNvPr>
              <p:cNvSpPr txBox="1"/>
              <p:nvPr/>
            </p:nvSpPr>
            <p:spPr>
              <a:xfrm>
                <a:off x="831097" y="1076596"/>
                <a:ext cx="73520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Iterative deepening performs depth-limited searches with limits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FDBAD8-4DB5-CAEC-1678-900373830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97" y="1076596"/>
                <a:ext cx="7352008" cy="369332"/>
              </a:xfrm>
              <a:prstGeom prst="rect">
                <a:avLst/>
              </a:prstGeom>
              <a:blipFill>
                <a:blip r:embed="rId2"/>
                <a:stretch>
                  <a:fillRect l="-663"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48258F-4BEC-5758-F0D6-7512D4477056}"/>
                  </a:ext>
                </a:extLst>
              </p:cNvPr>
              <p:cNvSpPr txBox="1"/>
              <p:nvPr/>
            </p:nvSpPr>
            <p:spPr>
              <a:xfrm>
                <a:off x="831097" y="1604309"/>
                <a:ext cx="81734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node at depth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will be visited each iteration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: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en-US" dirty="0"/>
                  <a:t> times.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48258F-4BEC-5758-F0D6-7512D4477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97" y="1604309"/>
                <a:ext cx="8173418" cy="369332"/>
              </a:xfrm>
              <a:prstGeom prst="rect">
                <a:avLst/>
              </a:prstGeom>
              <a:blipFill>
                <a:blip r:embed="rId3"/>
                <a:stretch>
                  <a:fillRect l="-597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A5AED54-C85E-C7C3-CD76-1BF4DDDFD964}"/>
              </a:ext>
            </a:extLst>
          </p:cNvPr>
          <p:cNvSpPr txBox="1"/>
          <p:nvPr/>
        </p:nvSpPr>
        <p:spPr>
          <a:xfrm>
            <a:off x="831097" y="2200007"/>
            <a:ext cx="589516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Therefore, the total number of node visits for IDS is given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1887A8-EE25-26BB-6044-2B681CA64579}"/>
                  </a:ext>
                </a:extLst>
              </p:cNvPr>
              <p:cNvSpPr txBox="1"/>
              <p:nvPr/>
            </p:nvSpPr>
            <p:spPr>
              <a:xfrm>
                <a:off x="3311956" y="2708490"/>
                <a:ext cx="5568088" cy="374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1887A8-EE25-26BB-6044-2B681CA6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956" y="2708490"/>
                <a:ext cx="5568088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061B23-C35B-8E3F-CA0F-9DEC3B6E8228}"/>
                  </a:ext>
                </a:extLst>
              </p:cNvPr>
              <p:cNvSpPr txBox="1"/>
              <p:nvPr/>
            </p:nvSpPr>
            <p:spPr>
              <a:xfrm>
                <a:off x="1391941" y="4234884"/>
                <a:ext cx="7266767" cy="537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𝑛𝑜𝑑𝑒𝑠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𝑑𝑒𝑝𝑡h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061B23-C35B-8E3F-CA0F-9DEC3B6E8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41" y="4234884"/>
                <a:ext cx="7266767" cy="537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3AC3D84-1A1E-6906-844B-8A5DE4E2CFAB}"/>
              </a:ext>
            </a:extLst>
          </p:cNvPr>
          <p:cNvSpPr txBox="1"/>
          <p:nvPr/>
        </p:nvSpPr>
        <p:spPr>
          <a:xfrm>
            <a:off x="2071929" y="3721463"/>
            <a:ext cx="726676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With exponential expansion, the deepest level dominates the computation: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B3895-032E-64A6-390E-74EC4C683873}"/>
              </a:ext>
            </a:extLst>
          </p:cNvPr>
          <p:cNvSpPr txBox="1"/>
          <p:nvPr/>
        </p:nvSpPr>
        <p:spPr>
          <a:xfrm>
            <a:off x="831097" y="3721463"/>
            <a:ext cx="112168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Intuition.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414396-D20D-A308-57A5-4311140EF703}"/>
                  </a:ext>
                </a:extLst>
              </p:cNvPr>
              <p:cNvSpPr txBox="1"/>
              <p:nvPr/>
            </p:nvSpPr>
            <p:spPr>
              <a:xfrm>
                <a:off x="9275735" y="2677777"/>
                <a:ext cx="1077133" cy="404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414396-D20D-A308-57A5-4311140EF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5735" y="2677777"/>
                <a:ext cx="1077133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B7959A7-EF4D-FC8B-56AE-480823536B95}"/>
              </a:ext>
            </a:extLst>
          </p:cNvPr>
          <p:cNvSpPr txBox="1"/>
          <p:nvPr/>
        </p:nvSpPr>
        <p:spPr>
          <a:xfrm>
            <a:off x="826416" y="4884360"/>
            <a:ext cx="608017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Asymptotically, the redundant work at shallow levels becomes insignificant compared to the work done at the target depth.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D57B37-3381-D0F3-A360-C6C46B7175FE}"/>
                  </a:ext>
                </a:extLst>
              </p:cNvPr>
              <p:cNvSpPr txBox="1"/>
              <p:nvPr/>
            </p:nvSpPr>
            <p:spPr>
              <a:xfrm>
                <a:off x="9004515" y="5005033"/>
                <a:ext cx="2976159" cy="404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So IDS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; same as BFS.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D57B37-3381-D0F3-A360-C6C46B717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515" y="5005033"/>
                <a:ext cx="2976159" cy="404983"/>
              </a:xfrm>
              <a:prstGeom prst="rect">
                <a:avLst/>
              </a:prstGeom>
              <a:blipFill>
                <a:blip r:embed="rId7"/>
                <a:stretch>
                  <a:fillRect l="-1639" t="-1515" r="-205" b="-21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BD5A232-B413-9564-FFBD-2EC414E34BFD}"/>
              </a:ext>
            </a:extLst>
          </p:cNvPr>
          <p:cNvSpPr txBox="1"/>
          <p:nvPr/>
        </p:nvSpPr>
        <p:spPr>
          <a:xfrm>
            <a:off x="1863274" y="5899567"/>
            <a:ext cx="837005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Iterative deepening is the preferred uninformed search method when the search state space is larger than can fit in memory and the depth of the solution is not known.</a:t>
            </a:r>
          </a:p>
        </p:txBody>
      </p:sp>
    </p:spTree>
    <p:extLst>
      <p:ext uri="{BB962C8B-B14F-4D97-AF65-F5344CB8AC3E}">
        <p14:creationId xmlns:p14="http://schemas.microsoft.com/office/powerpoint/2010/main" val="187480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6149-B616-5A8E-49FF-F2F989E9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5E30A4D4-ED72-BD65-2357-8AAFF3B44DE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Example: Nodes Expanded by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1C2D8-2813-AB82-CB48-09D630A81878}"/>
              </a:ext>
            </a:extLst>
          </p:cNvPr>
          <p:cNvSpPr txBox="1"/>
          <p:nvPr/>
        </p:nvSpPr>
        <p:spPr>
          <a:xfrm>
            <a:off x="3901865" y="1280219"/>
            <a:ext cx="1054853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Start: </a:t>
            </a:r>
            <a:r>
              <a:rPr lang="en-US" dirty="0">
                <a:solidFill>
                  <a:srgbClr val="00B050"/>
                </a:solidFill>
              </a:rPr>
              <a:t>S</a:t>
            </a:r>
          </a:p>
          <a:p>
            <a:r>
              <a:rPr lang="en-US" dirty="0"/>
              <a:t>Goal: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5547A5-6F6D-64E7-6B68-904B1DC36F4A}"/>
                  </a:ext>
                </a:extLst>
              </p:cNvPr>
              <p:cNvSpPr txBox="1"/>
              <p:nvPr/>
            </p:nvSpPr>
            <p:spPr>
              <a:xfrm>
                <a:off x="6014753" y="983024"/>
                <a:ext cx="27935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5547A5-6F6D-64E7-6B68-904B1DC36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753" y="983024"/>
                <a:ext cx="27935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840C4653-CFCF-6B62-7327-FFB6A7D95663}"/>
              </a:ext>
            </a:extLst>
          </p:cNvPr>
          <p:cNvSpPr/>
          <p:nvPr/>
        </p:nvSpPr>
        <p:spPr>
          <a:xfrm>
            <a:off x="6323033" y="723156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9601BE-017A-6CA1-77F5-BB796D62DB8E}"/>
              </a:ext>
            </a:extLst>
          </p:cNvPr>
          <p:cNvSpPr/>
          <p:nvPr/>
        </p:nvSpPr>
        <p:spPr>
          <a:xfrm>
            <a:off x="6475091" y="2149902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29C6BD-57EB-E4D5-251A-46BD4B92E77D}"/>
              </a:ext>
            </a:extLst>
          </p:cNvPr>
          <p:cNvCxnSpPr>
            <a:cxnSpLocks/>
            <a:stCxn id="13" idx="5"/>
            <a:endCxn id="23" idx="0"/>
          </p:cNvCxnSpPr>
          <p:nvPr/>
        </p:nvCxnSpPr>
        <p:spPr>
          <a:xfrm>
            <a:off x="6561475" y="961598"/>
            <a:ext cx="355703" cy="4598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AF741C-F6B3-BC4B-17CE-D9E732402AE6}"/>
                  </a:ext>
                </a:extLst>
              </p:cNvPr>
              <p:cNvSpPr txBox="1"/>
              <p:nvPr/>
            </p:nvSpPr>
            <p:spPr>
              <a:xfrm>
                <a:off x="6275780" y="1019077"/>
                <a:ext cx="2593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AF741C-F6B3-BC4B-17CE-D9E732402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780" y="1019077"/>
                <a:ext cx="25935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722E9474-BE93-B122-9612-604BA6485B3F}"/>
              </a:ext>
            </a:extLst>
          </p:cNvPr>
          <p:cNvSpPr/>
          <p:nvPr/>
        </p:nvSpPr>
        <p:spPr>
          <a:xfrm>
            <a:off x="5879817" y="1424942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B83ED4-75C1-0E27-4D38-D2521398BED7}"/>
              </a:ext>
            </a:extLst>
          </p:cNvPr>
          <p:cNvSpPr/>
          <p:nvPr/>
        </p:nvSpPr>
        <p:spPr>
          <a:xfrm>
            <a:off x="5406853" y="2153352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E5D8E9-2383-D71C-0FF6-937B7BE18D40}"/>
              </a:ext>
            </a:extLst>
          </p:cNvPr>
          <p:cNvSpPr/>
          <p:nvPr/>
        </p:nvSpPr>
        <p:spPr>
          <a:xfrm>
            <a:off x="6777502" y="1421492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B6DEB7-6614-6F4A-47E5-B44115324F72}"/>
              </a:ext>
            </a:extLst>
          </p:cNvPr>
          <p:cNvSpPr/>
          <p:nvPr/>
        </p:nvSpPr>
        <p:spPr>
          <a:xfrm>
            <a:off x="6323033" y="1421492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DD20A7-7D01-D6E4-107F-A7DFC7949AF4}"/>
              </a:ext>
            </a:extLst>
          </p:cNvPr>
          <p:cNvCxnSpPr>
            <a:cxnSpLocks/>
            <a:stCxn id="13" idx="3"/>
            <a:endCxn id="21" idx="0"/>
          </p:cNvCxnSpPr>
          <p:nvPr/>
        </p:nvCxnSpPr>
        <p:spPr>
          <a:xfrm flipH="1">
            <a:off x="6019493" y="961598"/>
            <a:ext cx="344450" cy="4633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55FCA1-31C7-4D3B-0CCF-44B7F6BAE16A}"/>
              </a:ext>
            </a:extLst>
          </p:cNvPr>
          <p:cNvCxnSpPr>
            <a:cxnSpLocks/>
            <a:stCxn id="21" idx="3"/>
            <a:endCxn id="22" idx="0"/>
          </p:cNvCxnSpPr>
          <p:nvPr/>
        </p:nvCxnSpPr>
        <p:spPr>
          <a:xfrm flipH="1">
            <a:off x="5546529" y="1663384"/>
            <a:ext cx="374198" cy="489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72C6D4-6315-25B6-EE26-30F05072D486}"/>
              </a:ext>
            </a:extLst>
          </p:cNvPr>
          <p:cNvCxnSpPr>
            <a:cxnSpLocks/>
            <a:stCxn id="23" idx="4"/>
            <a:endCxn id="18" idx="7"/>
          </p:cNvCxnSpPr>
          <p:nvPr/>
        </p:nvCxnSpPr>
        <p:spPr>
          <a:xfrm flipH="1">
            <a:off x="6713533" y="1700844"/>
            <a:ext cx="203645" cy="489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EB2665-274F-51BC-E50B-F79F2B4F6864}"/>
              </a:ext>
            </a:extLst>
          </p:cNvPr>
          <p:cNvCxnSpPr>
            <a:cxnSpLocks/>
            <a:stCxn id="21" idx="4"/>
            <a:endCxn id="53" idx="0"/>
          </p:cNvCxnSpPr>
          <p:nvPr/>
        </p:nvCxnSpPr>
        <p:spPr>
          <a:xfrm>
            <a:off x="6019493" y="1704294"/>
            <a:ext cx="28137" cy="4490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75E68-6CEE-53F9-1668-A42EB9998F23}"/>
              </a:ext>
            </a:extLst>
          </p:cNvPr>
          <p:cNvCxnSpPr>
            <a:cxnSpLocks/>
            <a:stCxn id="13" idx="4"/>
            <a:endCxn id="24" idx="0"/>
          </p:cNvCxnSpPr>
          <p:nvPr/>
        </p:nvCxnSpPr>
        <p:spPr>
          <a:xfrm>
            <a:off x="6462709" y="1002508"/>
            <a:ext cx="0" cy="4189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FBAEDC-B268-D74F-FB2A-D3B3F3DAC365}"/>
                  </a:ext>
                </a:extLst>
              </p:cNvPr>
              <p:cNvSpPr txBox="1"/>
              <p:nvPr/>
            </p:nvSpPr>
            <p:spPr>
              <a:xfrm>
                <a:off x="5560652" y="1676406"/>
                <a:ext cx="22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FBAEDC-B268-D74F-FB2A-D3B3F3DAC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652" y="1676406"/>
                <a:ext cx="227545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>
            <a:extLst>
              <a:ext uri="{FF2B5EF4-FFF2-40B4-BE49-F238E27FC236}">
                <a16:creationId xmlns:a16="http://schemas.microsoft.com/office/drawing/2014/main" id="{B9B93275-770F-9E91-2EFC-6F7F8EDBC0CF}"/>
              </a:ext>
            </a:extLst>
          </p:cNvPr>
          <p:cNvSpPr/>
          <p:nvPr/>
        </p:nvSpPr>
        <p:spPr>
          <a:xfrm>
            <a:off x="5907954" y="2153352"/>
            <a:ext cx="279352" cy="2793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4B45BD-1C5D-BD54-6EC8-AA89FC543D84}"/>
              </a:ext>
            </a:extLst>
          </p:cNvPr>
          <p:cNvCxnSpPr>
            <a:cxnSpLocks/>
            <a:stCxn id="21" idx="5"/>
            <a:endCxn id="18" idx="1"/>
          </p:cNvCxnSpPr>
          <p:nvPr/>
        </p:nvCxnSpPr>
        <p:spPr>
          <a:xfrm>
            <a:off x="6118259" y="1663384"/>
            <a:ext cx="397742" cy="5274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1E35EEE-CFC6-C4E9-67AE-D2AB0DE31481}"/>
              </a:ext>
            </a:extLst>
          </p:cNvPr>
          <p:cNvCxnSpPr>
            <a:cxnSpLocks/>
            <a:stCxn id="24" idx="4"/>
            <a:endCxn id="18" idx="0"/>
          </p:cNvCxnSpPr>
          <p:nvPr/>
        </p:nvCxnSpPr>
        <p:spPr>
          <a:xfrm>
            <a:off x="6462709" y="1700844"/>
            <a:ext cx="152058" cy="4490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A426295-BD65-12D2-E407-1A207FCCCDEA}"/>
                  </a:ext>
                </a:extLst>
              </p:cNvPr>
              <p:cNvSpPr txBox="1"/>
              <p:nvPr/>
            </p:nvSpPr>
            <p:spPr>
              <a:xfrm>
                <a:off x="6620230" y="960277"/>
                <a:ext cx="2593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A426295-BD65-12D2-E407-1A207FCCC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30" y="960277"/>
                <a:ext cx="25935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7BE5E6E-AA5D-3906-2C0B-6608A0F6DC24}"/>
                  </a:ext>
                </a:extLst>
              </p:cNvPr>
              <p:cNvSpPr txBox="1"/>
              <p:nvPr/>
            </p:nvSpPr>
            <p:spPr>
              <a:xfrm>
                <a:off x="5841818" y="1776410"/>
                <a:ext cx="22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7BE5E6E-AA5D-3906-2C0B-6608A0F6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18" y="1776410"/>
                <a:ext cx="22754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28DC1D3-7C53-E2F3-672B-6F0DD2FF26AB}"/>
                  </a:ext>
                </a:extLst>
              </p:cNvPr>
              <p:cNvSpPr txBox="1"/>
              <p:nvPr/>
            </p:nvSpPr>
            <p:spPr>
              <a:xfrm>
                <a:off x="6205816" y="1714974"/>
                <a:ext cx="22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28DC1D3-7C53-E2F3-672B-6F0DD2FF2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16" y="1714974"/>
                <a:ext cx="227545" cy="276999"/>
              </a:xfrm>
              <a:prstGeom prst="rect">
                <a:avLst/>
              </a:prstGeom>
              <a:blipFill>
                <a:blip r:embed="rId7"/>
                <a:stretch>
                  <a:fillRect r="-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34D2F43-AE0A-4EB6-5D15-3B525EBE07EA}"/>
                  </a:ext>
                </a:extLst>
              </p:cNvPr>
              <p:cNvSpPr txBox="1"/>
              <p:nvPr/>
            </p:nvSpPr>
            <p:spPr>
              <a:xfrm>
                <a:off x="6438809" y="1702634"/>
                <a:ext cx="22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34D2F43-AE0A-4EB6-5D15-3B525EBE0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809" y="1702634"/>
                <a:ext cx="227545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BFE0B80-D55E-05B9-C0DD-C697273C1A99}"/>
                  </a:ext>
                </a:extLst>
              </p:cNvPr>
              <p:cNvSpPr txBox="1"/>
              <p:nvPr/>
            </p:nvSpPr>
            <p:spPr>
              <a:xfrm>
                <a:off x="6759359" y="1767109"/>
                <a:ext cx="2275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BFE0B80-D55E-05B9-C0DD-C697273C1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359" y="1767109"/>
                <a:ext cx="227545" cy="276999"/>
              </a:xfrm>
              <a:prstGeom prst="rect">
                <a:avLst/>
              </a:prstGeom>
              <a:blipFill>
                <a:blip r:embed="rId9"/>
                <a:stretch>
                  <a:fillRect r="-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C2F30715-243B-7E1E-389D-BDF2BAF09AF1}"/>
              </a:ext>
            </a:extLst>
          </p:cNvPr>
          <p:cNvSpPr txBox="1"/>
          <p:nvPr/>
        </p:nvSpPr>
        <p:spPr>
          <a:xfrm>
            <a:off x="8688070" y="5930881"/>
            <a:ext cx="323850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/>
              <a:t>(UCS </a:t>
            </a:r>
            <a:r>
              <a:rPr lang="en-US" dirty="0"/>
              <a:t>is the only uninformed search that worries about </a:t>
            </a:r>
            <a:r>
              <a:rPr lang="en-US"/>
              <a:t>costs.)</a:t>
            </a:r>
            <a:endParaRPr lang="en-US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FBD99A-242C-E13B-CA8E-E9154BD19252}"/>
              </a:ext>
            </a:extLst>
          </p:cNvPr>
          <p:cNvSpPr txBox="1"/>
          <p:nvPr/>
        </p:nvSpPr>
        <p:spPr>
          <a:xfrm>
            <a:off x="8273064" y="1209143"/>
            <a:ext cx="323850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Consider successor nodes from left to </a:t>
            </a:r>
            <a:r>
              <a:rPr lang="en-US"/>
              <a:t>right when </a:t>
            </a:r>
            <a:r>
              <a:rPr lang="en-US" dirty="0"/>
              <a:t>there is </a:t>
            </a:r>
            <a:r>
              <a:rPr lang="en-US"/>
              <a:t>a tie.</a:t>
            </a:r>
            <a:endParaRPr lang="en-US" dirty="0"/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DC13C666-403C-35DE-0DFE-39FA70198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10712"/>
              </p:ext>
            </p:extLst>
          </p:nvPr>
        </p:nvGraphicFramePr>
        <p:xfrm>
          <a:off x="3315943" y="3667986"/>
          <a:ext cx="6096000" cy="370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43725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12875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3370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Nodes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Solution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732785"/>
                  </a:ext>
                </a:extLst>
              </a:tr>
            </a:tbl>
          </a:graphicData>
        </a:graphic>
      </p:graphicFrame>
      <p:sp>
        <p:nvSpPr>
          <p:cNvPr id="151" name="TextBox 150">
            <a:extLst>
              <a:ext uri="{FF2B5EF4-FFF2-40B4-BE49-F238E27FC236}">
                <a16:creationId xmlns:a16="http://schemas.microsoft.com/office/drawing/2014/main" id="{D78921E6-67A8-FF38-2EB1-CAA016E8CBE6}"/>
              </a:ext>
            </a:extLst>
          </p:cNvPr>
          <p:cNvSpPr txBox="1"/>
          <p:nvPr/>
        </p:nvSpPr>
        <p:spPr>
          <a:xfrm>
            <a:off x="4052921" y="4097822"/>
            <a:ext cx="54610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BFS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A1340A3-C2D9-EA4C-F1C4-8856BB03FAF2}"/>
              </a:ext>
            </a:extLst>
          </p:cNvPr>
          <p:cNvSpPr txBox="1"/>
          <p:nvPr/>
        </p:nvSpPr>
        <p:spPr>
          <a:xfrm>
            <a:off x="5716621" y="4097822"/>
            <a:ext cx="148590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B C D E </a:t>
            </a:r>
            <a:r>
              <a:rPr lang="en-US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311AE1D-2ACB-F6D4-7DB5-49A8E9E79E03}"/>
              </a:ext>
            </a:extLst>
          </p:cNvPr>
          <p:cNvSpPr txBox="1"/>
          <p:nvPr/>
        </p:nvSpPr>
        <p:spPr>
          <a:xfrm>
            <a:off x="8142696" y="4097822"/>
            <a:ext cx="6985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3559EE3-F360-AFF2-DC26-7D6BD08957AF}"/>
              </a:ext>
            </a:extLst>
          </p:cNvPr>
          <p:cNvSpPr txBox="1"/>
          <p:nvPr/>
        </p:nvSpPr>
        <p:spPr>
          <a:xfrm>
            <a:off x="4052921" y="4629337"/>
            <a:ext cx="54610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DFS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0B5AF3B-66C3-2BA5-95FD-07B199EFF98C}"/>
              </a:ext>
            </a:extLst>
          </p:cNvPr>
          <p:cNvSpPr txBox="1"/>
          <p:nvPr/>
        </p:nvSpPr>
        <p:spPr>
          <a:xfrm>
            <a:off x="5716621" y="4629337"/>
            <a:ext cx="11433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D E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02AA6B1-5D22-7F61-DECE-97FF1EAEB6C7}"/>
              </a:ext>
            </a:extLst>
          </p:cNvPr>
          <p:cNvSpPr txBox="1"/>
          <p:nvPr/>
        </p:nvSpPr>
        <p:spPr>
          <a:xfrm>
            <a:off x="8142696" y="4629337"/>
            <a:ext cx="6985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A74215-653C-2051-881A-3675E7CB9CED}"/>
              </a:ext>
            </a:extLst>
          </p:cNvPr>
          <p:cNvSpPr txBox="1"/>
          <p:nvPr/>
        </p:nvSpPr>
        <p:spPr>
          <a:xfrm>
            <a:off x="4052921" y="5155704"/>
            <a:ext cx="54610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IDS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ACA7C39-9583-8C4F-8DE4-308FF7185F9A}"/>
              </a:ext>
            </a:extLst>
          </p:cNvPr>
          <p:cNvSpPr txBox="1"/>
          <p:nvPr/>
        </p:nvSpPr>
        <p:spPr>
          <a:xfrm>
            <a:off x="5716621" y="5155704"/>
            <a:ext cx="194945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S</a:t>
            </a:r>
            <a:r>
              <a:rPr lang="en-US" dirty="0"/>
              <a:t> A B C </a:t>
            </a:r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D E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F075C9F-09C4-A2D2-2DAE-F019BBF51380}"/>
              </a:ext>
            </a:extLst>
          </p:cNvPr>
          <p:cNvSpPr txBox="1"/>
          <p:nvPr/>
        </p:nvSpPr>
        <p:spPr>
          <a:xfrm>
            <a:off x="8142696" y="5155704"/>
            <a:ext cx="6985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74390B1-6133-8343-BBF7-1C94AE808EA5}"/>
              </a:ext>
            </a:extLst>
          </p:cNvPr>
          <p:cNvSpPr txBox="1"/>
          <p:nvPr/>
        </p:nvSpPr>
        <p:spPr>
          <a:xfrm>
            <a:off x="4052921" y="5746215"/>
            <a:ext cx="59092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UCS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ECD11CC-8EB3-650D-3F14-58530B81EE15}"/>
              </a:ext>
            </a:extLst>
          </p:cNvPr>
          <p:cNvSpPr txBox="1"/>
          <p:nvPr/>
        </p:nvSpPr>
        <p:spPr>
          <a:xfrm>
            <a:off x="5716621" y="5746215"/>
            <a:ext cx="194945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A E B D C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4C8DAEC-E65F-6C5B-9A89-622ABBBC50AB}"/>
              </a:ext>
            </a:extLst>
          </p:cNvPr>
          <p:cNvSpPr txBox="1"/>
          <p:nvPr/>
        </p:nvSpPr>
        <p:spPr>
          <a:xfrm>
            <a:off x="8142696" y="5746215"/>
            <a:ext cx="6985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dirty="0"/>
              <a:t> B </a:t>
            </a:r>
            <a:r>
              <a:rPr lang="en-US" dirty="0">
                <a:solidFill>
                  <a:srgbClr val="FF0000"/>
                </a:solidFill>
              </a:rPr>
              <a:t>G</a:t>
            </a:r>
            <a:endParaRPr lang="en-US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2DDED5C-5AA4-AC78-D317-776939F36B97}"/>
              </a:ext>
            </a:extLst>
          </p:cNvPr>
          <p:cNvSpPr txBox="1"/>
          <p:nvPr/>
        </p:nvSpPr>
        <p:spPr>
          <a:xfrm>
            <a:off x="710733" y="2981230"/>
            <a:ext cx="772997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What nodes are visited and what solutions are found by the search technique?</a:t>
            </a:r>
          </a:p>
        </p:txBody>
      </p:sp>
    </p:spTree>
    <p:extLst>
      <p:ext uri="{BB962C8B-B14F-4D97-AF65-F5344CB8AC3E}">
        <p14:creationId xmlns:p14="http://schemas.microsoft.com/office/powerpoint/2010/main" val="327767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5" grpId="0"/>
      <p:bldP spid="156" grpId="0"/>
      <p:bldP spid="158" grpId="0"/>
      <p:bldP spid="159" grpId="0"/>
      <p:bldP spid="161" grpId="0"/>
      <p:bldP spid="162" grpId="0"/>
    </p:bldLst>
  </p:timing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E8493412-85DD-4641-9E8A-937B29FD6AA2}" vid="{77E91E09-5010-404D-ADF4-B79FA46D7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DD01B8-816B-49B7-8C81-03AB51D87C54}">
  <ds:schemaRefs>
    <ds:schemaRef ds:uri="http://schemas.microsoft.com/office/infopath/2007/PartnerControls"/>
    <ds:schemaRef ds:uri="http://purl.org/dc/elements/1.1/"/>
    <ds:schemaRef ds:uri="a4f35948-e619-41b3-aa29-22878b09cfd2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40262f94-9f35-4ac3-9a90-690165a166b7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12542</TotalTime>
  <Words>3529</Words>
  <Application>Microsoft Office PowerPoint</Application>
  <PresentationFormat>Widescreen</PresentationFormat>
  <Paragraphs>554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</vt:lpstr>
      <vt:lpstr>Cambria Math</vt:lpstr>
      <vt:lpstr>Consolas</vt:lpstr>
      <vt:lpstr>Times New Roman</vt:lpstr>
      <vt:lpstr>Wingdings</vt:lpstr>
      <vt:lpstr>Cloud skipper design template</vt:lpstr>
      <vt:lpstr>Uniformed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Chris Alvin</dc:creator>
  <cp:lastModifiedBy>Chris Alvin</cp:lastModifiedBy>
  <cp:revision>768</cp:revision>
  <dcterms:created xsi:type="dcterms:W3CDTF">2018-04-18T20:21:45Z</dcterms:created>
  <dcterms:modified xsi:type="dcterms:W3CDTF">2025-10-06T16:07:14Z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